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sldIdLst>
    <p:sldId id="256" r:id="rId4"/>
    <p:sldId id="260" r:id="rId5"/>
    <p:sldId id="342" r:id="rId6"/>
    <p:sldId id="258" r:id="rId7"/>
    <p:sldId id="354" r:id="rId8"/>
    <p:sldId id="355" r:id="rId9"/>
    <p:sldId id="346" r:id="rId10"/>
    <p:sldId id="357" r:id="rId11"/>
    <p:sldId id="347" r:id="rId12"/>
    <p:sldId id="349" r:id="rId13"/>
    <p:sldId id="358" r:id="rId14"/>
    <p:sldId id="353" r:id="rId15"/>
    <p:sldId id="352" r:id="rId16"/>
    <p:sldId id="351" r:id="rId17"/>
    <p:sldId id="259" r:id="rId18"/>
    <p:sldId id="323" r:id="rId19"/>
    <p:sldId id="32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5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-600" y="-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D9BD8CEE-60B3-403E-82CE-46A97164E3F8}"/>
              </a:ext>
            </a:extLst>
          </p:cNvPr>
          <p:cNvSpPr/>
          <p:nvPr userDrawn="1"/>
        </p:nvSpPr>
        <p:spPr>
          <a:xfrm rot="5400000">
            <a:off x="-351545" y="354974"/>
            <a:ext cx="2157572" cy="1447626"/>
          </a:xfrm>
          <a:custGeom>
            <a:avLst/>
            <a:gdLst>
              <a:gd name="connsiteX0" fmla="*/ 2501155 w 3201892"/>
              <a:gd name="connsiteY0" fmla="*/ 1847914 h 2148314"/>
              <a:gd name="connsiteX1" fmla="*/ 2534032 w 3201892"/>
              <a:gd name="connsiteY1" fmla="*/ 1925783 h 2148314"/>
              <a:gd name="connsiteX2" fmla="*/ 2542909 w 3201892"/>
              <a:gd name="connsiteY2" fmla="*/ 1936140 h 2148314"/>
              <a:gd name="connsiteX3" fmla="*/ 2680517 w 3201892"/>
              <a:gd name="connsiteY3" fmla="*/ 1990888 h 2148314"/>
              <a:gd name="connsiteX4" fmla="*/ 2788533 w 3201892"/>
              <a:gd name="connsiteY4" fmla="*/ 1925783 h 2148314"/>
              <a:gd name="connsiteX5" fmla="*/ 2819605 w 3201892"/>
              <a:gd name="connsiteY5" fmla="*/ 1819246 h 2148314"/>
              <a:gd name="connsiteX6" fmla="*/ 2640566 w 3201892"/>
              <a:gd name="connsiteY6" fmla="*/ 1683116 h 2148314"/>
              <a:gd name="connsiteX7" fmla="*/ 2501155 w 3201892"/>
              <a:gd name="connsiteY7" fmla="*/ 1847914 h 2148314"/>
              <a:gd name="connsiteX8" fmla="*/ 1615856 w 3201892"/>
              <a:gd name="connsiteY8" fmla="*/ 388573 h 2148314"/>
              <a:gd name="connsiteX9" fmla="*/ 1615902 w 3201892"/>
              <a:gd name="connsiteY9" fmla="*/ 424478 h 2148314"/>
              <a:gd name="connsiteX10" fmla="*/ 1646234 w 3201892"/>
              <a:gd name="connsiteY10" fmla="*/ 491987 h 2148314"/>
              <a:gd name="connsiteX11" fmla="*/ 1709860 w 3201892"/>
              <a:gd name="connsiteY11" fmla="*/ 546735 h 2148314"/>
              <a:gd name="connsiteX12" fmla="*/ 1903696 w 3201892"/>
              <a:gd name="connsiteY12" fmla="*/ 491987 h 2148314"/>
              <a:gd name="connsiteX13" fmla="*/ 1934769 w 3201892"/>
              <a:gd name="connsiteY13" fmla="*/ 407647 h 2148314"/>
              <a:gd name="connsiteX14" fmla="*/ 1881501 w 3201892"/>
              <a:gd name="connsiteY14" fmla="*/ 292234 h 2148314"/>
              <a:gd name="connsiteX15" fmla="*/ 1625520 w 3201892"/>
              <a:gd name="connsiteY15" fmla="*/ 351419 h 2148314"/>
              <a:gd name="connsiteX16" fmla="*/ 1615856 w 3201892"/>
              <a:gd name="connsiteY16" fmla="*/ 388573 h 2148314"/>
              <a:gd name="connsiteX17" fmla="*/ 1477368 w 3201892"/>
              <a:gd name="connsiteY17" fmla="*/ 1765238 h 2148314"/>
              <a:gd name="connsiteX18" fmla="*/ 1477552 w 3201892"/>
              <a:gd name="connsiteY18" fmla="*/ 1754141 h 2148314"/>
              <a:gd name="connsiteX19" fmla="*/ 1479032 w 3201892"/>
              <a:gd name="connsiteY19" fmla="*/ 86560 h 2148314"/>
              <a:gd name="connsiteX20" fmla="*/ 1479032 w 3201892"/>
              <a:gd name="connsiteY20" fmla="*/ 25892 h 2148314"/>
              <a:gd name="connsiteX21" fmla="*/ 1505666 w 3201892"/>
              <a:gd name="connsiteY21" fmla="*/ 738 h 2148314"/>
              <a:gd name="connsiteX22" fmla="*/ 1547097 w 3201892"/>
              <a:gd name="connsiteY22" fmla="*/ 3698 h 2148314"/>
              <a:gd name="connsiteX23" fmla="*/ 1832673 w 3201892"/>
              <a:gd name="connsiteY23" fmla="*/ 42169 h 2148314"/>
              <a:gd name="connsiteX24" fmla="*/ 2276571 w 3201892"/>
              <a:gd name="connsiteY24" fmla="*/ 197534 h 2148314"/>
              <a:gd name="connsiteX25" fmla="*/ 2674600 w 3201892"/>
              <a:gd name="connsiteY25" fmla="*/ 463873 h 2148314"/>
              <a:gd name="connsiteX26" fmla="*/ 2702714 w 3201892"/>
              <a:gd name="connsiteY26" fmla="*/ 490507 h 2148314"/>
              <a:gd name="connsiteX27" fmla="*/ 2720471 w 3201892"/>
              <a:gd name="connsiteY27" fmla="*/ 505304 h 2148314"/>
              <a:gd name="connsiteX28" fmla="*/ 2721951 w 3201892"/>
              <a:gd name="connsiteY28" fmla="*/ 540816 h 2148314"/>
              <a:gd name="connsiteX29" fmla="*/ 2682000 w 3201892"/>
              <a:gd name="connsiteY29" fmla="*/ 579287 h 2148314"/>
              <a:gd name="connsiteX30" fmla="*/ 2440815 w 3201892"/>
              <a:gd name="connsiteY30" fmla="*/ 821954 h 2148314"/>
              <a:gd name="connsiteX31" fmla="*/ 2414181 w 3201892"/>
              <a:gd name="connsiteY31" fmla="*/ 820474 h 2148314"/>
              <a:gd name="connsiteX32" fmla="*/ 2141923 w 3201892"/>
              <a:gd name="connsiteY32" fmla="*/ 743531 h 2148314"/>
              <a:gd name="connsiteX33" fmla="*/ 1983598 w 3201892"/>
              <a:gd name="connsiteY33" fmla="*/ 981756 h 2148314"/>
              <a:gd name="connsiteX34" fmla="*/ 2019109 w 3201892"/>
              <a:gd name="connsiteY34" fmla="*/ 1101610 h 2148314"/>
              <a:gd name="connsiteX35" fmla="*/ 2050183 w 3201892"/>
              <a:gd name="connsiteY35" fmla="*/ 1140081 h 2148314"/>
              <a:gd name="connsiteX36" fmla="*/ 2062020 w 3201892"/>
              <a:gd name="connsiteY36" fmla="*/ 1150438 h 2148314"/>
              <a:gd name="connsiteX37" fmla="*/ 2062020 w 3201892"/>
              <a:gd name="connsiteY37" fmla="*/ 1197787 h 2148314"/>
              <a:gd name="connsiteX38" fmla="*/ 1493829 w 3201892"/>
              <a:gd name="connsiteY38" fmla="*/ 1765978 h 2148314"/>
              <a:gd name="connsiteX39" fmla="*/ 1480512 w 3201892"/>
              <a:gd name="connsiteY39" fmla="*/ 1776335 h 2148314"/>
              <a:gd name="connsiteX40" fmla="*/ 1477368 w 3201892"/>
              <a:gd name="connsiteY40" fmla="*/ 1765238 h 2148314"/>
              <a:gd name="connsiteX41" fmla="*/ 1424283 w 3201892"/>
              <a:gd name="connsiteY41" fmla="*/ 2140333 h 2148314"/>
              <a:gd name="connsiteX42" fmla="*/ 1480511 w 3201892"/>
              <a:gd name="connsiteY42" fmla="*/ 2087065 h 2148314"/>
              <a:gd name="connsiteX43" fmla="*/ 1727613 w 3201892"/>
              <a:gd name="connsiteY43" fmla="*/ 1839961 h 2148314"/>
              <a:gd name="connsiteX44" fmla="*/ 1973238 w 3201892"/>
              <a:gd name="connsiteY44" fmla="*/ 1594336 h 2148314"/>
              <a:gd name="connsiteX45" fmla="*/ 2004311 w 3201892"/>
              <a:gd name="connsiteY45" fmla="*/ 1591379 h 2148314"/>
              <a:gd name="connsiteX46" fmla="*/ 2332796 w 3201892"/>
              <a:gd name="connsiteY46" fmla="*/ 1544028 h 2148314"/>
              <a:gd name="connsiteX47" fmla="*/ 2344633 w 3201892"/>
              <a:gd name="connsiteY47" fmla="*/ 1530711 h 2148314"/>
              <a:gd name="connsiteX48" fmla="*/ 2377187 w 3201892"/>
              <a:gd name="connsiteY48" fmla="*/ 1453768 h 2148314"/>
              <a:gd name="connsiteX49" fmla="*/ 2343153 w 3201892"/>
              <a:gd name="connsiteY49" fmla="*/ 1258452 h 2148314"/>
              <a:gd name="connsiteX50" fmla="*/ 2347593 w 3201892"/>
              <a:gd name="connsiteY50" fmla="*/ 1219981 h 2148314"/>
              <a:gd name="connsiteX51" fmla="*/ 2362390 w 3201892"/>
              <a:gd name="connsiteY51" fmla="*/ 1206664 h 2148314"/>
              <a:gd name="connsiteX52" fmla="*/ 2551786 w 3201892"/>
              <a:gd name="connsiteY52" fmla="*/ 1015788 h 2148314"/>
              <a:gd name="connsiteX53" fmla="*/ 2603575 w 3201892"/>
              <a:gd name="connsiteY53" fmla="*/ 962520 h 2148314"/>
              <a:gd name="connsiteX54" fmla="*/ 2613932 w 3201892"/>
              <a:gd name="connsiteY54" fmla="*/ 943285 h 2148314"/>
              <a:gd name="connsiteX55" fmla="*/ 2667200 w 3201892"/>
              <a:gd name="connsiteY55" fmla="*/ 890017 h 2148314"/>
              <a:gd name="connsiteX56" fmla="*/ 2696794 w 3201892"/>
              <a:gd name="connsiteY56" fmla="*/ 890017 h 2148314"/>
              <a:gd name="connsiteX57" fmla="*/ 2760419 w 3201892"/>
              <a:gd name="connsiteY57" fmla="*/ 961042 h 2148314"/>
              <a:gd name="connsiteX58" fmla="*/ 2766339 w 3201892"/>
              <a:gd name="connsiteY58" fmla="*/ 981756 h 2148314"/>
              <a:gd name="connsiteX59" fmla="*/ 2939458 w 3201892"/>
              <a:gd name="connsiteY59" fmla="*/ 1230341 h 2148314"/>
              <a:gd name="connsiteX60" fmla="*/ 2976450 w 3201892"/>
              <a:gd name="connsiteY60" fmla="*/ 1296924 h 2148314"/>
              <a:gd name="connsiteX61" fmla="*/ 3062272 w 3201892"/>
              <a:gd name="connsiteY61" fmla="*/ 1477443 h 2148314"/>
              <a:gd name="connsiteX62" fmla="*/ 3188043 w 3201892"/>
              <a:gd name="connsiteY62" fmla="*/ 1959814 h 2148314"/>
              <a:gd name="connsiteX63" fmla="*/ 3195440 w 3201892"/>
              <a:gd name="connsiteY63" fmla="*/ 2020480 h 2148314"/>
              <a:gd name="connsiteX64" fmla="*/ 3201360 w 3201892"/>
              <a:gd name="connsiteY64" fmla="*/ 2119617 h 2148314"/>
              <a:gd name="connsiteX65" fmla="*/ 3179163 w 3201892"/>
              <a:gd name="connsiteY65" fmla="*/ 2144773 h 2148314"/>
              <a:gd name="connsiteX66" fmla="*/ 2442292 w 3201892"/>
              <a:gd name="connsiteY66" fmla="*/ 2144773 h 2148314"/>
              <a:gd name="connsiteX67" fmla="*/ 1450917 w 3201892"/>
              <a:gd name="connsiteY67" fmla="*/ 2144773 h 2148314"/>
              <a:gd name="connsiteX68" fmla="*/ 1424283 w 3201892"/>
              <a:gd name="connsiteY68" fmla="*/ 2140333 h 2148314"/>
              <a:gd name="connsiteX69" fmla="*/ 87779 w 3201892"/>
              <a:gd name="connsiteY69" fmla="*/ 1650933 h 2148314"/>
              <a:gd name="connsiteX70" fmla="*/ 120701 w 3201892"/>
              <a:gd name="connsiteY70" fmla="*/ 1724546 h 2148314"/>
              <a:gd name="connsiteX71" fmla="*/ 280505 w 3201892"/>
              <a:gd name="connsiteY71" fmla="*/ 1785212 h 2148314"/>
              <a:gd name="connsiteX72" fmla="*/ 372245 w 3201892"/>
              <a:gd name="connsiteY72" fmla="*/ 1724546 h 2148314"/>
              <a:gd name="connsiteX73" fmla="*/ 404797 w 3201892"/>
              <a:gd name="connsiteY73" fmla="*/ 1612093 h 2148314"/>
              <a:gd name="connsiteX74" fmla="*/ 240554 w 3201892"/>
              <a:gd name="connsiteY74" fmla="*/ 1477442 h 2148314"/>
              <a:gd name="connsiteX75" fmla="*/ 101466 w 3201892"/>
              <a:gd name="connsiteY75" fmla="*/ 1570661 h 2148314"/>
              <a:gd name="connsiteX76" fmla="*/ 87779 w 3201892"/>
              <a:gd name="connsiteY76" fmla="*/ 1650933 h 2148314"/>
              <a:gd name="connsiteX77" fmla="*/ 0 w 3201892"/>
              <a:gd name="connsiteY77" fmla="*/ 832939 h 2148314"/>
              <a:gd name="connsiteX78" fmla="*/ 0 w 3201892"/>
              <a:gd name="connsiteY78" fmla="*/ 803651 h 2148314"/>
              <a:gd name="connsiteX79" fmla="*/ 21564 w 3201892"/>
              <a:gd name="connsiteY79" fmla="*/ 784960 h 2148314"/>
              <a:gd name="connsiteX80" fmla="*/ 151775 w 3201892"/>
              <a:gd name="connsiteY80" fmla="*/ 675466 h 2148314"/>
              <a:gd name="connsiteX81" fmla="*/ 620827 w 3201892"/>
              <a:gd name="connsiteY81" fmla="*/ 416525 h 2148314"/>
              <a:gd name="connsiteX82" fmla="*/ 1094321 w 3201892"/>
              <a:gd name="connsiteY82" fmla="*/ 304069 h 2148314"/>
              <a:gd name="connsiteX83" fmla="*/ 1193458 w 3201892"/>
              <a:gd name="connsiteY83" fmla="*/ 296671 h 2148314"/>
              <a:gd name="connsiteX84" fmla="*/ 1196418 w 3201892"/>
              <a:gd name="connsiteY84" fmla="*/ 295191 h 2148314"/>
              <a:gd name="connsiteX85" fmla="*/ 1199376 w 3201892"/>
              <a:gd name="connsiteY85" fmla="*/ 295191 h 2148314"/>
              <a:gd name="connsiteX86" fmla="*/ 1248206 w 3201892"/>
              <a:gd name="connsiteY86" fmla="*/ 336622 h 2148314"/>
              <a:gd name="connsiteX87" fmla="*/ 1248206 w 3201892"/>
              <a:gd name="connsiteY87" fmla="*/ 2076706 h 2148314"/>
              <a:gd name="connsiteX88" fmla="*/ 1248206 w 3201892"/>
              <a:gd name="connsiteY88" fmla="*/ 2081145 h 2148314"/>
              <a:gd name="connsiteX89" fmla="*/ 1234889 w 3201892"/>
              <a:gd name="connsiteY89" fmla="*/ 2069308 h 2148314"/>
              <a:gd name="connsiteX90" fmla="*/ 1215653 w 3201892"/>
              <a:gd name="connsiteY90" fmla="*/ 2048594 h 2148314"/>
              <a:gd name="connsiteX91" fmla="*/ 521690 w 3201892"/>
              <a:gd name="connsiteY91" fmla="*/ 1354632 h 2148314"/>
              <a:gd name="connsiteX92" fmla="*/ 509853 w 3201892"/>
              <a:gd name="connsiteY92" fmla="*/ 1341315 h 2148314"/>
              <a:gd name="connsiteX93" fmla="*/ 549804 w 3201892"/>
              <a:gd name="connsiteY93" fmla="*/ 1333915 h 2148314"/>
              <a:gd name="connsiteX94" fmla="*/ 563121 w 3201892"/>
              <a:gd name="connsiteY94" fmla="*/ 1333915 h 2148314"/>
              <a:gd name="connsiteX95" fmla="*/ 579398 w 3201892"/>
              <a:gd name="connsiteY95" fmla="*/ 1319118 h 2148314"/>
              <a:gd name="connsiteX96" fmla="*/ 672616 w 3201892"/>
              <a:gd name="connsiteY96" fmla="*/ 1267330 h 2148314"/>
              <a:gd name="connsiteX97" fmla="*/ 718486 w 3201892"/>
              <a:gd name="connsiteY97" fmla="*/ 1215541 h 2148314"/>
              <a:gd name="connsiteX98" fmla="*/ 730323 w 3201892"/>
              <a:gd name="connsiteY98" fmla="*/ 1211104 h 2148314"/>
              <a:gd name="connsiteX99" fmla="*/ 758437 w 3201892"/>
              <a:gd name="connsiteY99" fmla="*/ 1129722 h 2148314"/>
              <a:gd name="connsiteX100" fmla="*/ 758437 w 3201892"/>
              <a:gd name="connsiteY100" fmla="*/ 1058699 h 2148314"/>
              <a:gd name="connsiteX101" fmla="*/ 711087 w 3201892"/>
              <a:gd name="connsiteY101" fmla="*/ 947723 h 2148314"/>
              <a:gd name="connsiteX102" fmla="*/ 563121 w 3201892"/>
              <a:gd name="connsiteY102" fmla="*/ 858943 h 2148314"/>
              <a:gd name="connsiteX103" fmla="*/ 554244 w 3201892"/>
              <a:gd name="connsiteY103" fmla="*/ 855983 h 2148314"/>
              <a:gd name="connsiteX104" fmla="*/ 483219 w 3201892"/>
              <a:gd name="connsiteY104" fmla="*/ 855983 h 2148314"/>
              <a:gd name="connsiteX105" fmla="*/ 394440 w 3201892"/>
              <a:gd name="connsiteY105" fmla="*/ 887057 h 2148314"/>
              <a:gd name="connsiteX106" fmla="*/ 277546 w 3201892"/>
              <a:gd name="connsiteY106" fmla="*/ 1089771 h 2148314"/>
              <a:gd name="connsiteX107" fmla="*/ 277546 w 3201892"/>
              <a:gd name="connsiteY107" fmla="*/ 1098650 h 2148314"/>
              <a:gd name="connsiteX108" fmla="*/ 273106 w 3201892"/>
              <a:gd name="connsiteY108" fmla="*/ 1106047 h 2148314"/>
              <a:gd name="connsiteX109" fmla="*/ 0 w 3201892"/>
              <a:gd name="connsiteY109" fmla="*/ 2144087 h 2148314"/>
              <a:gd name="connsiteX110" fmla="*/ 0 w 3201892"/>
              <a:gd name="connsiteY110" fmla="*/ 958944 h 2148314"/>
              <a:gd name="connsiteX111" fmla="*/ 2327 w 3201892"/>
              <a:gd name="connsiteY111" fmla="*/ 961039 h 2148314"/>
              <a:gd name="connsiteX112" fmla="*/ 1104679 w 3201892"/>
              <a:gd name="connsiteY112" fmla="*/ 2057470 h 2148314"/>
              <a:gd name="connsiteX113" fmla="*/ 1117996 w 3201892"/>
              <a:gd name="connsiteY113" fmla="*/ 2072267 h 2148314"/>
              <a:gd name="connsiteX114" fmla="*/ 1120953 w 3201892"/>
              <a:gd name="connsiteY114" fmla="*/ 2088544 h 2148314"/>
              <a:gd name="connsiteX115" fmla="*/ 1163864 w 3201892"/>
              <a:gd name="connsiteY115" fmla="*/ 2128493 h 2148314"/>
              <a:gd name="connsiteX116" fmla="*/ 1175701 w 3201892"/>
              <a:gd name="connsiteY116" fmla="*/ 2143290 h 2148314"/>
              <a:gd name="connsiteX117" fmla="*/ 1147587 w 3201892"/>
              <a:gd name="connsiteY117" fmla="*/ 2147730 h 2148314"/>
              <a:gd name="connsiteX118" fmla="*/ 110344 w 3201892"/>
              <a:gd name="connsiteY118" fmla="*/ 2147730 h 2148314"/>
              <a:gd name="connsiteX119" fmla="*/ 12687 w 3201892"/>
              <a:gd name="connsiteY119" fmla="*/ 2147730 h 214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201892" h="2148314">
                <a:moveTo>
                  <a:pt x="2501155" y="1847914"/>
                </a:moveTo>
                <a:cubicBezTo>
                  <a:pt x="2503421" y="1874271"/>
                  <a:pt x="2513686" y="1900998"/>
                  <a:pt x="2534032" y="1925783"/>
                </a:cubicBezTo>
                <a:cubicBezTo>
                  <a:pt x="2536989" y="1928740"/>
                  <a:pt x="2539949" y="1933180"/>
                  <a:pt x="2542909" y="1936140"/>
                </a:cubicBezTo>
                <a:cubicBezTo>
                  <a:pt x="2579900" y="1979049"/>
                  <a:pt x="2625771" y="1996805"/>
                  <a:pt x="2680517" y="1990888"/>
                </a:cubicBezTo>
                <a:cubicBezTo>
                  <a:pt x="2726388" y="1984968"/>
                  <a:pt x="2760419" y="1961294"/>
                  <a:pt x="2788533" y="1925783"/>
                </a:cubicBezTo>
                <a:cubicBezTo>
                  <a:pt x="2810728" y="1894709"/>
                  <a:pt x="2825525" y="1860677"/>
                  <a:pt x="2819605" y="1819246"/>
                </a:cubicBezTo>
                <a:cubicBezTo>
                  <a:pt x="2806288" y="1733424"/>
                  <a:pt x="2727868" y="1672759"/>
                  <a:pt x="2640566" y="1683116"/>
                </a:cubicBezTo>
                <a:cubicBezTo>
                  <a:pt x="2559555" y="1693104"/>
                  <a:pt x="2494357" y="1768844"/>
                  <a:pt x="2501155" y="1847914"/>
                </a:cubicBezTo>
                <a:close/>
                <a:moveTo>
                  <a:pt x="1615856" y="388573"/>
                </a:moveTo>
                <a:cubicBezTo>
                  <a:pt x="1614238" y="400757"/>
                  <a:pt x="1614238" y="412733"/>
                  <a:pt x="1615902" y="424478"/>
                </a:cubicBezTo>
                <a:cubicBezTo>
                  <a:pt x="1619231" y="447968"/>
                  <a:pt x="1629218" y="470533"/>
                  <a:pt x="1646234" y="491987"/>
                </a:cubicBezTo>
                <a:cubicBezTo>
                  <a:pt x="1663991" y="515662"/>
                  <a:pt x="1683228" y="534898"/>
                  <a:pt x="1709860" y="546735"/>
                </a:cubicBezTo>
                <a:cubicBezTo>
                  <a:pt x="1766088" y="573369"/>
                  <a:pt x="1850430" y="567450"/>
                  <a:pt x="1903696" y="491987"/>
                </a:cubicBezTo>
                <a:cubicBezTo>
                  <a:pt x="1922932" y="466833"/>
                  <a:pt x="1934769" y="440199"/>
                  <a:pt x="1934769" y="407647"/>
                </a:cubicBezTo>
                <a:cubicBezTo>
                  <a:pt x="1933290" y="361777"/>
                  <a:pt x="1915533" y="324785"/>
                  <a:pt x="1881501" y="292234"/>
                </a:cubicBezTo>
                <a:cubicBezTo>
                  <a:pt x="1803079" y="216771"/>
                  <a:pt x="1663991" y="249323"/>
                  <a:pt x="1625520" y="351419"/>
                </a:cubicBezTo>
                <a:cubicBezTo>
                  <a:pt x="1620711" y="363997"/>
                  <a:pt x="1617474" y="376389"/>
                  <a:pt x="1615856" y="388573"/>
                </a:cubicBezTo>
                <a:close/>
                <a:moveTo>
                  <a:pt x="1477368" y="1765238"/>
                </a:moveTo>
                <a:cubicBezTo>
                  <a:pt x="1477183" y="1761539"/>
                  <a:pt x="1477552" y="1757839"/>
                  <a:pt x="1477552" y="1754141"/>
                </a:cubicBezTo>
                <a:cubicBezTo>
                  <a:pt x="1477552" y="1197787"/>
                  <a:pt x="1477552" y="641435"/>
                  <a:pt x="1479032" y="86560"/>
                </a:cubicBezTo>
                <a:cubicBezTo>
                  <a:pt x="1479032" y="65844"/>
                  <a:pt x="1479032" y="46609"/>
                  <a:pt x="1479032" y="25892"/>
                </a:cubicBezTo>
                <a:cubicBezTo>
                  <a:pt x="1480512" y="738"/>
                  <a:pt x="1480512" y="738"/>
                  <a:pt x="1505666" y="738"/>
                </a:cubicBezTo>
                <a:cubicBezTo>
                  <a:pt x="1518983" y="738"/>
                  <a:pt x="1533780" y="-2219"/>
                  <a:pt x="1547097" y="3698"/>
                </a:cubicBezTo>
                <a:cubicBezTo>
                  <a:pt x="1643276" y="6658"/>
                  <a:pt x="1737974" y="21455"/>
                  <a:pt x="1832673" y="42169"/>
                </a:cubicBezTo>
                <a:cubicBezTo>
                  <a:pt x="1986558" y="74723"/>
                  <a:pt x="2134523" y="126512"/>
                  <a:pt x="2276571" y="197534"/>
                </a:cubicBezTo>
                <a:cubicBezTo>
                  <a:pt x="2420099" y="270037"/>
                  <a:pt x="2553269" y="358819"/>
                  <a:pt x="2674600" y="463873"/>
                </a:cubicBezTo>
                <a:cubicBezTo>
                  <a:pt x="2684960" y="472753"/>
                  <a:pt x="2695317" y="478670"/>
                  <a:pt x="2702714" y="490507"/>
                </a:cubicBezTo>
                <a:cubicBezTo>
                  <a:pt x="2708634" y="494947"/>
                  <a:pt x="2714551" y="500867"/>
                  <a:pt x="2720471" y="505304"/>
                </a:cubicBezTo>
                <a:cubicBezTo>
                  <a:pt x="2742665" y="524541"/>
                  <a:pt x="2741185" y="521581"/>
                  <a:pt x="2721951" y="540816"/>
                </a:cubicBezTo>
                <a:cubicBezTo>
                  <a:pt x="2716031" y="563012"/>
                  <a:pt x="2704194" y="574850"/>
                  <a:pt x="2682000" y="579287"/>
                </a:cubicBezTo>
                <a:cubicBezTo>
                  <a:pt x="2602097" y="660669"/>
                  <a:pt x="2520715" y="740572"/>
                  <a:pt x="2440815" y="821954"/>
                </a:cubicBezTo>
                <a:cubicBezTo>
                  <a:pt x="2430456" y="832311"/>
                  <a:pt x="2424538" y="833791"/>
                  <a:pt x="2414181" y="820474"/>
                </a:cubicBezTo>
                <a:cubicBezTo>
                  <a:pt x="2347596" y="737612"/>
                  <a:pt x="2239580" y="706540"/>
                  <a:pt x="2141923" y="743531"/>
                </a:cubicBezTo>
                <a:cubicBezTo>
                  <a:pt x="2042786" y="780523"/>
                  <a:pt x="1980638" y="875220"/>
                  <a:pt x="1983598" y="981756"/>
                </a:cubicBezTo>
                <a:cubicBezTo>
                  <a:pt x="1985078" y="1024667"/>
                  <a:pt x="1999875" y="1064619"/>
                  <a:pt x="2019109" y="1101610"/>
                </a:cubicBezTo>
                <a:cubicBezTo>
                  <a:pt x="2029469" y="1113447"/>
                  <a:pt x="2039826" y="1126764"/>
                  <a:pt x="2050183" y="1140081"/>
                </a:cubicBezTo>
                <a:cubicBezTo>
                  <a:pt x="2054623" y="1143041"/>
                  <a:pt x="2057581" y="1147478"/>
                  <a:pt x="2062020" y="1150438"/>
                </a:cubicBezTo>
                <a:cubicBezTo>
                  <a:pt x="2087175" y="1172633"/>
                  <a:pt x="2087175" y="1172633"/>
                  <a:pt x="2062020" y="1197787"/>
                </a:cubicBezTo>
                <a:cubicBezTo>
                  <a:pt x="1872624" y="1387185"/>
                  <a:pt x="1683228" y="1576582"/>
                  <a:pt x="1493829" y="1765978"/>
                </a:cubicBezTo>
                <a:cubicBezTo>
                  <a:pt x="1489392" y="1770418"/>
                  <a:pt x="1487912" y="1774856"/>
                  <a:pt x="1480512" y="1776335"/>
                </a:cubicBezTo>
                <a:cubicBezTo>
                  <a:pt x="1478294" y="1772636"/>
                  <a:pt x="1477554" y="1768937"/>
                  <a:pt x="1477368" y="1765238"/>
                </a:cubicBezTo>
                <a:close/>
                <a:moveTo>
                  <a:pt x="1424283" y="2140333"/>
                </a:moveTo>
                <a:cubicBezTo>
                  <a:pt x="1443520" y="2122576"/>
                  <a:pt x="1461274" y="2104822"/>
                  <a:pt x="1480511" y="2087065"/>
                </a:cubicBezTo>
                <a:cubicBezTo>
                  <a:pt x="1563371" y="2005683"/>
                  <a:pt x="1644753" y="1922823"/>
                  <a:pt x="1727613" y="1839961"/>
                </a:cubicBezTo>
                <a:cubicBezTo>
                  <a:pt x="1808995" y="1758581"/>
                  <a:pt x="1891858" y="1677198"/>
                  <a:pt x="1973238" y="1594336"/>
                </a:cubicBezTo>
                <a:cubicBezTo>
                  <a:pt x="1983597" y="1583979"/>
                  <a:pt x="1990994" y="1582499"/>
                  <a:pt x="2004311" y="1591379"/>
                </a:cubicBezTo>
                <a:cubicBezTo>
                  <a:pt x="2109368" y="1665361"/>
                  <a:pt x="2251416" y="1644645"/>
                  <a:pt x="2332796" y="1544028"/>
                </a:cubicBezTo>
                <a:cubicBezTo>
                  <a:pt x="2337236" y="1539590"/>
                  <a:pt x="2340195" y="1535151"/>
                  <a:pt x="2344633" y="1530711"/>
                </a:cubicBezTo>
                <a:cubicBezTo>
                  <a:pt x="2356470" y="1505557"/>
                  <a:pt x="2371267" y="1481882"/>
                  <a:pt x="2377187" y="1453768"/>
                </a:cubicBezTo>
                <a:cubicBezTo>
                  <a:pt x="2393464" y="1384225"/>
                  <a:pt x="2384584" y="1317640"/>
                  <a:pt x="2343153" y="1258452"/>
                </a:cubicBezTo>
                <a:cubicBezTo>
                  <a:pt x="2331316" y="1242178"/>
                  <a:pt x="2331316" y="1231820"/>
                  <a:pt x="2347593" y="1219981"/>
                </a:cubicBezTo>
                <a:cubicBezTo>
                  <a:pt x="2353513" y="1215544"/>
                  <a:pt x="2357950" y="1211104"/>
                  <a:pt x="2362390" y="1206664"/>
                </a:cubicBezTo>
                <a:cubicBezTo>
                  <a:pt x="2424535" y="1143039"/>
                  <a:pt x="2488161" y="1079413"/>
                  <a:pt x="2551786" y="1015788"/>
                </a:cubicBezTo>
                <a:cubicBezTo>
                  <a:pt x="2569543" y="998033"/>
                  <a:pt x="2585820" y="980277"/>
                  <a:pt x="2603575" y="962520"/>
                </a:cubicBezTo>
                <a:cubicBezTo>
                  <a:pt x="2606534" y="956602"/>
                  <a:pt x="2608014" y="949205"/>
                  <a:pt x="2613932" y="943285"/>
                </a:cubicBezTo>
                <a:cubicBezTo>
                  <a:pt x="2631689" y="925528"/>
                  <a:pt x="2649445" y="907774"/>
                  <a:pt x="2667200" y="890017"/>
                </a:cubicBezTo>
                <a:cubicBezTo>
                  <a:pt x="2677559" y="879660"/>
                  <a:pt x="2687917" y="879660"/>
                  <a:pt x="2696794" y="890017"/>
                </a:cubicBezTo>
                <a:cubicBezTo>
                  <a:pt x="2718988" y="913691"/>
                  <a:pt x="2739705" y="935888"/>
                  <a:pt x="2760419" y="961042"/>
                </a:cubicBezTo>
                <a:cubicBezTo>
                  <a:pt x="2764859" y="966959"/>
                  <a:pt x="2764859" y="974359"/>
                  <a:pt x="2766339" y="981756"/>
                </a:cubicBezTo>
                <a:cubicBezTo>
                  <a:pt x="2829964" y="1060179"/>
                  <a:pt x="2889150" y="1143039"/>
                  <a:pt x="2939458" y="1230341"/>
                </a:cubicBezTo>
                <a:cubicBezTo>
                  <a:pt x="2952775" y="1252535"/>
                  <a:pt x="2964613" y="1274729"/>
                  <a:pt x="2976450" y="1296924"/>
                </a:cubicBezTo>
                <a:cubicBezTo>
                  <a:pt x="3009004" y="1354632"/>
                  <a:pt x="3037118" y="1415297"/>
                  <a:pt x="3062272" y="1477443"/>
                </a:cubicBezTo>
                <a:cubicBezTo>
                  <a:pt x="3125897" y="1632807"/>
                  <a:pt x="3167326" y="1794092"/>
                  <a:pt x="3188043" y="1959814"/>
                </a:cubicBezTo>
                <a:cubicBezTo>
                  <a:pt x="3191002" y="1979049"/>
                  <a:pt x="3191002" y="1999765"/>
                  <a:pt x="3195440" y="2020480"/>
                </a:cubicBezTo>
                <a:cubicBezTo>
                  <a:pt x="3195440" y="2054511"/>
                  <a:pt x="3199880" y="2087065"/>
                  <a:pt x="3201360" y="2119617"/>
                </a:cubicBezTo>
                <a:cubicBezTo>
                  <a:pt x="3202840" y="2143293"/>
                  <a:pt x="3202840" y="2144773"/>
                  <a:pt x="3179163" y="2144773"/>
                </a:cubicBezTo>
                <a:cubicBezTo>
                  <a:pt x="2933541" y="2144773"/>
                  <a:pt x="2687917" y="2144773"/>
                  <a:pt x="2442292" y="2144773"/>
                </a:cubicBezTo>
                <a:cubicBezTo>
                  <a:pt x="2112326" y="2144773"/>
                  <a:pt x="1780881" y="2144773"/>
                  <a:pt x="1450917" y="2144773"/>
                </a:cubicBezTo>
                <a:cubicBezTo>
                  <a:pt x="1442040" y="2144773"/>
                  <a:pt x="1431680" y="2147731"/>
                  <a:pt x="1424283" y="2140333"/>
                </a:cubicBezTo>
                <a:close/>
                <a:moveTo>
                  <a:pt x="87779" y="1650933"/>
                </a:moveTo>
                <a:cubicBezTo>
                  <a:pt x="91108" y="1676827"/>
                  <a:pt x="102205" y="1701611"/>
                  <a:pt x="120701" y="1724546"/>
                </a:cubicBezTo>
                <a:cubicBezTo>
                  <a:pt x="162132" y="1776335"/>
                  <a:pt x="215400" y="1798529"/>
                  <a:pt x="280505" y="1785212"/>
                </a:cubicBezTo>
                <a:cubicBezTo>
                  <a:pt x="318977" y="1776335"/>
                  <a:pt x="348571" y="1754140"/>
                  <a:pt x="372245" y="1724546"/>
                </a:cubicBezTo>
                <a:cubicBezTo>
                  <a:pt x="398879" y="1691993"/>
                  <a:pt x="410716" y="1655001"/>
                  <a:pt x="404797" y="1612093"/>
                </a:cubicBezTo>
                <a:cubicBezTo>
                  <a:pt x="392959" y="1535150"/>
                  <a:pt x="320457" y="1473002"/>
                  <a:pt x="240554" y="1477442"/>
                </a:cubicBezTo>
                <a:cubicBezTo>
                  <a:pt x="175449" y="1481882"/>
                  <a:pt x="128100" y="1512954"/>
                  <a:pt x="101466" y="1570661"/>
                </a:cubicBezTo>
                <a:cubicBezTo>
                  <a:pt x="88889" y="1598036"/>
                  <a:pt x="84450" y="1625039"/>
                  <a:pt x="87779" y="1650933"/>
                </a:cubicBezTo>
                <a:close/>
                <a:moveTo>
                  <a:pt x="0" y="832939"/>
                </a:moveTo>
                <a:lnTo>
                  <a:pt x="0" y="803651"/>
                </a:lnTo>
                <a:lnTo>
                  <a:pt x="21564" y="784960"/>
                </a:lnTo>
                <a:cubicBezTo>
                  <a:pt x="61515" y="745009"/>
                  <a:pt x="105904" y="709498"/>
                  <a:pt x="151775" y="675466"/>
                </a:cubicBezTo>
                <a:cubicBezTo>
                  <a:pt x="295303" y="565970"/>
                  <a:pt x="452147" y="480150"/>
                  <a:pt x="620827" y="416525"/>
                </a:cubicBezTo>
                <a:cubicBezTo>
                  <a:pt x="774712" y="358817"/>
                  <a:pt x="931557" y="321825"/>
                  <a:pt x="1094321" y="304069"/>
                </a:cubicBezTo>
                <a:cubicBezTo>
                  <a:pt x="1126873" y="299631"/>
                  <a:pt x="1160904" y="295191"/>
                  <a:pt x="1193458" y="296671"/>
                </a:cubicBezTo>
                <a:cubicBezTo>
                  <a:pt x="1194938" y="296671"/>
                  <a:pt x="1194938" y="295191"/>
                  <a:pt x="1196418" y="295191"/>
                </a:cubicBezTo>
                <a:cubicBezTo>
                  <a:pt x="1197898" y="295191"/>
                  <a:pt x="1197898" y="295191"/>
                  <a:pt x="1199376" y="295191"/>
                </a:cubicBezTo>
                <a:cubicBezTo>
                  <a:pt x="1240807" y="284834"/>
                  <a:pt x="1248206" y="292231"/>
                  <a:pt x="1248206" y="336622"/>
                </a:cubicBezTo>
                <a:cubicBezTo>
                  <a:pt x="1248206" y="916651"/>
                  <a:pt x="1248206" y="1496679"/>
                  <a:pt x="1248206" y="2076706"/>
                </a:cubicBezTo>
                <a:cubicBezTo>
                  <a:pt x="1249686" y="2078186"/>
                  <a:pt x="1249686" y="2079666"/>
                  <a:pt x="1248206" y="2081145"/>
                </a:cubicBezTo>
                <a:cubicBezTo>
                  <a:pt x="1237847" y="2082625"/>
                  <a:pt x="1234889" y="2078186"/>
                  <a:pt x="1234889" y="2069308"/>
                </a:cubicBezTo>
                <a:cubicBezTo>
                  <a:pt x="1228970" y="2061911"/>
                  <a:pt x="1223052" y="2055991"/>
                  <a:pt x="1215653" y="2048594"/>
                </a:cubicBezTo>
                <a:cubicBezTo>
                  <a:pt x="984825" y="1817766"/>
                  <a:pt x="752518" y="1585459"/>
                  <a:pt x="521690" y="1354632"/>
                </a:cubicBezTo>
                <a:cubicBezTo>
                  <a:pt x="517251" y="1350192"/>
                  <a:pt x="514293" y="1345752"/>
                  <a:pt x="509853" y="1341315"/>
                </a:cubicBezTo>
                <a:cubicBezTo>
                  <a:pt x="521690" y="1332435"/>
                  <a:pt x="537967" y="1339835"/>
                  <a:pt x="549804" y="1333915"/>
                </a:cubicBezTo>
                <a:cubicBezTo>
                  <a:pt x="554244" y="1333915"/>
                  <a:pt x="558682" y="1333915"/>
                  <a:pt x="563121" y="1333915"/>
                </a:cubicBezTo>
                <a:cubicBezTo>
                  <a:pt x="563121" y="1323558"/>
                  <a:pt x="571999" y="1322078"/>
                  <a:pt x="579398" y="1319118"/>
                </a:cubicBezTo>
                <a:cubicBezTo>
                  <a:pt x="613430" y="1307281"/>
                  <a:pt x="644504" y="1291006"/>
                  <a:pt x="672616" y="1267330"/>
                </a:cubicBezTo>
                <a:cubicBezTo>
                  <a:pt x="690372" y="1252535"/>
                  <a:pt x="702209" y="1231818"/>
                  <a:pt x="718486" y="1215541"/>
                </a:cubicBezTo>
                <a:cubicBezTo>
                  <a:pt x="722924" y="1215541"/>
                  <a:pt x="727364" y="1212584"/>
                  <a:pt x="730323" y="1211104"/>
                </a:cubicBezTo>
                <a:cubicBezTo>
                  <a:pt x="742161" y="1185950"/>
                  <a:pt x="752518" y="1157836"/>
                  <a:pt x="758437" y="1129722"/>
                </a:cubicBezTo>
                <a:cubicBezTo>
                  <a:pt x="761395" y="1106047"/>
                  <a:pt x="761395" y="1082373"/>
                  <a:pt x="758437" y="1058699"/>
                </a:cubicBezTo>
                <a:cubicBezTo>
                  <a:pt x="749558" y="1018748"/>
                  <a:pt x="736241" y="980276"/>
                  <a:pt x="711087" y="947723"/>
                </a:cubicBezTo>
                <a:cubicBezTo>
                  <a:pt x="672616" y="900374"/>
                  <a:pt x="623787" y="869300"/>
                  <a:pt x="563121" y="858943"/>
                </a:cubicBezTo>
                <a:cubicBezTo>
                  <a:pt x="560162" y="858943"/>
                  <a:pt x="557202" y="857463"/>
                  <a:pt x="554244" y="855983"/>
                </a:cubicBezTo>
                <a:cubicBezTo>
                  <a:pt x="530568" y="853025"/>
                  <a:pt x="506893" y="853025"/>
                  <a:pt x="483219" y="855983"/>
                </a:cubicBezTo>
                <a:cubicBezTo>
                  <a:pt x="452147" y="861903"/>
                  <a:pt x="422554" y="869300"/>
                  <a:pt x="394440" y="887057"/>
                </a:cubicBezTo>
                <a:cubicBezTo>
                  <a:pt x="318977" y="934406"/>
                  <a:pt x="280506" y="1002471"/>
                  <a:pt x="277546" y="1089771"/>
                </a:cubicBezTo>
                <a:cubicBezTo>
                  <a:pt x="277546" y="1092730"/>
                  <a:pt x="277546" y="1095690"/>
                  <a:pt x="277546" y="1098650"/>
                </a:cubicBezTo>
                <a:cubicBezTo>
                  <a:pt x="276066" y="1098650"/>
                  <a:pt x="276066" y="1100128"/>
                  <a:pt x="273106" y="1106047"/>
                </a:cubicBezTo>
                <a:close/>
                <a:moveTo>
                  <a:pt x="0" y="2144087"/>
                </a:moveTo>
                <a:lnTo>
                  <a:pt x="0" y="958944"/>
                </a:lnTo>
                <a:lnTo>
                  <a:pt x="2327" y="961039"/>
                </a:lnTo>
                <a:cubicBezTo>
                  <a:pt x="369285" y="1326517"/>
                  <a:pt x="734761" y="1693473"/>
                  <a:pt x="1104679" y="2057470"/>
                </a:cubicBezTo>
                <a:cubicBezTo>
                  <a:pt x="1109116" y="2063390"/>
                  <a:pt x="1113556" y="2067828"/>
                  <a:pt x="1117996" y="2072267"/>
                </a:cubicBezTo>
                <a:cubicBezTo>
                  <a:pt x="1122433" y="2076705"/>
                  <a:pt x="1123913" y="2082625"/>
                  <a:pt x="1120953" y="2088544"/>
                </a:cubicBezTo>
                <a:cubicBezTo>
                  <a:pt x="1135750" y="2101861"/>
                  <a:pt x="1147587" y="2118136"/>
                  <a:pt x="1163864" y="2128493"/>
                </a:cubicBezTo>
                <a:cubicBezTo>
                  <a:pt x="1174222" y="2128493"/>
                  <a:pt x="1178661" y="2132933"/>
                  <a:pt x="1175701" y="2143290"/>
                </a:cubicBezTo>
                <a:cubicBezTo>
                  <a:pt x="1168304" y="2150690"/>
                  <a:pt x="1157947" y="2147730"/>
                  <a:pt x="1147587" y="2147730"/>
                </a:cubicBezTo>
                <a:cubicBezTo>
                  <a:pt x="801346" y="2147730"/>
                  <a:pt x="456585" y="2147730"/>
                  <a:pt x="110344" y="2147730"/>
                </a:cubicBezTo>
                <a:cubicBezTo>
                  <a:pt x="77792" y="2147730"/>
                  <a:pt x="45238" y="2147730"/>
                  <a:pt x="12687" y="214773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701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97073889-D6DF-4C92-948B-7A57C91C6439}"/>
              </a:ext>
            </a:extLst>
          </p:cNvPr>
          <p:cNvSpPr/>
          <p:nvPr userDrawn="1"/>
        </p:nvSpPr>
        <p:spPr>
          <a:xfrm flipH="1">
            <a:off x="10564162" y="5765800"/>
            <a:ext cx="1627837" cy="1092200"/>
          </a:xfrm>
          <a:custGeom>
            <a:avLst/>
            <a:gdLst>
              <a:gd name="connsiteX0" fmla="*/ 2501155 w 3201892"/>
              <a:gd name="connsiteY0" fmla="*/ 1847914 h 2148314"/>
              <a:gd name="connsiteX1" fmla="*/ 2534032 w 3201892"/>
              <a:gd name="connsiteY1" fmla="*/ 1925783 h 2148314"/>
              <a:gd name="connsiteX2" fmla="*/ 2542909 w 3201892"/>
              <a:gd name="connsiteY2" fmla="*/ 1936140 h 2148314"/>
              <a:gd name="connsiteX3" fmla="*/ 2680517 w 3201892"/>
              <a:gd name="connsiteY3" fmla="*/ 1990888 h 2148314"/>
              <a:gd name="connsiteX4" fmla="*/ 2788533 w 3201892"/>
              <a:gd name="connsiteY4" fmla="*/ 1925783 h 2148314"/>
              <a:gd name="connsiteX5" fmla="*/ 2819605 w 3201892"/>
              <a:gd name="connsiteY5" fmla="*/ 1819246 h 2148314"/>
              <a:gd name="connsiteX6" fmla="*/ 2640566 w 3201892"/>
              <a:gd name="connsiteY6" fmla="*/ 1683116 h 2148314"/>
              <a:gd name="connsiteX7" fmla="*/ 2501155 w 3201892"/>
              <a:gd name="connsiteY7" fmla="*/ 1847914 h 2148314"/>
              <a:gd name="connsiteX8" fmla="*/ 1615856 w 3201892"/>
              <a:gd name="connsiteY8" fmla="*/ 388573 h 2148314"/>
              <a:gd name="connsiteX9" fmla="*/ 1615902 w 3201892"/>
              <a:gd name="connsiteY9" fmla="*/ 424478 h 2148314"/>
              <a:gd name="connsiteX10" fmla="*/ 1646234 w 3201892"/>
              <a:gd name="connsiteY10" fmla="*/ 491987 h 2148314"/>
              <a:gd name="connsiteX11" fmla="*/ 1709860 w 3201892"/>
              <a:gd name="connsiteY11" fmla="*/ 546735 h 2148314"/>
              <a:gd name="connsiteX12" fmla="*/ 1903696 w 3201892"/>
              <a:gd name="connsiteY12" fmla="*/ 491987 h 2148314"/>
              <a:gd name="connsiteX13" fmla="*/ 1934769 w 3201892"/>
              <a:gd name="connsiteY13" fmla="*/ 407647 h 2148314"/>
              <a:gd name="connsiteX14" fmla="*/ 1881501 w 3201892"/>
              <a:gd name="connsiteY14" fmla="*/ 292234 h 2148314"/>
              <a:gd name="connsiteX15" fmla="*/ 1625520 w 3201892"/>
              <a:gd name="connsiteY15" fmla="*/ 351419 h 2148314"/>
              <a:gd name="connsiteX16" fmla="*/ 1615856 w 3201892"/>
              <a:gd name="connsiteY16" fmla="*/ 388573 h 2148314"/>
              <a:gd name="connsiteX17" fmla="*/ 1477368 w 3201892"/>
              <a:gd name="connsiteY17" fmla="*/ 1765238 h 2148314"/>
              <a:gd name="connsiteX18" fmla="*/ 1477552 w 3201892"/>
              <a:gd name="connsiteY18" fmla="*/ 1754141 h 2148314"/>
              <a:gd name="connsiteX19" fmla="*/ 1479032 w 3201892"/>
              <a:gd name="connsiteY19" fmla="*/ 86560 h 2148314"/>
              <a:gd name="connsiteX20" fmla="*/ 1479032 w 3201892"/>
              <a:gd name="connsiteY20" fmla="*/ 25892 h 2148314"/>
              <a:gd name="connsiteX21" fmla="*/ 1505666 w 3201892"/>
              <a:gd name="connsiteY21" fmla="*/ 738 h 2148314"/>
              <a:gd name="connsiteX22" fmla="*/ 1547097 w 3201892"/>
              <a:gd name="connsiteY22" fmla="*/ 3698 h 2148314"/>
              <a:gd name="connsiteX23" fmla="*/ 1832673 w 3201892"/>
              <a:gd name="connsiteY23" fmla="*/ 42169 h 2148314"/>
              <a:gd name="connsiteX24" fmla="*/ 2276571 w 3201892"/>
              <a:gd name="connsiteY24" fmla="*/ 197534 h 2148314"/>
              <a:gd name="connsiteX25" fmla="*/ 2674600 w 3201892"/>
              <a:gd name="connsiteY25" fmla="*/ 463873 h 2148314"/>
              <a:gd name="connsiteX26" fmla="*/ 2702714 w 3201892"/>
              <a:gd name="connsiteY26" fmla="*/ 490507 h 2148314"/>
              <a:gd name="connsiteX27" fmla="*/ 2720471 w 3201892"/>
              <a:gd name="connsiteY27" fmla="*/ 505304 h 2148314"/>
              <a:gd name="connsiteX28" fmla="*/ 2721951 w 3201892"/>
              <a:gd name="connsiteY28" fmla="*/ 540816 h 2148314"/>
              <a:gd name="connsiteX29" fmla="*/ 2682000 w 3201892"/>
              <a:gd name="connsiteY29" fmla="*/ 579287 h 2148314"/>
              <a:gd name="connsiteX30" fmla="*/ 2440815 w 3201892"/>
              <a:gd name="connsiteY30" fmla="*/ 821954 h 2148314"/>
              <a:gd name="connsiteX31" fmla="*/ 2414181 w 3201892"/>
              <a:gd name="connsiteY31" fmla="*/ 820474 h 2148314"/>
              <a:gd name="connsiteX32" fmla="*/ 2141923 w 3201892"/>
              <a:gd name="connsiteY32" fmla="*/ 743531 h 2148314"/>
              <a:gd name="connsiteX33" fmla="*/ 1983598 w 3201892"/>
              <a:gd name="connsiteY33" fmla="*/ 981756 h 2148314"/>
              <a:gd name="connsiteX34" fmla="*/ 2019109 w 3201892"/>
              <a:gd name="connsiteY34" fmla="*/ 1101610 h 2148314"/>
              <a:gd name="connsiteX35" fmla="*/ 2050183 w 3201892"/>
              <a:gd name="connsiteY35" fmla="*/ 1140081 h 2148314"/>
              <a:gd name="connsiteX36" fmla="*/ 2062020 w 3201892"/>
              <a:gd name="connsiteY36" fmla="*/ 1150438 h 2148314"/>
              <a:gd name="connsiteX37" fmla="*/ 2062020 w 3201892"/>
              <a:gd name="connsiteY37" fmla="*/ 1197787 h 2148314"/>
              <a:gd name="connsiteX38" fmla="*/ 1493829 w 3201892"/>
              <a:gd name="connsiteY38" fmla="*/ 1765978 h 2148314"/>
              <a:gd name="connsiteX39" fmla="*/ 1480512 w 3201892"/>
              <a:gd name="connsiteY39" fmla="*/ 1776335 h 2148314"/>
              <a:gd name="connsiteX40" fmla="*/ 1477368 w 3201892"/>
              <a:gd name="connsiteY40" fmla="*/ 1765238 h 2148314"/>
              <a:gd name="connsiteX41" fmla="*/ 1424283 w 3201892"/>
              <a:gd name="connsiteY41" fmla="*/ 2140333 h 2148314"/>
              <a:gd name="connsiteX42" fmla="*/ 1480511 w 3201892"/>
              <a:gd name="connsiteY42" fmla="*/ 2087065 h 2148314"/>
              <a:gd name="connsiteX43" fmla="*/ 1727613 w 3201892"/>
              <a:gd name="connsiteY43" fmla="*/ 1839961 h 2148314"/>
              <a:gd name="connsiteX44" fmla="*/ 1973238 w 3201892"/>
              <a:gd name="connsiteY44" fmla="*/ 1594336 h 2148314"/>
              <a:gd name="connsiteX45" fmla="*/ 2004311 w 3201892"/>
              <a:gd name="connsiteY45" fmla="*/ 1591379 h 2148314"/>
              <a:gd name="connsiteX46" fmla="*/ 2332796 w 3201892"/>
              <a:gd name="connsiteY46" fmla="*/ 1544028 h 2148314"/>
              <a:gd name="connsiteX47" fmla="*/ 2344633 w 3201892"/>
              <a:gd name="connsiteY47" fmla="*/ 1530711 h 2148314"/>
              <a:gd name="connsiteX48" fmla="*/ 2377187 w 3201892"/>
              <a:gd name="connsiteY48" fmla="*/ 1453768 h 2148314"/>
              <a:gd name="connsiteX49" fmla="*/ 2343153 w 3201892"/>
              <a:gd name="connsiteY49" fmla="*/ 1258452 h 2148314"/>
              <a:gd name="connsiteX50" fmla="*/ 2347593 w 3201892"/>
              <a:gd name="connsiteY50" fmla="*/ 1219981 h 2148314"/>
              <a:gd name="connsiteX51" fmla="*/ 2362390 w 3201892"/>
              <a:gd name="connsiteY51" fmla="*/ 1206664 h 2148314"/>
              <a:gd name="connsiteX52" fmla="*/ 2551786 w 3201892"/>
              <a:gd name="connsiteY52" fmla="*/ 1015788 h 2148314"/>
              <a:gd name="connsiteX53" fmla="*/ 2603575 w 3201892"/>
              <a:gd name="connsiteY53" fmla="*/ 962520 h 2148314"/>
              <a:gd name="connsiteX54" fmla="*/ 2613932 w 3201892"/>
              <a:gd name="connsiteY54" fmla="*/ 943285 h 2148314"/>
              <a:gd name="connsiteX55" fmla="*/ 2667200 w 3201892"/>
              <a:gd name="connsiteY55" fmla="*/ 890017 h 2148314"/>
              <a:gd name="connsiteX56" fmla="*/ 2696794 w 3201892"/>
              <a:gd name="connsiteY56" fmla="*/ 890017 h 2148314"/>
              <a:gd name="connsiteX57" fmla="*/ 2760419 w 3201892"/>
              <a:gd name="connsiteY57" fmla="*/ 961042 h 2148314"/>
              <a:gd name="connsiteX58" fmla="*/ 2766339 w 3201892"/>
              <a:gd name="connsiteY58" fmla="*/ 981756 h 2148314"/>
              <a:gd name="connsiteX59" fmla="*/ 2939458 w 3201892"/>
              <a:gd name="connsiteY59" fmla="*/ 1230341 h 2148314"/>
              <a:gd name="connsiteX60" fmla="*/ 2976450 w 3201892"/>
              <a:gd name="connsiteY60" fmla="*/ 1296924 h 2148314"/>
              <a:gd name="connsiteX61" fmla="*/ 3062272 w 3201892"/>
              <a:gd name="connsiteY61" fmla="*/ 1477443 h 2148314"/>
              <a:gd name="connsiteX62" fmla="*/ 3188043 w 3201892"/>
              <a:gd name="connsiteY62" fmla="*/ 1959814 h 2148314"/>
              <a:gd name="connsiteX63" fmla="*/ 3195440 w 3201892"/>
              <a:gd name="connsiteY63" fmla="*/ 2020480 h 2148314"/>
              <a:gd name="connsiteX64" fmla="*/ 3201360 w 3201892"/>
              <a:gd name="connsiteY64" fmla="*/ 2119617 h 2148314"/>
              <a:gd name="connsiteX65" fmla="*/ 3179163 w 3201892"/>
              <a:gd name="connsiteY65" fmla="*/ 2144773 h 2148314"/>
              <a:gd name="connsiteX66" fmla="*/ 2442292 w 3201892"/>
              <a:gd name="connsiteY66" fmla="*/ 2144773 h 2148314"/>
              <a:gd name="connsiteX67" fmla="*/ 1450917 w 3201892"/>
              <a:gd name="connsiteY67" fmla="*/ 2144773 h 2148314"/>
              <a:gd name="connsiteX68" fmla="*/ 1424283 w 3201892"/>
              <a:gd name="connsiteY68" fmla="*/ 2140333 h 2148314"/>
              <a:gd name="connsiteX69" fmla="*/ 87779 w 3201892"/>
              <a:gd name="connsiteY69" fmla="*/ 1650933 h 2148314"/>
              <a:gd name="connsiteX70" fmla="*/ 120701 w 3201892"/>
              <a:gd name="connsiteY70" fmla="*/ 1724546 h 2148314"/>
              <a:gd name="connsiteX71" fmla="*/ 280505 w 3201892"/>
              <a:gd name="connsiteY71" fmla="*/ 1785212 h 2148314"/>
              <a:gd name="connsiteX72" fmla="*/ 372245 w 3201892"/>
              <a:gd name="connsiteY72" fmla="*/ 1724546 h 2148314"/>
              <a:gd name="connsiteX73" fmla="*/ 404797 w 3201892"/>
              <a:gd name="connsiteY73" fmla="*/ 1612093 h 2148314"/>
              <a:gd name="connsiteX74" fmla="*/ 240554 w 3201892"/>
              <a:gd name="connsiteY74" fmla="*/ 1477442 h 2148314"/>
              <a:gd name="connsiteX75" fmla="*/ 101466 w 3201892"/>
              <a:gd name="connsiteY75" fmla="*/ 1570661 h 2148314"/>
              <a:gd name="connsiteX76" fmla="*/ 87779 w 3201892"/>
              <a:gd name="connsiteY76" fmla="*/ 1650933 h 2148314"/>
              <a:gd name="connsiteX77" fmla="*/ 0 w 3201892"/>
              <a:gd name="connsiteY77" fmla="*/ 832939 h 2148314"/>
              <a:gd name="connsiteX78" fmla="*/ 0 w 3201892"/>
              <a:gd name="connsiteY78" fmla="*/ 803651 h 2148314"/>
              <a:gd name="connsiteX79" fmla="*/ 21564 w 3201892"/>
              <a:gd name="connsiteY79" fmla="*/ 784960 h 2148314"/>
              <a:gd name="connsiteX80" fmla="*/ 151775 w 3201892"/>
              <a:gd name="connsiteY80" fmla="*/ 675466 h 2148314"/>
              <a:gd name="connsiteX81" fmla="*/ 620827 w 3201892"/>
              <a:gd name="connsiteY81" fmla="*/ 416525 h 2148314"/>
              <a:gd name="connsiteX82" fmla="*/ 1094321 w 3201892"/>
              <a:gd name="connsiteY82" fmla="*/ 304069 h 2148314"/>
              <a:gd name="connsiteX83" fmla="*/ 1193458 w 3201892"/>
              <a:gd name="connsiteY83" fmla="*/ 296671 h 2148314"/>
              <a:gd name="connsiteX84" fmla="*/ 1196418 w 3201892"/>
              <a:gd name="connsiteY84" fmla="*/ 295191 h 2148314"/>
              <a:gd name="connsiteX85" fmla="*/ 1199376 w 3201892"/>
              <a:gd name="connsiteY85" fmla="*/ 295191 h 2148314"/>
              <a:gd name="connsiteX86" fmla="*/ 1248206 w 3201892"/>
              <a:gd name="connsiteY86" fmla="*/ 336622 h 2148314"/>
              <a:gd name="connsiteX87" fmla="*/ 1248206 w 3201892"/>
              <a:gd name="connsiteY87" fmla="*/ 2076706 h 2148314"/>
              <a:gd name="connsiteX88" fmla="*/ 1248206 w 3201892"/>
              <a:gd name="connsiteY88" fmla="*/ 2081145 h 2148314"/>
              <a:gd name="connsiteX89" fmla="*/ 1234889 w 3201892"/>
              <a:gd name="connsiteY89" fmla="*/ 2069308 h 2148314"/>
              <a:gd name="connsiteX90" fmla="*/ 1215653 w 3201892"/>
              <a:gd name="connsiteY90" fmla="*/ 2048594 h 2148314"/>
              <a:gd name="connsiteX91" fmla="*/ 521690 w 3201892"/>
              <a:gd name="connsiteY91" fmla="*/ 1354632 h 2148314"/>
              <a:gd name="connsiteX92" fmla="*/ 509853 w 3201892"/>
              <a:gd name="connsiteY92" fmla="*/ 1341315 h 2148314"/>
              <a:gd name="connsiteX93" fmla="*/ 549804 w 3201892"/>
              <a:gd name="connsiteY93" fmla="*/ 1333915 h 2148314"/>
              <a:gd name="connsiteX94" fmla="*/ 563121 w 3201892"/>
              <a:gd name="connsiteY94" fmla="*/ 1333915 h 2148314"/>
              <a:gd name="connsiteX95" fmla="*/ 579398 w 3201892"/>
              <a:gd name="connsiteY95" fmla="*/ 1319118 h 2148314"/>
              <a:gd name="connsiteX96" fmla="*/ 672616 w 3201892"/>
              <a:gd name="connsiteY96" fmla="*/ 1267330 h 2148314"/>
              <a:gd name="connsiteX97" fmla="*/ 718486 w 3201892"/>
              <a:gd name="connsiteY97" fmla="*/ 1215541 h 2148314"/>
              <a:gd name="connsiteX98" fmla="*/ 730323 w 3201892"/>
              <a:gd name="connsiteY98" fmla="*/ 1211104 h 2148314"/>
              <a:gd name="connsiteX99" fmla="*/ 758437 w 3201892"/>
              <a:gd name="connsiteY99" fmla="*/ 1129722 h 2148314"/>
              <a:gd name="connsiteX100" fmla="*/ 758437 w 3201892"/>
              <a:gd name="connsiteY100" fmla="*/ 1058699 h 2148314"/>
              <a:gd name="connsiteX101" fmla="*/ 711087 w 3201892"/>
              <a:gd name="connsiteY101" fmla="*/ 947723 h 2148314"/>
              <a:gd name="connsiteX102" fmla="*/ 563121 w 3201892"/>
              <a:gd name="connsiteY102" fmla="*/ 858943 h 2148314"/>
              <a:gd name="connsiteX103" fmla="*/ 554244 w 3201892"/>
              <a:gd name="connsiteY103" fmla="*/ 855983 h 2148314"/>
              <a:gd name="connsiteX104" fmla="*/ 483219 w 3201892"/>
              <a:gd name="connsiteY104" fmla="*/ 855983 h 2148314"/>
              <a:gd name="connsiteX105" fmla="*/ 394440 w 3201892"/>
              <a:gd name="connsiteY105" fmla="*/ 887057 h 2148314"/>
              <a:gd name="connsiteX106" fmla="*/ 277546 w 3201892"/>
              <a:gd name="connsiteY106" fmla="*/ 1089771 h 2148314"/>
              <a:gd name="connsiteX107" fmla="*/ 277546 w 3201892"/>
              <a:gd name="connsiteY107" fmla="*/ 1098650 h 2148314"/>
              <a:gd name="connsiteX108" fmla="*/ 273106 w 3201892"/>
              <a:gd name="connsiteY108" fmla="*/ 1106047 h 2148314"/>
              <a:gd name="connsiteX109" fmla="*/ 0 w 3201892"/>
              <a:gd name="connsiteY109" fmla="*/ 2144087 h 2148314"/>
              <a:gd name="connsiteX110" fmla="*/ 0 w 3201892"/>
              <a:gd name="connsiteY110" fmla="*/ 958944 h 2148314"/>
              <a:gd name="connsiteX111" fmla="*/ 2327 w 3201892"/>
              <a:gd name="connsiteY111" fmla="*/ 961039 h 2148314"/>
              <a:gd name="connsiteX112" fmla="*/ 1104679 w 3201892"/>
              <a:gd name="connsiteY112" fmla="*/ 2057470 h 2148314"/>
              <a:gd name="connsiteX113" fmla="*/ 1117996 w 3201892"/>
              <a:gd name="connsiteY113" fmla="*/ 2072267 h 2148314"/>
              <a:gd name="connsiteX114" fmla="*/ 1120953 w 3201892"/>
              <a:gd name="connsiteY114" fmla="*/ 2088544 h 2148314"/>
              <a:gd name="connsiteX115" fmla="*/ 1163864 w 3201892"/>
              <a:gd name="connsiteY115" fmla="*/ 2128493 h 2148314"/>
              <a:gd name="connsiteX116" fmla="*/ 1175701 w 3201892"/>
              <a:gd name="connsiteY116" fmla="*/ 2143290 h 2148314"/>
              <a:gd name="connsiteX117" fmla="*/ 1147587 w 3201892"/>
              <a:gd name="connsiteY117" fmla="*/ 2147730 h 2148314"/>
              <a:gd name="connsiteX118" fmla="*/ 110344 w 3201892"/>
              <a:gd name="connsiteY118" fmla="*/ 2147730 h 2148314"/>
              <a:gd name="connsiteX119" fmla="*/ 12687 w 3201892"/>
              <a:gd name="connsiteY119" fmla="*/ 2147730 h 214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201892" h="2148314">
                <a:moveTo>
                  <a:pt x="2501155" y="1847914"/>
                </a:moveTo>
                <a:cubicBezTo>
                  <a:pt x="2503421" y="1874271"/>
                  <a:pt x="2513686" y="1900998"/>
                  <a:pt x="2534032" y="1925783"/>
                </a:cubicBezTo>
                <a:cubicBezTo>
                  <a:pt x="2536989" y="1928740"/>
                  <a:pt x="2539949" y="1933180"/>
                  <a:pt x="2542909" y="1936140"/>
                </a:cubicBezTo>
                <a:cubicBezTo>
                  <a:pt x="2579900" y="1979049"/>
                  <a:pt x="2625771" y="1996805"/>
                  <a:pt x="2680517" y="1990888"/>
                </a:cubicBezTo>
                <a:cubicBezTo>
                  <a:pt x="2726388" y="1984968"/>
                  <a:pt x="2760419" y="1961294"/>
                  <a:pt x="2788533" y="1925783"/>
                </a:cubicBezTo>
                <a:cubicBezTo>
                  <a:pt x="2810728" y="1894709"/>
                  <a:pt x="2825525" y="1860677"/>
                  <a:pt x="2819605" y="1819246"/>
                </a:cubicBezTo>
                <a:cubicBezTo>
                  <a:pt x="2806288" y="1733424"/>
                  <a:pt x="2727868" y="1672759"/>
                  <a:pt x="2640566" y="1683116"/>
                </a:cubicBezTo>
                <a:cubicBezTo>
                  <a:pt x="2559555" y="1693104"/>
                  <a:pt x="2494357" y="1768844"/>
                  <a:pt x="2501155" y="1847914"/>
                </a:cubicBezTo>
                <a:close/>
                <a:moveTo>
                  <a:pt x="1615856" y="388573"/>
                </a:moveTo>
                <a:cubicBezTo>
                  <a:pt x="1614238" y="400757"/>
                  <a:pt x="1614238" y="412733"/>
                  <a:pt x="1615902" y="424478"/>
                </a:cubicBezTo>
                <a:cubicBezTo>
                  <a:pt x="1619231" y="447968"/>
                  <a:pt x="1629218" y="470533"/>
                  <a:pt x="1646234" y="491987"/>
                </a:cubicBezTo>
                <a:cubicBezTo>
                  <a:pt x="1663991" y="515662"/>
                  <a:pt x="1683228" y="534898"/>
                  <a:pt x="1709860" y="546735"/>
                </a:cubicBezTo>
                <a:cubicBezTo>
                  <a:pt x="1766088" y="573369"/>
                  <a:pt x="1850430" y="567450"/>
                  <a:pt x="1903696" y="491987"/>
                </a:cubicBezTo>
                <a:cubicBezTo>
                  <a:pt x="1922932" y="466833"/>
                  <a:pt x="1934769" y="440199"/>
                  <a:pt x="1934769" y="407647"/>
                </a:cubicBezTo>
                <a:cubicBezTo>
                  <a:pt x="1933290" y="361777"/>
                  <a:pt x="1915533" y="324785"/>
                  <a:pt x="1881501" y="292234"/>
                </a:cubicBezTo>
                <a:cubicBezTo>
                  <a:pt x="1803079" y="216771"/>
                  <a:pt x="1663991" y="249323"/>
                  <a:pt x="1625520" y="351419"/>
                </a:cubicBezTo>
                <a:cubicBezTo>
                  <a:pt x="1620711" y="363997"/>
                  <a:pt x="1617474" y="376389"/>
                  <a:pt x="1615856" y="388573"/>
                </a:cubicBezTo>
                <a:close/>
                <a:moveTo>
                  <a:pt x="1477368" y="1765238"/>
                </a:moveTo>
                <a:cubicBezTo>
                  <a:pt x="1477183" y="1761539"/>
                  <a:pt x="1477552" y="1757839"/>
                  <a:pt x="1477552" y="1754141"/>
                </a:cubicBezTo>
                <a:cubicBezTo>
                  <a:pt x="1477552" y="1197787"/>
                  <a:pt x="1477552" y="641435"/>
                  <a:pt x="1479032" y="86560"/>
                </a:cubicBezTo>
                <a:cubicBezTo>
                  <a:pt x="1479032" y="65844"/>
                  <a:pt x="1479032" y="46609"/>
                  <a:pt x="1479032" y="25892"/>
                </a:cubicBezTo>
                <a:cubicBezTo>
                  <a:pt x="1480512" y="738"/>
                  <a:pt x="1480512" y="738"/>
                  <a:pt x="1505666" y="738"/>
                </a:cubicBezTo>
                <a:cubicBezTo>
                  <a:pt x="1518983" y="738"/>
                  <a:pt x="1533780" y="-2219"/>
                  <a:pt x="1547097" y="3698"/>
                </a:cubicBezTo>
                <a:cubicBezTo>
                  <a:pt x="1643276" y="6658"/>
                  <a:pt x="1737974" y="21455"/>
                  <a:pt x="1832673" y="42169"/>
                </a:cubicBezTo>
                <a:cubicBezTo>
                  <a:pt x="1986558" y="74723"/>
                  <a:pt x="2134523" y="126512"/>
                  <a:pt x="2276571" y="197534"/>
                </a:cubicBezTo>
                <a:cubicBezTo>
                  <a:pt x="2420099" y="270037"/>
                  <a:pt x="2553269" y="358819"/>
                  <a:pt x="2674600" y="463873"/>
                </a:cubicBezTo>
                <a:cubicBezTo>
                  <a:pt x="2684960" y="472753"/>
                  <a:pt x="2695317" y="478670"/>
                  <a:pt x="2702714" y="490507"/>
                </a:cubicBezTo>
                <a:cubicBezTo>
                  <a:pt x="2708634" y="494947"/>
                  <a:pt x="2714551" y="500867"/>
                  <a:pt x="2720471" y="505304"/>
                </a:cubicBezTo>
                <a:cubicBezTo>
                  <a:pt x="2742665" y="524541"/>
                  <a:pt x="2741185" y="521581"/>
                  <a:pt x="2721951" y="540816"/>
                </a:cubicBezTo>
                <a:cubicBezTo>
                  <a:pt x="2716031" y="563012"/>
                  <a:pt x="2704194" y="574850"/>
                  <a:pt x="2682000" y="579287"/>
                </a:cubicBezTo>
                <a:cubicBezTo>
                  <a:pt x="2602097" y="660669"/>
                  <a:pt x="2520715" y="740572"/>
                  <a:pt x="2440815" y="821954"/>
                </a:cubicBezTo>
                <a:cubicBezTo>
                  <a:pt x="2430456" y="832311"/>
                  <a:pt x="2424538" y="833791"/>
                  <a:pt x="2414181" y="820474"/>
                </a:cubicBezTo>
                <a:cubicBezTo>
                  <a:pt x="2347596" y="737612"/>
                  <a:pt x="2239580" y="706540"/>
                  <a:pt x="2141923" y="743531"/>
                </a:cubicBezTo>
                <a:cubicBezTo>
                  <a:pt x="2042786" y="780523"/>
                  <a:pt x="1980638" y="875220"/>
                  <a:pt x="1983598" y="981756"/>
                </a:cubicBezTo>
                <a:cubicBezTo>
                  <a:pt x="1985078" y="1024667"/>
                  <a:pt x="1999875" y="1064619"/>
                  <a:pt x="2019109" y="1101610"/>
                </a:cubicBezTo>
                <a:cubicBezTo>
                  <a:pt x="2029469" y="1113447"/>
                  <a:pt x="2039826" y="1126764"/>
                  <a:pt x="2050183" y="1140081"/>
                </a:cubicBezTo>
                <a:cubicBezTo>
                  <a:pt x="2054623" y="1143041"/>
                  <a:pt x="2057581" y="1147478"/>
                  <a:pt x="2062020" y="1150438"/>
                </a:cubicBezTo>
                <a:cubicBezTo>
                  <a:pt x="2087175" y="1172633"/>
                  <a:pt x="2087175" y="1172633"/>
                  <a:pt x="2062020" y="1197787"/>
                </a:cubicBezTo>
                <a:cubicBezTo>
                  <a:pt x="1872624" y="1387185"/>
                  <a:pt x="1683228" y="1576582"/>
                  <a:pt x="1493829" y="1765978"/>
                </a:cubicBezTo>
                <a:cubicBezTo>
                  <a:pt x="1489392" y="1770418"/>
                  <a:pt x="1487912" y="1774856"/>
                  <a:pt x="1480512" y="1776335"/>
                </a:cubicBezTo>
                <a:cubicBezTo>
                  <a:pt x="1478294" y="1772636"/>
                  <a:pt x="1477554" y="1768937"/>
                  <a:pt x="1477368" y="1765238"/>
                </a:cubicBezTo>
                <a:close/>
                <a:moveTo>
                  <a:pt x="1424283" y="2140333"/>
                </a:moveTo>
                <a:cubicBezTo>
                  <a:pt x="1443520" y="2122576"/>
                  <a:pt x="1461274" y="2104822"/>
                  <a:pt x="1480511" y="2087065"/>
                </a:cubicBezTo>
                <a:cubicBezTo>
                  <a:pt x="1563371" y="2005683"/>
                  <a:pt x="1644753" y="1922823"/>
                  <a:pt x="1727613" y="1839961"/>
                </a:cubicBezTo>
                <a:cubicBezTo>
                  <a:pt x="1808995" y="1758581"/>
                  <a:pt x="1891858" y="1677198"/>
                  <a:pt x="1973238" y="1594336"/>
                </a:cubicBezTo>
                <a:cubicBezTo>
                  <a:pt x="1983597" y="1583979"/>
                  <a:pt x="1990994" y="1582499"/>
                  <a:pt x="2004311" y="1591379"/>
                </a:cubicBezTo>
                <a:cubicBezTo>
                  <a:pt x="2109368" y="1665361"/>
                  <a:pt x="2251416" y="1644645"/>
                  <a:pt x="2332796" y="1544028"/>
                </a:cubicBezTo>
                <a:cubicBezTo>
                  <a:pt x="2337236" y="1539590"/>
                  <a:pt x="2340195" y="1535151"/>
                  <a:pt x="2344633" y="1530711"/>
                </a:cubicBezTo>
                <a:cubicBezTo>
                  <a:pt x="2356470" y="1505557"/>
                  <a:pt x="2371267" y="1481882"/>
                  <a:pt x="2377187" y="1453768"/>
                </a:cubicBezTo>
                <a:cubicBezTo>
                  <a:pt x="2393464" y="1384225"/>
                  <a:pt x="2384584" y="1317640"/>
                  <a:pt x="2343153" y="1258452"/>
                </a:cubicBezTo>
                <a:cubicBezTo>
                  <a:pt x="2331316" y="1242178"/>
                  <a:pt x="2331316" y="1231820"/>
                  <a:pt x="2347593" y="1219981"/>
                </a:cubicBezTo>
                <a:cubicBezTo>
                  <a:pt x="2353513" y="1215544"/>
                  <a:pt x="2357950" y="1211104"/>
                  <a:pt x="2362390" y="1206664"/>
                </a:cubicBezTo>
                <a:cubicBezTo>
                  <a:pt x="2424535" y="1143039"/>
                  <a:pt x="2488161" y="1079413"/>
                  <a:pt x="2551786" y="1015788"/>
                </a:cubicBezTo>
                <a:cubicBezTo>
                  <a:pt x="2569543" y="998033"/>
                  <a:pt x="2585820" y="980277"/>
                  <a:pt x="2603575" y="962520"/>
                </a:cubicBezTo>
                <a:cubicBezTo>
                  <a:pt x="2606534" y="956602"/>
                  <a:pt x="2608014" y="949205"/>
                  <a:pt x="2613932" y="943285"/>
                </a:cubicBezTo>
                <a:cubicBezTo>
                  <a:pt x="2631689" y="925528"/>
                  <a:pt x="2649445" y="907774"/>
                  <a:pt x="2667200" y="890017"/>
                </a:cubicBezTo>
                <a:cubicBezTo>
                  <a:pt x="2677559" y="879660"/>
                  <a:pt x="2687917" y="879660"/>
                  <a:pt x="2696794" y="890017"/>
                </a:cubicBezTo>
                <a:cubicBezTo>
                  <a:pt x="2718988" y="913691"/>
                  <a:pt x="2739705" y="935888"/>
                  <a:pt x="2760419" y="961042"/>
                </a:cubicBezTo>
                <a:cubicBezTo>
                  <a:pt x="2764859" y="966959"/>
                  <a:pt x="2764859" y="974359"/>
                  <a:pt x="2766339" y="981756"/>
                </a:cubicBezTo>
                <a:cubicBezTo>
                  <a:pt x="2829964" y="1060179"/>
                  <a:pt x="2889150" y="1143039"/>
                  <a:pt x="2939458" y="1230341"/>
                </a:cubicBezTo>
                <a:cubicBezTo>
                  <a:pt x="2952775" y="1252535"/>
                  <a:pt x="2964613" y="1274729"/>
                  <a:pt x="2976450" y="1296924"/>
                </a:cubicBezTo>
                <a:cubicBezTo>
                  <a:pt x="3009004" y="1354632"/>
                  <a:pt x="3037118" y="1415297"/>
                  <a:pt x="3062272" y="1477443"/>
                </a:cubicBezTo>
                <a:cubicBezTo>
                  <a:pt x="3125897" y="1632807"/>
                  <a:pt x="3167326" y="1794092"/>
                  <a:pt x="3188043" y="1959814"/>
                </a:cubicBezTo>
                <a:cubicBezTo>
                  <a:pt x="3191002" y="1979049"/>
                  <a:pt x="3191002" y="1999765"/>
                  <a:pt x="3195440" y="2020480"/>
                </a:cubicBezTo>
                <a:cubicBezTo>
                  <a:pt x="3195440" y="2054511"/>
                  <a:pt x="3199880" y="2087065"/>
                  <a:pt x="3201360" y="2119617"/>
                </a:cubicBezTo>
                <a:cubicBezTo>
                  <a:pt x="3202840" y="2143293"/>
                  <a:pt x="3202840" y="2144773"/>
                  <a:pt x="3179163" y="2144773"/>
                </a:cubicBezTo>
                <a:cubicBezTo>
                  <a:pt x="2933541" y="2144773"/>
                  <a:pt x="2687917" y="2144773"/>
                  <a:pt x="2442292" y="2144773"/>
                </a:cubicBezTo>
                <a:cubicBezTo>
                  <a:pt x="2112326" y="2144773"/>
                  <a:pt x="1780881" y="2144773"/>
                  <a:pt x="1450917" y="2144773"/>
                </a:cubicBezTo>
                <a:cubicBezTo>
                  <a:pt x="1442040" y="2144773"/>
                  <a:pt x="1431680" y="2147731"/>
                  <a:pt x="1424283" y="2140333"/>
                </a:cubicBezTo>
                <a:close/>
                <a:moveTo>
                  <a:pt x="87779" y="1650933"/>
                </a:moveTo>
                <a:cubicBezTo>
                  <a:pt x="91108" y="1676827"/>
                  <a:pt x="102205" y="1701611"/>
                  <a:pt x="120701" y="1724546"/>
                </a:cubicBezTo>
                <a:cubicBezTo>
                  <a:pt x="162132" y="1776335"/>
                  <a:pt x="215400" y="1798529"/>
                  <a:pt x="280505" y="1785212"/>
                </a:cubicBezTo>
                <a:cubicBezTo>
                  <a:pt x="318977" y="1776335"/>
                  <a:pt x="348571" y="1754140"/>
                  <a:pt x="372245" y="1724546"/>
                </a:cubicBezTo>
                <a:cubicBezTo>
                  <a:pt x="398879" y="1691993"/>
                  <a:pt x="410716" y="1655001"/>
                  <a:pt x="404797" y="1612093"/>
                </a:cubicBezTo>
                <a:cubicBezTo>
                  <a:pt x="392959" y="1535150"/>
                  <a:pt x="320457" y="1473002"/>
                  <a:pt x="240554" y="1477442"/>
                </a:cubicBezTo>
                <a:cubicBezTo>
                  <a:pt x="175449" y="1481882"/>
                  <a:pt x="128100" y="1512954"/>
                  <a:pt x="101466" y="1570661"/>
                </a:cubicBezTo>
                <a:cubicBezTo>
                  <a:pt x="88889" y="1598036"/>
                  <a:pt x="84450" y="1625039"/>
                  <a:pt x="87779" y="1650933"/>
                </a:cubicBezTo>
                <a:close/>
                <a:moveTo>
                  <a:pt x="0" y="832939"/>
                </a:moveTo>
                <a:lnTo>
                  <a:pt x="0" y="803651"/>
                </a:lnTo>
                <a:lnTo>
                  <a:pt x="21564" y="784960"/>
                </a:lnTo>
                <a:cubicBezTo>
                  <a:pt x="61515" y="745009"/>
                  <a:pt x="105904" y="709498"/>
                  <a:pt x="151775" y="675466"/>
                </a:cubicBezTo>
                <a:cubicBezTo>
                  <a:pt x="295303" y="565970"/>
                  <a:pt x="452147" y="480150"/>
                  <a:pt x="620827" y="416525"/>
                </a:cubicBezTo>
                <a:cubicBezTo>
                  <a:pt x="774712" y="358817"/>
                  <a:pt x="931557" y="321825"/>
                  <a:pt x="1094321" y="304069"/>
                </a:cubicBezTo>
                <a:cubicBezTo>
                  <a:pt x="1126873" y="299631"/>
                  <a:pt x="1160904" y="295191"/>
                  <a:pt x="1193458" y="296671"/>
                </a:cubicBezTo>
                <a:cubicBezTo>
                  <a:pt x="1194938" y="296671"/>
                  <a:pt x="1194938" y="295191"/>
                  <a:pt x="1196418" y="295191"/>
                </a:cubicBezTo>
                <a:cubicBezTo>
                  <a:pt x="1197898" y="295191"/>
                  <a:pt x="1197898" y="295191"/>
                  <a:pt x="1199376" y="295191"/>
                </a:cubicBezTo>
                <a:cubicBezTo>
                  <a:pt x="1240807" y="284834"/>
                  <a:pt x="1248206" y="292231"/>
                  <a:pt x="1248206" y="336622"/>
                </a:cubicBezTo>
                <a:cubicBezTo>
                  <a:pt x="1248206" y="916651"/>
                  <a:pt x="1248206" y="1496679"/>
                  <a:pt x="1248206" y="2076706"/>
                </a:cubicBezTo>
                <a:cubicBezTo>
                  <a:pt x="1249686" y="2078186"/>
                  <a:pt x="1249686" y="2079666"/>
                  <a:pt x="1248206" y="2081145"/>
                </a:cubicBezTo>
                <a:cubicBezTo>
                  <a:pt x="1237847" y="2082625"/>
                  <a:pt x="1234889" y="2078186"/>
                  <a:pt x="1234889" y="2069308"/>
                </a:cubicBezTo>
                <a:cubicBezTo>
                  <a:pt x="1228970" y="2061911"/>
                  <a:pt x="1223052" y="2055991"/>
                  <a:pt x="1215653" y="2048594"/>
                </a:cubicBezTo>
                <a:cubicBezTo>
                  <a:pt x="984825" y="1817766"/>
                  <a:pt x="752518" y="1585459"/>
                  <a:pt x="521690" y="1354632"/>
                </a:cubicBezTo>
                <a:cubicBezTo>
                  <a:pt x="517251" y="1350192"/>
                  <a:pt x="514293" y="1345752"/>
                  <a:pt x="509853" y="1341315"/>
                </a:cubicBezTo>
                <a:cubicBezTo>
                  <a:pt x="521690" y="1332435"/>
                  <a:pt x="537967" y="1339835"/>
                  <a:pt x="549804" y="1333915"/>
                </a:cubicBezTo>
                <a:cubicBezTo>
                  <a:pt x="554244" y="1333915"/>
                  <a:pt x="558682" y="1333915"/>
                  <a:pt x="563121" y="1333915"/>
                </a:cubicBezTo>
                <a:cubicBezTo>
                  <a:pt x="563121" y="1323558"/>
                  <a:pt x="571999" y="1322078"/>
                  <a:pt x="579398" y="1319118"/>
                </a:cubicBezTo>
                <a:cubicBezTo>
                  <a:pt x="613430" y="1307281"/>
                  <a:pt x="644504" y="1291006"/>
                  <a:pt x="672616" y="1267330"/>
                </a:cubicBezTo>
                <a:cubicBezTo>
                  <a:pt x="690372" y="1252535"/>
                  <a:pt x="702209" y="1231818"/>
                  <a:pt x="718486" y="1215541"/>
                </a:cubicBezTo>
                <a:cubicBezTo>
                  <a:pt x="722924" y="1215541"/>
                  <a:pt x="727364" y="1212584"/>
                  <a:pt x="730323" y="1211104"/>
                </a:cubicBezTo>
                <a:cubicBezTo>
                  <a:pt x="742161" y="1185950"/>
                  <a:pt x="752518" y="1157836"/>
                  <a:pt x="758437" y="1129722"/>
                </a:cubicBezTo>
                <a:cubicBezTo>
                  <a:pt x="761395" y="1106047"/>
                  <a:pt x="761395" y="1082373"/>
                  <a:pt x="758437" y="1058699"/>
                </a:cubicBezTo>
                <a:cubicBezTo>
                  <a:pt x="749558" y="1018748"/>
                  <a:pt x="736241" y="980276"/>
                  <a:pt x="711087" y="947723"/>
                </a:cubicBezTo>
                <a:cubicBezTo>
                  <a:pt x="672616" y="900374"/>
                  <a:pt x="623787" y="869300"/>
                  <a:pt x="563121" y="858943"/>
                </a:cubicBezTo>
                <a:cubicBezTo>
                  <a:pt x="560162" y="858943"/>
                  <a:pt x="557202" y="857463"/>
                  <a:pt x="554244" y="855983"/>
                </a:cubicBezTo>
                <a:cubicBezTo>
                  <a:pt x="530568" y="853025"/>
                  <a:pt x="506893" y="853025"/>
                  <a:pt x="483219" y="855983"/>
                </a:cubicBezTo>
                <a:cubicBezTo>
                  <a:pt x="452147" y="861903"/>
                  <a:pt x="422554" y="869300"/>
                  <a:pt x="394440" y="887057"/>
                </a:cubicBezTo>
                <a:cubicBezTo>
                  <a:pt x="318977" y="934406"/>
                  <a:pt x="280506" y="1002471"/>
                  <a:pt x="277546" y="1089771"/>
                </a:cubicBezTo>
                <a:cubicBezTo>
                  <a:pt x="277546" y="1092730"/>
                  <a:pt x="277546" y="1095690"/>
                  <a:pt x="277546" y="1098650"/>
                </a:cubicBezTo>
                <a:cubicBezTo>
                  <a:pt x="276066" y="1098650"/>
                  <a:pt x="276066" y="1100128"/>
                  <a:pt x="273106" y="1106047"/>
                </a:cubicBezTo>
                <a:close/>
                <a:moveTo>
                  <a:pt x="0" y="2144087"/>
                </a:moveTo>
                <a:lnTo>
                  <a:pt x="0" y="958944"/>
                </a:lnTo>
                <a:lnTo>
                  <a:pt x="2327" y="961039"/>
                </a:lnTo>
                <a:cubicBezTo>
                  <a:pt x="369285" y="1326517"/>
                  <a:pt x="734761" y="1693473"/>
                  <a:pt x="1104679" y="2057470"/>
                </a:cubicBezTo>
                <a:cubicBezTo>
                  <a:pt x="1109116" y="2063390"/>
                  <a:pt x="1113556" y="2067828"/>
                  <a:pt x="1117996" y="2072267"/>
                </a:cubicBezTo>
                <a:cubicBezTo>
                  <a:pt x="1122433" y="2076705"/>
                  <a:pt x="1123913" y="2082625"/>
                  <a:pt x="1120953" y="2088544"/>
                </a:cubicBezTo>
                <a:cubicBezTo>
                  <a:pt x="1135750" y="2101861"/>
                  <a:pt x="1147587" y="2118136"/>
                  <a:pt x="1163864" y="2128493"/>
                </a:cubicBezTo>
                <a:cubicBezTo>
                  <a:pt x="1174222" y="2128493"/>
                  <a:pt x="1178661" y="2132933"/>
                  <a:pt x="1175701" y="2143290"/>
                </a:cubicBezTo>
                <a:cubicBezTo>
                  <a:pt x="1168304" y="2150690"/>
                  <a:pt x="1157947" y="2147730"/>
                  <a:pt x="1147587" y="2147730"/>
                </a:cubicBezTo>
                <a:cubicBezTo>
                  <a:pt x="801346" y="2147730"/>
                  <a:pt x="456585" y="2147730"/>
                  <a:pt x="110344" y="2147730"/>
                </a:cubicBezTo>
                <a:cubicBezTo>
                  <a:pt x="77792" y="2147730"/>
                  <a:pt x="45238" y="2147730"/>
                  <a:pt x="12687" y="214773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701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E840C3EF-D75C-495B-AAAB-53664E147FB9}"/>
              </a:ext>
            </a:extLst>
          </p:cNvPr>
          <p:cNvSpPr/>
          <p:nvPr userDrawn="1"/>
        </p:nvSpPr>
        <p:spPr>
          <a:xfrm rot="5400000">
            <a:off x="-351545" y="354974"/>
            <a:ext cx="2157572" cy="1447626"/>
          </a:xfrm>
          <a:custGeom>
            <a:avLst/>
            <a:gdLst>
              <a:gd name="connsiteX0" fmla="*/ 2501155 w 3201892"/>
              <a:gd name="connsiteY0" fmla="*/ 1847914 h 2148314"/>
              <a:gd name="connsiteX1" fmla="*/ 2534032 w 3201892"/>
              <a:gd name="connsiteY1" fmla="*/ 1925783 h 2148314"/>
              <a:gd name="connsiteX2" fmla="*/ 2542909 w 3201892"/>
              <a:gd name="connsiteY2" fmla="*/ 1936140 h 2148314"/>
              <a:gd name="connsiteX3" fmla="*/ 2680517 w 3201892"/>
              <a:gd name="connsiteY3" fmla="*/ 1990888 h 2148314"/>
              <a:gd name="connsiteX4" fmla="*/ 2788533 w 3201892"/>
              <a:gd name="connsiteY4" fmla="*/ 1925783 h 2148314"/>
              <a:gd name="connsiteX5" fmla="*/ 2819605 w 3201892"/>
              <a:gd name="connsiteY5" fmla="*/ 1819246 h 2148314"/>
              <a:gd name="connsiteX6" fmla="*/ 2640566 w 3201892"/>
              <a:gd name="connsiteY6" fmla="*/ 1683116 h 2148314"/>
              <a:gd name="connsiteX7" fmla="*/ 2501155 w 3201892"/>
              <a:gd name="connsiteY7" fmla="*/ 1847914 h 2148314"/>
              <a:gd name="connsiteX8" fmla="*/ 1615856 w 3201892"/>
              <a:gd name="connsiteY8" fmla="*/ 388573 h 2148314"/>
              <a:gd name="connsiteX9" fmla="*/ 1615902 w 3201892"/>
              <a:gd name="connsiteY9" fmla="*/ 424478 h 2148314"/>
              <a:gd name="connsiteX10" fmla="*/ 1646234 w 3201892"/>
              <a:gd name="connsiteY10" fmla="*/ 491987 h 2148314"/>
              <a:gd name="connsiteX11" fmla="*/ 1709860 w 3201892"/>
              <a:gd name="connsiteY11" fmla="*/ 546735 h 2148314"/>
              <a:gd name="connsiteX12" fmla="*/ 1903696 w 3201892"/>
              <a:gd name="connsiteY12" fmla="*/ 491987 h 2148314"/>
              <a:gd name="connsiteX13" fmla="*/ 1934769 w 3201892"/>
              <a:gd name="connsiteY13" fmla="*/ 407647 h 2148314"/>
              <a:gd name="connsiteX14" fmla="*/ 1881501 w 3201892"/>
              <a:gd name="connsiteY14" fmla="*/ 292234 h 2148314"/>
              <a:gd name="connsiteX15" fmla="*/ 1625520 w 3201892"/>
              <a:gd name="connsiteY15" fmla="*/ 351419 h 2148314"/>
              <a:gd name="connsiteX16" fmla="*/ 1615856 w 3201892"/>
              <a:gd name="connsiteY16" fmla="*/ 388573 h 2148314"/>
              <a:gd name="connsiteX17" fmla="*/ 1477368 w 3201892"/>
              <a:gd name="connsiteY17" fmla="*/ 1765238 h 2148314"/>
              <a:gd name="connsiteX18" fmla="*/ 1477552 w 3201892"/>
              <a:gd name="connsiteY18" fmla="*/ 1754141 h 2148314"/>
              <a:gd name="connsiteX19" fmla="*/ 1479032 w 3201892"/>
              <a:gd name="connsiteY19" fmla="*/ 86560 h 2148314"/>
              <a:gd name="connsiteX20" fmla="*/ 1479032 w 3201892"/>
              <a:gd name="connsiteY20" fmla="*/ 25892 h 2148314"/>
              <a:gd name="connsiteX21" fmla="*/ 1505666 w 3201892"/>
              <a:gd name="connsiteY21" fmla="*/ 738 h 2148314"/>
              <a:gd name="connsiteX22" fmla="*/ 1547097 w 3201892"/>
              <a:gd name="connsiteY22" fmla="*/ 3698 h 2148314"/>
              <a:gd name="connsiteX23" fmla="*/ 1832673 w 3201892"/>
              <a:gd name="connsiteY23" fmla="*/ 42169 h 2148314"/>
              <a:gd name="connsiteX24" fmla="*/ 2276571 w 3201892"/>
              <a:gd name="connsiteY24" fmla="*/ 197534 h 2148314"/>
              <a:gd name="connsiteX25" fmla="*/ 2674600 w 3201892"/>
              <a:gd name="connsiteY25" fmla="*/ 463873 h 2148314"/>
              <a:gd name="connsiteX26" fmla="*/ 2702714 w 3201892"/>
              <a:gd name="connsiteY26" fmla="*/ 490507 h 2148314"/>
              <a:gd name="connsiteX27" fmla="*/ 2720471 w 3201892"/>
              <a:gd name="connsiteY27" fmla="*/ 505304 h 2148314"/>
              <a:gd name="connsiteX28" fmla="*/ 2721951 w 3201892"/>
              <a:gd name="connsiteY28" fmla="*/ 540816 h 2148314"/>
              <a:gd name="connsiteX29" fmla="*/ 2682000 w 3201892"/>
              <a:gd name="connsiteY29" fmla="*/ 579287 h 2148314"/>
              <a:gd name="connsiteX30" fmla="*/ 2440815 w 3201892"/>
              <a:gd name="connsiteY30" fmla="*/ 821954 h 2148314"/>
              <a:gd name="connsiteX31" fmla="*/ 2414181 w 3201892"/>
              <a:gd name="connsiteY31" fmla="*/ 820474 h 2148314"/>
              <a:gd name="connsiteX32" fmla="*/ 2141923 w 3201892"/>
              <a:gd name="connsiteY32" fmla="*/ 743531 h 2148314"/>
              <a:gd name="connsiteX33" fmla="*/ 1983598 w 3201892"/>
              <a:gd name="connsiteY33" fmla="*/ 981756 h 2148314"/>
              <a:gd name="connsiteX34" fmla="*/ 2019109 w 3201892"/>
              <a:gd name="connsiteY34" fmla="*/ 1101610 h 2148314"/>
              <a:gd name="connsiteX35" fmla="*/ 2050183 w 3201892"/>
              <a:gd name="connsiteY35" fmla="*/ 1140081 h 2148314"/>
              <a:gd name="connsiteX36" fmla="*/ 2062020 w 3201892"/>
              <a:gd name="connsiteY36" fmla="*/ 1150438 h 2148314"/>
              <a:gd name="connsiteX37" fmla="*/ 2062020 w 3201892"/>
              <a:gd name="connsiteY37" fmla="*/ 1197787 h 2148314"/>
              <a:gd name="connsiteX38" fmla="*/ 1493829 w 3201892"/>
              <a:gd name="connsiteY38" fmla="*/ 1765978 h 2148314"/>
              <a:gd name="connsiteX39" fmla="*/ 1480512 w 3201892"/>
              <a:gd name="connsiteY39" fmla="*/ 1776335 h 2148314"/>
              <a:gd name="connsiteX40" fmla="*/ 1477368 w 3201892"/>
              <a:gd name="connsiteY40" fmla="*/ 1765238 h 2148314"/>
              <a:gd name="connsiteX41" fmla="*/ 1424283 w 3201892"/>
              <a:gd name="connsiteY41" fmla="*/ 2140333 h 2148314"/>
              <a:gd name="connsiteX42" fmla="*/ 1480511 w 3201892"/>
              <a:gd name="connsiteY42" fmla="*/ 2087065 h 2148314"/>
              <a:gd name="connsiteX43" fmla="*/ 1727613 w 3201892"/>
              <a:gd name="connsiteY43" fmla="*/ 1839961 h 2148314"/>
              <a:gd name="connsiteX44" fmla="*/ 1973238 w 3201892"/>
              <a:gd name="connsiteY44" fmla="*/ 1594336 h 2148314"/>
              <a:gd name="connsiteX45" fmla="*/ 2004311 w 3201892"/>
              <a:gd name="connsiteY45" fmla="*/ 1591379 h 2148314"/>
              <a:gd name="connsiteX46" fmla="*/ 2332796 w 3201892"/>
              <a:gd name="connsiteY46" fmla="*/ 1544028 h 2148314"/>
              <a:gd name="connsiteX47" fmla="*/ 2344633 w 3201892"/>
              <a:gd name="connsiteY47" fmla="*/ 1530711 h 2148314"/>
              <a:gd name="connsiteX48" fmla="*/ 2377187 w 3201892"/>
              <a:gd name="connsiteY48" fmla="*/ 1453768 h 2148314"/>
              <a:gd name="connsiteX49" fmla="*/ 2343153 w 3201892"/>
              <a:gd name="connsiteY49" fmla="*/ 1258452 h 2148314"/>
              <a:gd name="connsiteX50" fmla="*/ 2347593 w 3201892"/>
              <a:gd name="connsiteY50" fmla="*/ 1219981 h 2148314"/>
              <a:gd name="connsiteX51" fmla="*/ 2362390 w 3201892"/>
              <a:gd name="connsiteY51" fmla="*/ 1206664 h 2148314"/>
              <a:gd name="connsiteX52" fmla="*/ 2551786 w 3201892"/>
              <a:gd name="connsiteY52" fmla="*/ 1015788 h 2148314"/>
              <a:gd name="connsiteX53" fmla="*/ 2603575 w 3201892"/>
              <a:gd name="connsiteY53" fmla="*/ 962520 h 2148314"/>
              <a:gd name="connsiteX54" fmla="*/ 2613932 w 3201892"/>
              <a:gd name="connsiteY54" fmla="*/ 943285 h 2148314"/>
              <a:gd name="connsiteX55" fmla="*/ 2667200 w 3201892"/>
              <a:gd name="connsiteY55" fmla="*/ 890017 h 2148314"/>
              <a:gd name="connsiteX56" fmla="*/ 2696794 w 3201892"/>
              <a:gd name="connsiteY56" fmla="*/ 890017 h 2148314"/>
              <a:gd name="connsiteX57" fmla="*/ 2760419 w 3201892"/>
              <a:gd name="connsiteY57" fmla="*/ 961042 h 2148314"/>
              <a:gd name="connsiteX58" fmla="*/ 2766339 w 3201892"/>
              <a:gd name="connsiteY58" fmla="*/ 981756 h 2148314"/>
              <a:gd name="connsiteX59" fmla="*/ 2939458 w 3201892"/>
              <a:gd name="connsiteY59" fmla="*/ 1230341 h 2148314"/>
              <a:gd name="connsiteX60" fmla="*/ 2976450 w 3201892"/>
              <a:gd name="connsiteY60" fmla="*/ 1296924 h 2148314"/>
              <a:gd name="connsiteX61" fmla="*/ 3062272 w 3201892"/>
              <a:gd name="connsiteY61" fmla="*/ 1477443 h 2148314"/>
              <a:gd name="connsiteX62" fmla="*/ 3188043 w 3201892"/>
              <a:gd name="connsiteY62" fmla="*/ 1959814 h 2148314"/>
              <a:gd name="connsiteX63" fmla="*/ 3195440 w 3201892"/>
              <a:gd name="connsiteY63" fmla="*/ 2020480 h 2148314"/>
              <a:gd name="connsiteX64" fmla="*/ 3201360 w 3201892"/>
              <a:gd name="connsiteY64" fmla="*/ 2119617 h 2148314"/>
              <a:gd name="connsiteX65" fmla="*/ 3179163 w 3201892"/>
              <a:gd name="connsiteY65" fmla="*/ 2144773 h 2148314"/>
              <a:gd name="connsiteX66" fmla="*/ 2442292 w 3201892"/>
              <a:gd name="connsiteY66" fmla="*/ 2144773 h 2148314"/>
              <a:gd name="connsiteX67" fmla="*/ 1450917 w 3201892"/>
              <a:gd name="connsiteY67" fmla="*/ 2144773 h 2148314"/>
              <a:gd name="connsiteX68" fmla="*/ 1424283 w 3201892"/>
              <a:gd name="connsiteY68" fmla="*/ 2140333 h 2148314"/>
              <a:gd name="connsiteX69" fmla="*/ 87779 w 3201892"/>
              <a:gd name="connsiteY69" fmla="*/ 1650933 h 2148314"/>
              <a:gd name="connsiteX70" fmla="*/ 120701 w 3201892"/>
              <a:gd name="connsiteY70" fmla="*/ 1724546 h 2148314"/>
              <a:gd name="connsiteX71" fmla="*/ 280505 w 3201892"/>
              <a:gd name="connsiteY71" fmla="*/ 1785212 h 2148314"/>
              <a:gd name="connsiteX72" fmla="*/ 372245 w 3201892"/>
              <a:gd name="connsiteY72" fmla="*/ 1724546 h 2148314"/>
              <a:gd name="connsiteX73" fmla="*/ 404797 w 3201892"/>
              <a:gd name="connsiteY73" fmla="*/ 1612093 h 2148314"/>
              <a:gd name="connsiteX74" fmla="*/ 240554 w 3201892"/>
              <a:gd name="connsiteY74" fmla="*/ 1477442 h 2148314"/>
              <a:gd name="connsiteX75" fmla="*/ 101466 w 3201892"/>
              <a:gd name="connsiteY75" fmla="*/ 1570661 h 2148314"/>
              <a:gd name="connsiteX76" fmla="*/ 87779 w 3201892"/>
              <a:gd name="connsiteY76" fmla="*/ 1650933 h 2148314"/>
              <a:gd name="connsiteX77" fmla="*/ 0 w 3201892"/>
              <a:gd name="connsiteY77" fmla="*/ 832939 h 2148314"/>
              <a:gd name="connsiteX78" fmla="*/ 0 w 3201892"/>
              <a:gd name="connsiteY78" fmla="*/ 803651 h 2148314"/>
              <a:gd name="connsiteX79" fmla="*/ 21564 w 3201892"/>
              <a:gd name="connsiteY79" fmla="*/ 784960 h 2148314"/>
              <a:gd name="connsiteX80" fmla="*/ 151775 w 3201892"/>
              <a:gd name="connsiteY80" fmla="*/ 675466 h 2148314"/>
              <a:gd name="connsiteX81" fmla="*/ 620827 w 3201892"/>
              <a:gd name="connsiteY81" fmla="*/ 416525 h 2148314"/>
              <a:gd name="connsiteX82" fmla="*/ 1094321 w 3201892"/>
              <a:gd name="connsiteY82" fmla="*/ 304069 h 2148314"/>
              <a:gd name="connsiteX83" fmla="*/ 1193458 w 3201892"/>
              <a:gd name="connsiteY83" fmla="*/ 296671 h 2148314"/>
              <a:gd name="connsiteX84" fmla="*/ 1196418 w 3201892"/>
              <a:gd name="connsiteY84" fmla="*/ 295191 h 2148314"/>
              <a:gd name="connsiteX85" fmla="*/ 1199376 w 3201892"/>
              <a:gd name="connsiteY85" fmla="*/ 295191 h 2148314"/>
              <a:gd name="connsiteX86" fmla="*/ 1248206 w 3201892"/>
              <a:gd name="connsiteY86" fmla="*/ 336622 h 2148314"/>
              <a:gd name="connsiteX87" fmla="*/ 1248206 w 3201892"/>
              <a:gd name="connsiteY87" fmla="*/ 2076706 h 2148314"/>
              <a:gd name="connsiteX88" fmla="*/ 1248206 w 3201892"/>
              <a:gd name="connsiteY88" fmla="*/ 2081145 h 2148314"/>
              <a:gd name="connsiteX89" fmla="*/ 1234889 w 3201892"/>
              <a:gd name="connsiteY89" fmla="*/ 2069308 h 2148314"/>
              <a:gd name="connsiteX90" fmla="*/ 1215653 w 3201892"/>
              <a:gd name="connsiteY90" fmla="*/ 2048594 h 2148314"/>
              <a:gd name="connsiteX91" fmla="*/ 521690 w 3201892"/>
              <a:gd name="connsiteY91" fmla="*/ 1354632 h 2148314"/>
              <a:gd name="connsiteX92" fmla="*/ 509853 w 3201892"/>
              <a:gd name="connsiteY92" fmla="*/ 1341315 h 2148314"/>
              <a:gd name="connsiteX93" fmla="*/ 549804 w 3201892"/>
              <a:gd name="connsiteY93" fmla="*/ 1333915 h 2148314"/>
              <a:gd name="connsiteX94" fmla="*/ 563121 w 3201892"/>
              <a:gd name="connsiteY94" fmla="*/ 1333915 h 2148314"/>
              <a:gd name="connsiteX95" fmla="*/ 579398 w 3201892"/>
              <a:gd name="connsiteY95" fmla="*/ 1319118 h 2148314"/>
              <a:gd name="connsiteX96" fmla="*/ 672616 w 3201892"/>
              <a:gd name="connsiteY96" fmla="*/ 1267330 h 2148314"/>
              <a:gd name="connsiteX97" fmla="*/ 718486 w 3201892"/>
              <a:gd name="connsiteY97" fmla="*/ 1215541 h 2148314"/>
              <a:gd name="connsiteX98" fmla="*/ 730323 w 3201892"/>
              <a:gd name="connsiteY98" fmla="*/ 1211104 h 2148314"/>
              <a:gd name="connsiteX99" fmla="*/ 758437 w 3201892"/>
              <a:gd name="connsiteY99" fmla="*/ 1129722 h 2148314"/>
              <a:gd name="connsiteX100" fmla="*/ 758437 w 3201892"/>
              <a:gd name="connsiteY100" fmla="*/ 1058699 h 2148314"/>
              <a:gd name="connsiteX101" fmla="*/ 711087 w 3201892"/>
              <a:gd name="connsiteY101" fmla="*/ 947723 h 2148314"/>
              <a:gd name="connsiteX102" fmla="*/ 563121 w 3201892"/>
              <a:gd name="connsiteY102" fmla="*/ 858943 h 2148314"/>
              <a:gd name="connsiteX103" fmla="*/ 554244 w 3201892"/>
              <a:gd name="connsiteY103" fmla="*/ 855983 h 2148314"/>
              <a:gd name="connsiteX104" fmla="*/ 483219 w 3201892"/>
              <a:gd name="connsiteY104" fmla="*/ 855983 h 2148314"/>
              <a:gd name="connsiteX105" fmla="*/ 394440 w 3201892"/>
              <a:gd name="connsiteY105" fmla="*/ 887057 h 2148314"/>
              <a:gd name="connsiteX106" fmla="*/ 277546 w 3201892"/>
              <a:gd name="connsiteY106" fmla="*/ 1089771 h 2148314"/>
              <a:gd name="connsiteX107" fmla="*/ 277546 w 3201892"/>
              <a:gd name="connsiteY107" fmla="*/ 1098650 h 2148314"/>
              <a:gd name="connsiteX108" fmla="*/ 273106 w 3201892"/>
              <a:gd name="connsiteY108" fmla="*/ 1106047 h 2148314"/>
              <a:gd name="connsiteX109" fmla="*/ 0 w 3201892"/>
              <a:gd name="connsiteY109" fmla="*/ 2144087 h 2148314"/>
              <a:gd name="connsiteX110" fmla="*/ 0 w 3201892"/>
              <a:gd name="connsiteY110" fmla="*/ 958944 h 2148314"/>
              <a:gd name="connsiteX111" fmla="*/ 2327 w 3201892"/>
              <a:gd name="connsiteY111" fmla="*/ 961039 h 2148314"/>
              <a:gd name="connsiteX112" fmla="*/ 1104679 w 3201892"/>
              <a:gd name="connsiteY112" fmla="*/ 2057470 h 2148314"/>
              <a:gd name="connsiteX113" fmla="*/ 1117996 w 3201892"/>
              <a:gd name="connsiteY113" fmla="*/ 2072267 h 2148314"/>
              <a:gd name="connsiteX114" fmla="*/ 1120953 w 3201892"/>
              <a:gd name="connsiteY114" fmla="*/ 2088544 h 2148314"/>
              <a:gd name="connsiteX115" fmla="*/ 1163864 w 3201892"/>
              <a:gd name="connsiteY115" fmla="*/ 2128493 h 2148314"/>
              <a:gd name="connsiteX116" fmla="*/ 1175701 w 3201892"/>
              <a:gd name="connsiteY116" fmla="*/ 2143290 h 2148314"/>
              <a:gd name="connsiteX117" fmla="*/ 1147587 w 3201892"/>
              <a:gd name="connsiteY117" fmla="*/ 2147730 h 2148314"/>
              <a:gd name="connsiteX118" fmla="*/ 110344 w 3201892"/>
              <a:gd name="connsiteY118" fmla="*/ 2147730 h 2148314"/>
              <a:gd name="connsiteX119" fmla="*/ 12687 w 3201892"/>
              <a:gd name="connsiteY119" fmla="*/ 2147730 h 214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201892" h="2148314">
                <a:moveTo>
                  <a:pt x="2501155" y="1847914"/>
                </a:moveTo>
                <a:cubicBezTo>
                  <a:pt x="2503421" y="1874271"/>
                  <a:pt x="2513686" y="1900998"/>
                  <a:pt x="2534032" y="1925783"/>
                </a:cubicBezTo>
                <a:cubicBezTo>
                  <a:pt x="2536989" y="1928740"/>
                  <a:pt x="2539949" y="1933180"/>
                  <a:pt x="2542909" y="1936140"/>
                </a:cubicBezTo>
                <a:cubicBezTo>
                  <a:pt x="2579900" y="1979049"/>
                  <a:pt x="2625771" y="1996805"/>
                  <a:pt x="2680517" y="1990888"/>
                </a:cubicBezTo>
                <a:cubicBezTo>
                  <a:pt x="2726388" y="1984968"/>
                  <a:pt x="2760419" y="1961294"/>
                  <a:pt x="2788533" y="1925783"/>
                </a:cubicBezTo>
                <a:cubicBezTo>
                  <a:pt x="2810728" y="1894709"/>
                  <a:pt x="2825525" y="1860677"/>
                  <a:pt x="2819605" y="1819246"/>
                </a:cubicBezTo>
                <a:cubicBezTo>
                  <a:pt x="2806288" y="1733424"/>
                  <a:pt x="2727868" y="1672759"/>
                  <a:pt x="2640566" y="1683116"/>
                </a:cubicBezTo>
                <a:cubicBezTo>
                  <a:pt x="2559555" y="1693104"/>
                  <a:pt x="2494357" y="1768844"/>
                  <a:pt x="2501155" y="1847914"/>
                </a:cubicBezTo>
                <a:close/>
                <a:moveTo>
                  <a:pt x="1615856" y="388573"/>
                </a:moveTo>
                <a:cubicBezTo>
                  <a:pt x="1614238" y="400757"/>
                  <a:pt x="1614238" y="412733"/>
                  <a:pt x="1615902" y="424478"/>
                </a:cubicBezTo>
                <a:cubicBezTo>
                  <a:pt x="1619231" y="447968"/>
                  <a:pt x="1629218" y="470533"/>
                  <a:pt x="1646234" y="491987"/>
                </a:cubicBezTo>
                <a:cubicBezTo>
                  <a:pt x="1663991" y="515662"/>
                  <a:pt x="1683228" y="534898"/>
                  <a:pt x="1709860" y="546735"/>
                </a:cubicBezTo>
                <a:cubicBezTo>
                  <a:pt x="1766088" y="573369"/>
                  <a:pt x="1850430" y="567450"/>
                  <a:pt x="1903696" y="491987"/>
                </a:cubicBezTo>
                <a:cubicBezTo>
                  <a:pt x="1922932" y="466833"/>
                  <a:pt x="1934769" y="440199"/>
                  <a:pt x="1934769" y="407647"/>
                </a:cubicBezTo>
                <a:cubicBezTo>
                  <a:pt x="1933290" y="361777"/>
                  <a:pt x="1915533" y="324785"/>
                  <a:pt x="1881501" y="292234"/>
                </a:cubicBezTo>
                <a:cubicBezTo>
                  <a:pt x="1803079" y="216771"/>
                  <a:pt x="1663991" y="249323"/>
                  <a:pt x="1625520" y="351419"/>
                </a:cubicBezTo>
                <a:cubicBezTo>
                  <a:pt x="1620711" y="363997"/>
                  <a:pt x="1617474" y="376389"/>
                  <a:pt x="1615856" y="388573"/>
                </a:cubicBezTo>
                <a:close/>
                <a:moveTo>
                  <a:pt x="1477368" y="1765238"/>
                </a:moveTo>
                <a:cubicBezTo>
                  <a:pt x="1477183" y="1761539"/>
                  <a:pt x="1477552" y="1757839"/>
                  <a:pt x="1477552" y="1754141"/>
                </a:cubicBezTo>
                <a:cubicBezTo>
                  <a:pt x="1477552" y="1197787"/>
                  <a:pt x="1477552" y="641435"/>
                  <a:pt x="1479032" y="86560"/>
                </a:cubicBezTo>
                <a:cubicBezTo>
                  <a:pt x="1479032" y="65844"/>
                  <a:pt x="1479032" y="46609"/>
                  <a:pt x="1479032" y="25892"/>
                </a:cubicBezTo>
                <a:cubicBezTo>
                  <a:pt x="1480512" y="738"/>
                  <a:pt x="1480512" y="738"/>
                  <a:pt x="1505666" y="738"/>
                </a:cubicBezTo>
                <a:cubicBezTo>
                  <a:pt x="1518983" y="738"/>
                  <a:pt x="1533780" y="-2219"/>
                  <a:pt x="1547097" y="3698"/>
                </a:cubicBezTo>
                <a:cubicBezTo>
                  <a:pt x="1643276" y="6658"/>
                  <a:pt x="1737974" y="21455"/>
                  <a:pt x="1832673" y="42169"/>
                </a:cubicBezTo>
                <a:cubicBezTo>
                  <a:pt x="1986558" y="74723"/>
                  <a:pt x="2134523" y="126512"/>
                  <a:pt x="2276571" y="197534"/>
                </a:cubicBezTo>
                <a:cubicBezTo>
                  <a:pt x="2420099" y="270037"/>
                  <a:pt x="2553269" y="358819"/>
                  <a:pt x="2674600" y="463873"/>
                </a:cubicBezTo>
                <a:cubicBezTo>
                  <a:pt x="2684960" y="472753"/>
                  <a:pt x="2695317" y="478670"/>
                  <a:pt x="2702714" y="490507"/>
                </a:cubicBezTo>
                <a:cubicBezTo>
                  <a:pt x="2708634" y="494947"/>
                  <a:pt x="2714551" y="500867"/>
                  <a:pt x="2720471" y="505304"/>
                </a:cubicBezTo>
                <a:cubicBezTo>
                  <a:pt x="2742665" y="524541"/>
                  <a:pt x="2741185" y="521581"/>
                  <a:pt x="2721951" y="540816"/>
                </a:cubicBezTo>
                <a:cubicBezTo>
                  <a:pt x="2716031" y="563012"/>
                  <a:pt x="2704194" y="574850"/>
                  <a:pt x="2682000" y="579287"/>
                </a:cubicBezTo>
                <a:cubicBezTo>
                  <a:pt x="2602097" y="660669"/>
                  <a:pt x="2520715" y="740572"/>
                  <a:pt x="2440815" y="821954"/>
                </a:cubicBezTo>
                <a:cubicBezTo>
                  <a:pt x="2430456" y="832311"/>
                  <a:pt x="2424538" y="833791"/>
                  <a:pt x="2414181" y="820474"/>
                </a:cubicBezTo>
                <a:cubicBezTo>
                  <a:pt x="2347596" y="737612"/>
                  <a:pt x="2239580" y="706540"/>
                  <a:pt x="2141923" y="743531"/>
                </a:cubicBezTo>
                <a:cubicBezTo>
                  <a:pt x="2042786" y="780523"/>
                  <a:pt x="1980638" y="875220"/>
                  <a:pt x="1983598" y="981756"/>
                </a:cubicBezTo>
                <a:cubicBezTo>
                  <a:pt x="1985078" y="1024667"/>
                  <a:pt x="1999875" y="1064619"/>
                  <a:pt x="2019109" y="1101610"/>
                </a:cubicBezTo>
                <a:cubicBezTo>
                  <a:pt x="2029469" y="1113447"/>
                  <a:pt x="2039826" y="1126764"/>
                  <a:pt x="2050183" y="1140081"/>
                </a:cubicBezTo>
                <a:cubicBezTo>
                  <a:pt x="2054623" y="1143041"/>
                  <a:pt x="2057581" y="1147478"/>
                  <a:pt x="2062020" y="1150438"/>
                </a:cubicBezTo>
                <a:cubicBezTo>
                  <a:pt x="2087175" y="1172633"/>
                  <a:pt x="2087175" y="1172633"/>
                  <a:pt x="2062020" y="1197787"/>
                </a:cubicBezTo>
                <a:cubicBezTo>
                  <a:pt x="1872624" y="1387185"/>
                  <a:pt x="1683228" y="1576582"/>
                  <a:pt x="1493829" y="1765978"/>
                </a:cubicBezTo>
                <a:cubicBezTo>
                  <a:pt x="1489392" y="1770418"/>
                  <a:pt x="1487912" y="1774856"/>
                  <a:pt x="1480512" y="1776335"/>
                </a:cubicBezTo>
                <a:cubicBezTo>
                  <a:pt x="1478294" y="1772636"/>
                  <a:pt x="1477554" y="1768937"/>
                  <a:pt x="1477368" y="1765238"/>
                </a:cubicBezTo>
                <a:close/>
                <a:moveTo>
                  <a:pt x="1424283" y="2140333"/>
                </a:moveTo>
                <a:cubicBezTo>
                  <a:pt x="1443520" y="2122576"/>
                  <a:pt x="1461274" y="2104822"/>
                  <a:pt x="1480511" y="2087065"/>
                </a:cubicBezTo>
                <a:cubicBezTo>
                  <a:pt x="1563371" y="2005683"/>
                  <a:pt x="1644753" y="1922823"/>
                  <a:pt x="1727613" y="1839961"/>
                </a:cubicBezTo>
                <a:cubicBezTo>
                  <a:pt x="1808995" y="1758581"/>
                  <a:pt x="1891858" y="1677198"/>
                  <a:pt x="1973238" y="1594336"/>
                </a:cubicBezTo>
                <a:cubicBezTo>
                  <a:pt x="1983597" y="1583979"/>
                  <a:pt x="1990994" y="1582499"/>
                  <a:pt x="2004311" y="1591379"/>
                </a:cubicBezTo>
                <a:cubicBezTo>
                  <a:pt x="2109368" y="1665361"/>
                  <a:pt x="2251416" y="1644645"/>
                  <a:pt x="2332796" y="1544028"/>
                </a:cubicBezTo>
                <a:cubicBezTo>
                  <a:pt x="2337236" y="1539590"/>
                  <a:pt x="2340195" y="1535151"/>
                  <a:pt x="2344633" y="1530711"/>
                </a:cubicBezTo>
                <a:cubicBezTo>
                  <a:pt x="2356470" y="1505557"/>
                  <a:pt x="2371267" y="1481882"/>
                  <a:pt x="2377187" y="1453768"/>
                </a:cubicBezTo>
                <a:cubicBezTo>
                  <a:pt x="2393464" y="1384225"/>
                  <a:pt x="2384584" y="1317640"/>
                  <a:pt x="2343153" y="1258452"/>
                </a:cubicBezTo>
                <a:cubicBezTo>
                  <a:pt x="2331316" y="1242178"/>
                  <a:pt x="2331316" y="1231820"/>
                  <a:pt x="2347593" y="1219981"/>
                </a:cubicBezTo>
                <a:cubicBezTo>
                  <a:pt x="2353513" y="1215544"/>
                  <a:pt x="2357950" y="1211104"/>
                  <a:pt x="2362390" y="1206664"/>
                </a:cubicBezTo>
                <a:cubicBezTo>
                  <a:pt x="2424535" y="1143039"/>
                  <a:pt x="2488161" y="1079413"/>
                  <a:pt x="2551786" y="1015788"/>
                </a:cubicBezTo>
                <a:cubicBezTo>
                  <a:pt x="2569543" y="998033"/>
                  <a:pt x="2585820" y="980277"/>
                  <a:pt x="2603575" y="962520"/>
                </a:cubicBezTo>
                <a:cubicBezTo>
                  <a:pt x="2606534" y="956602"/>
                  <a:pt x="2608014" y="949205"/>
                  <a:pt x="2613932" y="943285"/>
                </a:cubicBezTo>
                <a:cubicBezTo>
                  <a:pt x="2631689" y="925528"/>
                  <a:pt x="2649445" y="907774"/>
                  <a:pt x="2667200" y="890017"/>
                </a:cubicBezTo>
                <a:cubicBezTo>
                  <a:pt x="2677559" y="879660"/>
                  <a:pt x="2687917" y="879660"/>
                  <a:pt x="2696794" y="890017"/>
                </a:cubicBezTo>
                <a:cubicBezTo>
                  <a:pt x="2718988" y="913691"/>
                  <a:pt x="2739705" y="935888"/>
                  <a:pt x="2760419" y="961042"/>
                </a:cubicBezTo>
                <a:cubicBezTo>
                  <a:pt x="2764859" y="966959"/>
                  <a:pt x="2764859" y="974359"/>
                  <a:pt x="2766339" y="981756"/>
                </a:cubicBezTo>
                <a:cubicBezTo>
                  <a:pt x="2829964" y="1060179"/>
                  <a:pt x="2889150" y="1143039"/>
                  <a:pt x="2939458" y="1230341"/>
                </a:cubicBezTo>
                <a:cubicBezTo>
                  <a:pt x="2952775" y="1252535"/>
                  <a:pt x="2964613" y="1274729"/>
                  <a:pt x="2976450" y="1296924"/>
                </a:cubicBezTo>
                <a:cubicBezTo>
                  <a:pt x="3009004" y="1354632"/>
                  <a:pt x="3037118" y="1415297"/>
                  <a:pt x="3062272" y="1477443"/>
                </a:cubicBezTo>
                <a:cubicBezTo>
                  <a:pt x="3125897" y="1632807"/>
                  <a:pt x="3167326" y="1794092"/>
                  <a:pt x="3188043" y="1959814"/>
                </a:cubicBezTo>
                <a:cubicBezTo>
                  <a:pt x="3191002" y="1979049"/>
                  <a:pt x="3191002" y="1999765"/>
                  <a:pt x="3195440" y="2020480"/>
                </a:cubicBezTo>
                <a:cubicBezTo>
                  <a:pt x="3195440" y="2054511"/>
                  <a:pt x="3199880" y="2087065"/>
                  <a:pt x="3201360" y="2119617"/>
                </a:cubicBezTo>
                <a:cubicBezTo>
                  <a:pt x="3202840" y="2143293"/>
                  <a:pt x="3202840" y="2144773"/>
                  <a:pt x="3179163" y="2144773"/>
                </a:cubicBezTo>
                <a:cubicBezTo>
                  <a:pt x="2933541" y="2144773"/>
                  <a:pt x="2687917" y="2144773"/>
                  <a:pt x="2442292" y="2144773"/>
                </a:cubicBezTo>
                <a:cubicBezTo>
                  <a:pt x="2112326" y="2144773"/>
                  <a:pt x="1780881" y="2144773"/>
                  <a:pt x="1450917" y="2144773"/>
                </a:cubicBezTo>
                <a:cubicBezTo>
                  <a:pt x="1442040" y="2144773"/>
                  <a:pt x="1431680" y="2147731"/>
                  <a:pt x="1424283" y="2140333"/>
                </a:cubicBezTo>
                <a:close/>
                <a:moveTo>
                  <a:pt x="87779" y="1650933"/>
                </a:moveTo>
                <a:cubicBezTo>
                  <a:pt x="91108" y="1676827"/>
                  <a:pt x="102205" y="1701611"/>
                  <a:pt x="120701" y="1724546"/>
                </a:cubicBezTo>
                <a:cubicBezTo>
                  <a:pt x="162132" y="1776335"/>
                  <a:pt x="215400" y="1798529"/>
                  <a:pt x="280505" y="1785212"/>
                </a:cubicBezTo>
                <a:cubicBezTo>
                  <a:pt x="318977" y="1776335"/>
                  <a:pt x="348571" y="1754140"/>
                  <a:pt x="372245" y="1724546"/>
                </a:cubicBezTo>
                <a:cubicBezTo>
                  <a:pt x="398879" y="1691993"/>
                  <a:pt x="410716" y="1655001"/>
                  <a:pt x="404797" y="1612093"/>
                </a:cubicBezTo>
                <a:cubicBezTo>
                  <a:pt x="392959" y="1535150"/>
                  <a:pt x="320457" y="1473002"/>
                  <a:pt x="240554" y="1477442"/>
                </a:cubicBezTo>
                <a:cubicBezTo>
                  <a:pt x="175449" y="1481882"/>
                  <a:pt x="128100" y="1512954"/>
                  <a:pt x="101466" y="1570661"/>
                </a:cubicBezTo>
                <a:cubicBezTo>
                  <a:pt x="88889" y="1598036"/>
                  <a:pt x="84450" y="1625039"/>
                  <a:pt x="87779" y="1650933"/>
                </a:cubicBezTo>
                <a:close/>
                <a:moveTo>
                  <a:pt x="0" y="832939"/>
                </a:moveTo>
                <a:lnTo>
                  <a:pt x="0" y="803651"/>
                </a:lnTo>
                <a:lnTo>
                  <a:pt x="21564" y="784960"/>
                </a:lnTo>
                <a:cubicBezTo>
                  <a:pt x="61515" y="745009"/>
                  <a:pt x="105904" y="709498"/>
                  <a:pt x="151775" y="675466"/>
                </a:cubicBezTo>
                <a:cubicBezTo>
                  <a:pt x="295303" y="565970"/>
                  <a:pt x="452147" y="480150"/>
                  <a:pt x="620827" y="416525"/>
                </a:cubicBezTo>
                <a:cubicBezTo>
                  <a:pt x="774712" y="358817"/>
                  <a:pt x="931557" y="321825"/>
                  <a:pt x="1094321" y="304069"/>
                </a:cubicBezTo>
                <a:cubicBezTo>
                  <a:pt x="1126873" y="299631"/>
                  <a:pt x="1160904" y="295191"/>
                  <a:pt x="1193458" y="296671"/>
                </a:cubicBezTo>
                <a:cubicBezTo>
                  <a:pt x="1194938" y="296671"/>
                  <a:pt x="1194938" y="295191"/>
                  <a:pt x="1196418" y="295191"/>
                </a:cubicBezTo>
                <a:cubicBezTo>
                  <a:pt x="1197898" y="295191"/>
                  <a:pt x="1197898" y="295191"/>
                  <a:pt x="1199376" y="295191"/>
                </a:cubicBezTo>
                <a:cubicBezTo>
                  <a:pt x="1240807" y="284834"/>
                  <a:pt x="1248206" y="292231"/>
                  <a:pt x="1248206" y="336622"/>
                </a:cubicBezTo>
                <a:cubicBezTo>
                  <a:pt x="1248206" y="916651"/>
                  <a:pt x="1248206" y="1496679"/>
                  <a:pt x="1248206" y="2076706"/>
                </a:cubicBezTo>
                <a:cubicBezTo>
                  <a:pt x="1249686" y="2078186"/>
                  <a:pt x="1249686" y="2079666"/>
                  <a:pt x="1248206" y="2081145"/>
                </a:cubicBezTo>
                <a:cubicBezTo>
                  <a:pt x="1237847" y="2082625"/>
                  <a:pt x="1234889" y="2078186"/>
                  <a:pt x="1234889" y="2069308"/>
                </a:cubicBezTo>
                <a:cubicBezTo>
                  <a:pt x="1228970" y="2061911"/>
                  <a:pt x="1223052" y="2055991"/>
                  <a:pt x="1215653" y="2048594"/>
                </a:cubicBezTo>
                <a:cubicBezTo>
                  <a:pt x="984825" y="1817766"/>
                  <a:pt x="752518" y="1585459"/>
                  <a:pt x="521690" y="1354632"/>
                </a:cubicBezTo>
                <a:cubicBezTo>
                  <a:pt x="517251" y="1350192"/>
                  <a:pt x="514293" y="1345752"/>
                  <a:pt x="509853" y="1341315"/>
                </a:cubicBezTo>
                <a:cubicBezTo>
                  <a:pt x="521690" y="1332435"/>
                  <a:pt x="537967" y="1339835"/>
                  <a:pt x="549804" y="1333915"/>
                </a:cubicBezTo>
                <a:cubicBezTo>
                  <a:pt x="554244" y="1333915"/>
                  <a:pt x="558682" y="1333915"/>
                  <a:pt x="563121" y="1333915"/>
                </a:cubicBezTo>
                <a:cubicBezTo>
                  <a:pt x="563121" y="1323558"/>
                  <a:pt x="571999" y="1322078"/>
                  <a:pt x="579398" y="1319118"/>
                </a:cubicBezTo>
                <a:cubicBezTo>
                  <a:pt x="613430" y="1307281"/>
                  <a:pt x="644504" y="1291006"/>
                  <a:pt x="672616" y="1267330"/>
                </a:cubicBezTo>
                <a:cubicBezTo>
                  <a:pt x="690372" y="1252535"/>
                  <a:pt x="702209" y="1231818"/>
                  <a:pt x="718486" y="1215541"/>
                </a:cubicBezTo>
                <a:cubicBezTo>
                  <a:pt x="722924" y="1215541"/>
                  <a:pt x="727364" y="1212584"/>
                  <a:pt x="730323" y="1211104"/>
                </a:cubicBezTo>
                <a:cubicBezTo>
                  <a:pt x="742161" y="1185950"/>
                  <a:pt x="752518" y="1157836"/>
                  <a:pt x="758437" y="1129722"/>
                </a:cubicBezTo>
                <a:cubicBezTo>
                  <a:pt x="761395" y="1106047"/>
                  <a:pt x="761395" y="1082373"/>
                  <a:pt x="758437" y="1058699"/>
                </a:cubicBezTo>
                <a:cubicBezTo>
                  <a:pt x="749558" y="1018748"/>
                  <a:pt x="736241" y="980276"/>
                  <a:pt x="711087" y="947723"/>
                </a:cubicBezTo>
                <a:cubicBezTo>
                  <a:pt x="672616" y="900374"/>
                  <a:pt x="623787" y="869300"/>
                  <a:pt x="563121" y="858943"/>
                </a:cubicBezTo>
                <a:cubicBezTo>
                  <a:pt x="560162" y="858943"/>
                  <a:pt x="557202" y="857463"/>
                  <a:pt x="554244" y="855983"/>
                </a:cubicBezTo>
                <a:cubicBezTo>
                  <a:pt x="530568" y="853025"/>
                  <a:pt x="506893" y="853025"/>
                  <a:pt x="483219" y="855983"/>
                </a:cubicBezTo>
                <a:cubicBezTo>
                  <a:pt x="452147" y="861903"/>
                  <a:pt x="422554" y="869300"/>
                  <a:pt x="394440" y="887057"/>
                </a:cubicBezTo>
                <a:cubicBezTo>
                  <a:pt x="318977" y="934406"/>
                  <a:pt x="280506" y="1002471"/>
                  <a:pt x="277546" y="1089771"/>
                </a:cubicBezTo>
                <a:cubicBezTo>
                  <a:pt x="277546" y="1092730"/>
                  <a:pt x="277546" y="1095690"/>
                  <a:pt x="277546" y="1098650"/>
                </a:cubicBezTo>
                <a:cubicBezTo>
                  <a:pt x="276066" y="1098650"/>
                  <a:pt x="276066" y="1100128"/>
                  <a:pt x="273106" y="1106047"/>
                </a:cubicBezTo>
                <a:close/>
                <a:moveTo>
                  <a:pt x="0" y="2144087"/>
                </a:moveTo>
                <a:lnTo>
                  <a:pt x="0" y="958944"/>
                </a:lnTo>
                <a:lnTo>
                  <a:pt x="2327" y="961039"/>
                </a:lnTo>
                <a:cubicBezTo>
                  <a:pt x="369285" y="1326517"/>
                  <a:pt x="734761" y="1693473"/>
                  <a:pt x="1104679" y="2057470"/>
                </a:cubicBezTo>
                <a:cubicBezTo>
                  <a:pt x="1109116" y="2063390"/>
                  <a:pt x="1113556" y="2067828"/>
                  <a:pt x="1117996" y="2072267"/>
                </a:cubicBezTo>
                <a:cubicBezTo>
                  <a:pt x="1122433" y="2076705"/>
                  <a:pt x="1123913" y="2082625"/>
                  <a:pt x="1120953" y="2088544"/>
                </a:cubicBezTo>
                <a:cubicBezTo>
                  <a:pt x="1135750" y="2101861"/>
                  <a:pt x="1147587" y="2118136"/>
                  <a:pt x="1163864" y="2128493"/>
                </a:cubicBezTo>
                <a:cubicBezTo>
                  <a:pt x="1174222" y="2128493"/>
                  <a:pt x="1178661" y="2132933"/>
                  <a:pt x="1175701" y="2143290"/>
                </a:cubicBezTo>
                <a:cubicBezTo>
                  <a:pt x="1168304" y="2150690"/>
                  <a:pt x="1157947" y="2147730"/>
                  <a:pt x="1147587" y="2147730"/>
                </a:cubicBezTo>
                <a:cubicBezTo>
                  <a:pt x="801346" y="2147730"/>
                  <a:pt x="456585" y="2147730"/>
                  <a:pt x="110344" y="2147730"/>
                </a:cubicBezTo>
                <a:cubicBezTo>
                  <a:pt x="77792" y="2147730"/>
                  <a:pt x="45238" y="2147730"/>
                  <a:pt x="12687" y="214773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701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xmlns="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D4F6D272-925E-407D-96CF-EB9C0739DD30}"/>
              </a:ext>
            </a:extLst>
          </p:cNvPr>
          <p:cNvSpPr/>
          <p:nvPr userDrawn="1"/>
        </p:nvSpPr>
        <p:spPr>
          <a:xfrm rot="5400000">
            <a:off x="-353869" y="357298"/>
            <a:ext cx="2171699" cy="1457105"/>
          </a:xfrm>
          <a:custGeom>
            <a:avLst/>
            <a:gdLst>
              <a:gd name="connsiteX0" fmla="*/ 2501155 w 3201892"/>
              <a:gd name="connsiteY0" fmla="*/ 1847914 h 2148314"/>
              <a:gd name="connsiteX1" fmla="*/ 2534032 w 3201892"/>
              <a:gd name="connsiteY1" fmla="*/ 1925783 h 2148314"/>
              <a:gd name="connsiteX2" fmla="*/ 2542909 w 3201892"/>
              <a:gd name="connsiteY2" fmla="*/ 1936140 h 2148314"/>
              <a:gd name="connsiteX3" fmla="*/ 2680517 w 3201892"/>
              <a:gd name="connsiteY3" fmla="*/ 1990888 h 2148314"/>
              <a:gd name="connsiteX4" fmla="*/ 2788533 w 3201892"/>
              <a:gd name="connsiteY4" fmla="*/ 1925783 h 2148314"/>
              <a:gd name="connsiteX5" fmla="*/ 2819605 w 3201892"/>
              <a:gd name="connsiteY5" fmla="*/ 1819246 h 2148314"/>
              <a:gd name="connsiteX6" fmla="*/ 2640566 w 3201892"/>
              <a:gd name="connsiteY6" fmla="*/ 1683116 h 2148314"/>
              <a:gd name="connsiteX7" fmla="*/ 2501155 w 3201892"/>
              <a:gd name="connsiteY7" fmla="*/ 1847914 h 2148314"/>
              <a:gd name="connsiteX8" fmla="*/ 1615856 w 3201892"/>
              <a:gd name="connsiteY8" fmla="*/ 388573 h 2148314"/>
              <a:gd name="connsiteX9" fmla="*/ 1615902 w 3201892"/>
              <a:gd name="connsiteY9" fmla="*/ 424478 h 2148314"/>
              <a:gd name="connsiteX10" fmla="*/ 1646234 w 3201892"/>
              <a:gd name="connsiteY10" fmla="*/ 491987 h 2148314"/>
              <a:gd name="connsiteX11" fmla="*/ 1709860 w 3201892"/>
              <a:gd name="connsiteY11" fmla="*/ 546735 h 2148314"/>
              <a:gd name="connsiteX12" fmla="*/ 1903696 w 3201892"/>
              <a:gd name="connsiteY12" fmla="*/ 491987 h 2148314"/>
              <a:gd name="connsiteX13" fmla="*/ 1934769 w 3201892"/>
              <a:gd name="connsiteY13" fmla="*/ 407647 h 2148314"/>
              <a:gd name="connsiteX14" fmla="*/ 1881501 w 3201892"/>
              <a:gd name="connsiteY14" fmla="*/ 292234 h 2148314"/>
              <a:gd name="connsiteX15" fmla="*/ 1625520 w 3201892"/>
              <a:gd name="connsiteY15" fmla="*/ 351419 h 2148314"/>
              <a:gd name="connsiteX16" fmla="*/ 1615856 w 3201892"/>
              <a:gd name="connsiteY16" fmla="*/ 388573 h 2148314"/>
              <a:gd name="connsiteX17" fmla="*/ 1477368 w 3201892"/>
              <a:gd name="connsiteY17" fmla="*/ 1765238 h 2148314"/>
              <a:gd name="connsiteX18" fmla="*/ 1477552 w 3201892"/>
              <a:gd name="connsiteY18" fmla="*/ 1754141 h 2148314"/>
              <a:gd name="connsiteX19" fmla="*/ 1479032 w 3201892"/>
              <a:gd name="connsiteY19" fmla="*/ 86560 h 2148314"/>
              <a:gd name="connsiteX20" fmla="*/ 1479032 w 3201892"/>
              <a:gd name="connsiteY20" fmla="*/ 25892 h 2148314"/>
              <a:gd name="connsiteX21" fmla="*/ 1505666 w 3201892"/>
              <a:gd name="connsiteY21" fmla="*/ 738 h 2148314"/>
              <a:gd name="connsiteX22" fmla="*/ 1547097 w 3201892"/>
              <a:gd name="connsiteY22" fmla="*/ 3698 h 2148314"/>
              <a:gd name="connsiteX23" fmla="*/ 1832673 w 3201892"/>
              <a:gd name="connsiteY23" fmla="*/ 42169 h 2148314"/>
              <a:gd name="connsiteX24" fmla="*/ 2276571 w 3201892"/>
              <a:gd name="connsiteY24" fmla="*/ 197534 h 2148314"/>
              <a:gd name="connsiteX25" fmla="*/ 2674600 w 3201892"/>
              <a:gd name="connsiteY25" fmla="*/ 463873 h 2148314"/>
              <a:gd name="connsiteX26" fmla="*/ 2702714 w 3201892"/>
              <a:gd name="connsiteY26" fmla="*/ 490507 h 2148314"/>
              <a:gd name="connsiteX27" fmla="*/ 2720471 w 3201892"/>
              <a:gd name="connsiteY27" fmla="*/ 505304 h 2148314"/>
              <a:gd name="connsiteX28" fmla="*/ 2721951 w 3201892"/>
              <a:gd name="connsiteY28" fmla="*/ 540816 h 2148314"/>
              <a:gd name="connsiteX29" fmla="*/ 2682000 w 3201892"/>
              <a:gd name="connsiteY29" fmla="*/ 579287 h 2148314"/>
              <a:gd name="connsiteX30" fmla="*/ 2440815 w 3201892"/>
              <a:gd name="connsiteY30" fmla="*/ 821954 h 2148314"/>
              <a:gd name="connsiteX31" fmla="*/ 2414181 w 3201892"/>
              <a:gd name="connsiteY31" fmla="*/ 820474 h 2148314"/>
              <a:gd name="connsiteX32" fmla="*/ 2141923 w 3201892"/>
              <a:gd name="connsiteY32" fmla="*/ 743531 h 2148314"/>
              <a:gd name="connsiteX33" fmla="*/ 1983598 w 3201892"/>
              <a:gd name="connsiteY33" fmla="*/ 981756 h 2148314"/>
              <a:gd name="connsiteX34" fmla="*/ 2019109 w 3201892"/>
              <a:gd name="connsiteY34" fmla="*/ 1101610 h 2148314"/>
              <a:gd name="connsiteX35" fmla="*/ 2050183 w 3201892"/>
              <a:gd name="connsiteY35" fmla="*/ 1140081 h 2148314"/>
              <a:gd name="connsiteX36" fmla="*/ 2062020 w 3201892"/>
              <a:gd name="connsiteY36" fmla="*/ 1150438 h 2148314"/>
              <a:gd name="connsiteX37" fmla="*/ 2062020 w 3201892"/>
              <a:gd name="connsiteY37" fmla="*/ 1197787 h 2148314"/>
              <a:gd name="connsiteX38" fmla="*/ 1493829 w 3201892"/>
              <a:gd name="connsiteY38" fmla="*/ 1765978 h 2148314"/>
              <a:gd name="connsiteX39" fmla="*/ 1480512 w 3201892"/>
              <a:gd name="connsiteY39" fmla="*/ 1776335 h 2148314"/>
              <a:gd name="connsiteX40" fmla="*/ 1477368 w 3201892"/>
              <a:gd name="connsiteY40" fmla="*/ 1765238 h 2148314"/>
              <a:gd name="connsiteX41" fmla="*/ 1424283 w 3201892"/>
              <a:gd name="connsiteY41" fmla="*/ 2140333 h 2148314"/>
              <a:gd name="connsiteX42" fmla="*/ 1480511 w 3201892"/>
              <a:gd name="connsiteY42" fmla="*/ 2087065 h 2148314"/>
              <a:gd name="connsiteX43" fmla="*/ 1727613 w 3201892"/>
              <a:gd name="connsiteY43" fmla="*/ 1839961 h 2148314"/>
              <a:gd name="connsiteX44" fmla="*/ 1973238 w 3201892"/>
              <a:gd name="connsiteY44" fmla="*/ 1594336 h 2148314"/>
              <a:gd name="connsiteX45" fmla="*/ 2004311 w 3201892"/>
              <a:gd name="connsiteY45" fmla="*/ 1591379 h 2148314"/>
              <a:gd name="connsiteX46" fmla="*/ 2332796 w 3201892"/>
              <a:gd name="connsiteY46" fmla="*/ 1544028 h 2148314"/>
              <a:gd name="connsiteX47" fmla="*/ 2344633 w 3201892"/>
              <a:gd name="connsiteY47" fmla="*/ 1530711 h 2148314"/>
              <a:gd name="connsiteX48" fmla="*/ 2377187 w 3201892"/>
              <a:gd name="connsiteY48" fmla="*/ 1453768 h 2148314"/>
              <a:gd name="connsiteX49" fmla="*/ 2343153 w 3201892"/>
              <a:gd name="connsiteY49" fmla="*/ 1258452 h 2148314"/>
              <a:gd name="connsiteX50" fmla="*/ 2347593 w 3201892"/>
              <a:gd name="connsiteY50" fmla="*/ 1219981 h 2148314"/>
              <a:gd name="connsiteX51" fmla="*/ 2362390 w 3201892"/>
              <a:gd name="connsiteY51" fmla="*/ 1206664 h 2148314"/>
              <a:gd name="connsiteX52" fmla="*/ 2551786 w 3201892"/>
              <a:gd name="connsiteY52" fmla="*/ 1015788 h 2148314"/>
              <a:gd name="connsiteX53" fmla="*/ 2603575 w 3201892"/>
              <a:gd name="connsiteY53" fmla="*/ 962520 h 2148314"/>
              <a:gd name="connsiteX54" fmla="*/ 2613932 w 3201892"/>
              <a:gd name="connsiteY54" fmla="*/ 943285 h 2148314"/>
              <a:gd name="connsiteX55" fmla="*/ 2667200 w 3201892"/>
              <a:gd name="connsiteY55" fmla="*/ 890017 h 2148314"/>
              <a:gd name="connsiteX56" fmla="*/ 2696794 w 3201892"/>
              <a:gd name="connsiteY56" fmla="*/ 890017 h 2148314"/>
              <a:gd name="connsiteX57" fmla="*/ 2760419 w 3201892"/>
              <a:gd name="connsiteY57" fmla="*/ 961042 h 2148314"/>
              <a:gd name="connsiteX58" fmla="*/ 2766339 w 3201892"/>
              <a:gd name="connsiteY58" fmla="*/ 981756 h 2148314"/>
              <a:gd name="connsiteX59" fmla="*/ 2939458 w 3201892"/>
              <a:gd name="connsiteY59" fmla="*/ 1230341 h 2148314"/>
              <a:gd name="connsiteX60" fmla="*/ 2976450 w 3201892"/>
              <a:gd name="connsiteY60" fmla="*/ 1296924 h 2148314"/>
              <a:gd name="connsiteX61" fmla="*/ 3062272 w 3201892"/>
              <a:gd name="connsiteY61" fmla="*/ 1477443 h 2148314"/>
              <a:gd name="connsiteX62" fmla="*/ 3188043 w 3201892"/>
              <a:gd name="connsiteY62" fmla="*/ 1959814 h 2148314"/>
              <a:gd name="connsiteX63" fmla="*/ 3195440 w 3201892"/>
              <a:gd name="connsiteY63" fmla="*/ 2020480 h 2148314"/>
              <a:gd name="connsiteX64" fmla="*/ 3201360 w 3201892"/>
              <a:gd name="connsiteY64" fmla="*/ 2119617 h 2148314"/>
              <a:gd name="connsiteX65" fmla="*/ 3179163 w 3201892"/>
              <a:gd name="connsiteY65" fmla="*/ 2144773 h 2148314"/>
              <a:gd name="connsiteX66" fmla="*/ 2442292 w 3201892"/>
              <a:gd name="connsiteY66" fmla="*/ 2144773 h 2148314"/>
              <a:gd name="connsiteX67" fmla="*/ 1450917 w 3201892"/>
              <a:gd name="connsiteY67" fmla="*/ 2144773 h 2148314"/>
              <a:gd name="connsiteX68" fmla="*/ 1424283 w 3201892"/>
              <a:gd name="connsiteY68" fmla="*/ 2140333 h 2148314"/>
              <a:gd name="connsiteX69" fmla="*/ 87779 w 3201892"/>
              <a:gd name="connsiteY69" fmla="*/ 1650933 h 2148314"/>
              <a:gd name="connsiteX70" fmla="*/ 120701 w 3201892"/>
              <a:gd name="connsiteY70" fmla="*/ 1724546 h 2148314"/>
              <a:gd name="connsiteX71" fmla="*/ 280505 w 3201892"/>
              <a:gd name="connsiteY71" fmla="*/ 1785212 h 2148314"/>
              <a:gd name="connsiteX72" fmla="*/ 372245 w 3201892"/>
              <a:gd name="connsiteY72" fmla="*/ 1724546 h 2148314"/>
              <a:gd name="connsiteX73" fmla="*/ 404797 w 3201892"/>
              <a:gd name="connsiteY73" fmla="*/ 1612093 h 2148314"/>
              <a:gd name="connsiteX74" fmla="*/ 240554 w 3201892"/>
              <a:gd name="connsiteY74" fmla="*/ 1477442 h 2148314"/>
              <a:gd name="connsiteX75" fmla="*/ 101466 w 3201892"/>
              <a:gd name="connsiteY75" fmla="*/ 1570661 h 2148314"/>
              <a:gd name="connsiteX76" fmla="*/ 87779 w 3201892"/>
              <a:gd name="connsiteY76" fmla="*/ 1650933 h 2148314"/>
              <a:gd name="connsiteX77" fmla="*/ 0 w 3201892"/>
              <a:gd name="connsiteY77" fmla="*/ 832939 h 2148314"/>
              <a:gd name="connsiteX78" fmla="*/ 0 w 3201892"/>
              <a:gd name="connsiteY78" fmla="*/ 803651 h 2148314"/>
              <a:gd name="connsiteX79" fmla="*/ 21564 w 3201892"/>
              <a:gd name="connsiteY79" fmla="*/ 784960 h 2148314"/>
              <a:gd name="connsiteX80" fmla="*/ 151775 w 3201892"/>
              <a:gd name="connsiteY80" fmla="*/ 675466 h 2148314"/>
              <a:gd name="connsiteX81" fmla="*/ 620827 w 3201892"/>
              <a:gd name="connsiteY81" fmla="*/ 416525 h 2148314"/>
              <a:gd name="connsiteX82" fmla="*/ 1094321 w 3201892"/>
              <a:gd name="connsiteY82" fmla="*/ 304069 h 2148314"/>
              <a:gd name="connsiteX83" fmla="*/ 1193458 w 3201892"/>
              <a:gd name="connsiteY83" fmla="*/ 296671 h 2148314"/>
              <a:gd name="connsiteX84" fmla="*/ 1196418 w 3201892"/>
              <a:gd name="connsiteY84" fmla="*/ 295191 h 2148314"/>
              <a:gd name="connsiteX85" fmla="*/ 1199376 w 3201892"/>
              <a:gd name="connsiteY85" fmla="*/ 295191 h 2148314"/>
              <a:gd name="connsiteX86" fmla="*/ 1248206 w 3201892"/>
              <a:gd name="connsiteY86" fmla="*/ 336622 h 2148314"/>
              <a:gd name="connsiteX87" fmla="*/ 1248206 w 3201892"/>
              <a:gd name="connsiteY87" fmla="*/ 2076706 h 2148314"/>
              <a:gd name="connsiteX88" fmla="*/ 1248206 w 3201892"/>
              <a:gd name="connsiteY88" fmla="*/ 2081145 h 2148314"/>
              <a:gd name="connsiteX89" fmla="*/ 1234889 w 3201892"/>
              <a:gd name="connsiteY89" fmla="*/ 2069308 h 2148314"/>
              <a:gd name="connsiteX90" fmla="*/ 1215653 w 3201892"/>
              <a:gd name="connsiteY90" fmla="*/ 2048594 h 2148314"/>
              <a:gd name="connsiteX91" fmla="*/ 521690 w 3201892"/>
              <a:gd name="connsiteY91" fmla="*/ 1354632 h 2148314"/>
              <a:gd name="connsiteX92" fmla="*/ 509853 w 3201892"/>
              <a:gd name="connsiteY92" fmla="*/ 1341315 h 2148314"/>
              <a:gd name="connsiteX93" fmla="*/ 549804 w 3201892"/>
              <a:gd name="connsiteY93" fmla="*/ 1333915 h 2148314"/>
              <a:gd name="connsiteX94" fmla="*/ 563121 w 3201892"/>
              <a:gd name="connsiteY94" fmla="*/ 1333915 h 2148314"/>
              <a:gd name="connsiteX95" fmla="*/ 579398 w 3201892"/>
              <a:gd name="connsiteY95" fmla="*/ 1319118 h 2148314"/>
              <a:gd name="connsiteX96" fmla="*/ 672616 w 3201892"/>
              <a:gd name="connsiteY96" fmla="*/ 1267330 h 2148314"/>
              <a:gd name="connsiteX97" fmla="*/ 718486 w 3201892"/>
              <a:gd name="connsiteY97" fmla="*/ 1215541 h 2148314"/>
              <a:gd name="connsiteX98" fmla="*/ 730323 w 3201892"/>
              <a:gd name="connsiteY98" fmla="*/ 1211104 h 2148314"/>
              <a:gd name="connsiteX99" fmla="*/ 758437 w 3201892"/>
              <a:gd name="connsiteY99" fmla="*/ 1129722 h 2148314"/>
              <a:gd name="connsiteX100" fmla="*/ 758437 w 3201892"/>
              <a:gd name="connsiteY100" fmla="*/ 1058699 h 2148314"/>
              <a:gd name="connsiteX101" fmla="*/ 711087 w 3201892"/>
              <a:gd name="connsiteY101" fmla="*/ 947723 h 2148314"/>
              <a:gd name="connsiteX102" fmla="*/ 563121 w 3201892"/>
              <a:gd name="connsiteY102" fmla="*/ 858943 h 2148314"/>
              <a:gd name="connsiteX103" fmla="*/ 554244 w 3201892"/>
              <a:gd name="connsiteY103" fmla="*/ 855983 h 2148314"/>
              <a:gd name="connsiteX104" fmla="*/ 483219 w 3201892"/>
              <a:gd name="connsiteY104" fmla="*/ 855983 h 2148314"/>
              <a:gd name="connsiteX105" fmla="*/ 394440 w 3201892"/>
              <a:gd name="connsiteY105" fmla="*/ 887057 h 2148314"/>
              <a:gd name="connsiteX106" fmla="*/ 277546 w 3201892"/>
              <a:gd name="connsiteY106" fmla="*/ 1089771 h 2148314"/>
              <a:gd name="connsiteX107" fmla="*/ 277546 w 3201892"/>
              <a:gd name="connsiteY107" fmla="*/ 1098650 h 2148314"/>
              <a:gd name="connsiteX108" fmla="*/ 273106 w 3201892"/>
              <a:gd name="connsiteY108" fmla="*/ 1106047 h 2148314"/>
              <a:gd name="connsiteX109" fmla="*/ 0 w 3201892"/>
              <a:gd name="connsiteY109" fmla="*/ 2144087 h 2148314"/>
              <a:gd name="connsiteX110" fmla="*/ 0 w 3201892"/>
              <a:gd name="connsiteY110" fmla="*/ 958944 h 2148314"/>
              <a:gd name="connsiteX111" fmla="*/ 2327 w 3201892"/>
              <a:gd name="connsiteY111" fmla="*/ 961039 h 2148314"/>
              <a:gd name="connsiteX112" fmla="*/ 1104679 w 3201892"/>
              <a:gd name="connsiteY112" fmla="*/ 2057470 h 2148314"/>
              <a:gd name="connsiteX113" fmla="*/ 1117996 w 3201892"/>
              <a:gd name="connsiteY113" fmla="*/ 2072267 h 2148314"/>
              <a:gd name="connsiteX114" fmla="*/ 1120953 w 3201892"/>
              <a:gd name="connsiteY114" fmla="*/ 2088544 h 2148314"/>
              <a:gd name="connsiteX115" fmla="*/ 1163864 w 3201892"/>
              <a:gd name="connsiteY115" fmla="*/ 2128493 h 2148314"/>
              <a:gd name="connsiteX116" fmla="*/ 1175701 w 3201892"/>
              <a:gd name="connsiteY116" fmla="*/ 2143290 h 2148314"/>
              <a:gd name="connsiteX117" fmla="*/ 1147587 w 3201892"/>
              <a:gd name="connsiteY117" fmla="*/ 2147730 h 2148314"/>
              <a:gd name="connsiteX118" fmla="*/ 110344 w 3201892"/>
              <a:gd name="connsiteY118" fmla="*/ 2147730 h 2148314"/>
              <a:gd name="connsiteX119" fmla="*/ 12687 w 3201892"/>
              <a:gd name="connsiteY119" fmla="*/ 2147730 h 214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201892" h="2148314">
                <a:moveTo>
                  <a:pt x="2501155" y="1847914"/>
                </a:moveTo>
                <a:cubicBezTo>
                  <a:pt x="2503421" y="1874271"/>
                  <a:pt x="2513686" y="1900998"/>
                  <a:pt x="2534032" y="1925783"/>
                </a:cubicBezTo>
                <a:cubicBezTo>
                  <a:pt x="2536989" y="1928740"/>
                  <a:pt x="2539949" y="1933180"/>
                  <a:pt x="2542909" y="1936140"/>
                </a:cubicBezTo>
                <a:cubicBezTo>
                  <a:pt x="2579900" y="1979049"/>
                  <a:pt x="2625771" y="1996805"/>
                  <a:pt x="2680517" y="1990888"/>
                </a:cubicBezTo>
                <a:cubicBezTo>
                  <a:pt x="2726388" y="1984968"/>
                  <a:pt x="2760419" y="1961294"/>
                  <a:pt x="2788533" y="1925783"/>
                </a:cubicBezTo>
                <a:cubicBezTo>
                  <a:pt x="2810728" y="1894709"/>
                  <a:pt x="2825525" y="1860677"/>
                  <a:pt x="2819605" y="1819246"/>
                </a:cubicBezTo>
                <a:cubicBezTo>
                  <a:pt x="2806288" y="1733424"/>
                  <a:pt x="2727868" y="1672759"/>
                  <a:pt x="2640566" y="1683116"/>
                </a:cubicBezTo>
                <a:cubicBezTo>
                  <a:pt x="2559555" y="1693104"/>
                  <a:pt x="2494357" y="1768844"/>
                  <a:pt x="2501155" y="1847914"/>
                </a:cubicBezTo>
                <a:close/>
                <a:moveTo>
                  <a:pt x="1615856" y="388573"/>
                </a:moveTo>
                <a:cubicBezTo>
                  <a:pt x="1614238" y="400757"/>
                  <a:pt x="1614238" y="412733"/>
                  <a:pt x="1615902" y="424478"/>
                </a:cubicBezTo>
                <a:cubicBezTo>
                  <a:pt x="1619231" y="447968"/>
                  <a:pt x="1629218" y="470533"/>
                  <a:pt x="1646234" y="491987"/>
                </a:cubicBezTo>
                <a:cubicBezTo>
                  <a:pt x="1663991" y="515662"/>
                  <a:pt x="1683228" y="534898"/>
                  <a:pt x="1709860" y="546735"/>
                </a:cubicBezTo>
                <a:cubicBezTo>
                  <a:pt x="1766088" y="573369"/>
                  <a:pt x="1850430" y="567450"/>
                  <a:pt x="1903696" y="491987"/>
                </a:cubicBezTo>
                <a:cubicBezTo>
                  <a:pt x="1922932" y="466833"/>
                  <a:pt x="1934769" y="440199"/>
                  <a:pt x="1934769" y="407647"/>
                </a:cubicBezTo>
                <a:cubicBezTo>
                  <a:pt x="1933290" y="361777"/>
                  <a:pt x="1915533" y="324785"/>
                  <a:pt x="1881501" y="292234"/>
                </a:cubicBezTo>
                <a:cubicBezTo>
                  <a:pt x="1803079" y="216771"/>
                  <a:pt x="1663991" y="249323"/>
                  <a:pt x="1625520" y="351419"/>
                </a:cubicBezTo>
                <a:cubicBezTo>
                  <a:pt x="1620711" y="363997"/>
                  <a:pt x="1617474" y="376389"/>
                  <a:pt x="1615856" y="388573"/>
                </a:cubicBezTo>
                <a:close/>
                <a:moveTo>
                  <a:pt x="1477368" y="1765238"/>
                </a:moveTo>
                <a:cubicBezTo>
                  <a:pt x="1477183" y="1761539"/>
                  <a:pt x="1477552" y="1757839"/>
                  <a:pt x="1477552" y="1754141"/>
                </a:cubicBezTo>
                <a:cubicBezTo>
                  <a:pt x="1477552" y="1197787"/>
                  <a:pt x="1477552" y="641435"/>
                  <a:pt x="1479032" y="86560"/>
                </a:cubicBezTo>
                <a:cubicBezTo>
                  <a:pt x="1479032" y="65844"/>
                  <a:pt x="1479032" y="46609"/>
                  <a:pt x="1479032" y="25892"/>
                </a:cubicBezTo>
                <a:cubicBezTo>
                  <a:pt x="1480512" y="738"/>
                  <a:pt x="1480512" y="738"/>
                  <a:pt x="1505666" y="738"/>
                </a:cubicBezTo>
                <a:cubicBezTo>
                  <a:pt x="1518983" y="738"/>
                  <a:pt x="1533780" y="-2219"/>
                  <a:pt x="1547097" y="3698"/>
                </a:cubicBezTo>
                <a:cubicBezTo>
                  <a:pt x="1643276" y="6658"/>
                  <a:pt x="1737974" y="21455"/>
                  <a:pt x="1832673" y="42169"/>
                </a:cubicBezTo>
                <a:cubicBezTo>
                  <a:pt x="1986558" y="74723"/>
                  <a:pt x="2134523" y="126512"/>
                  <a:pt x="2276571" y="197534"/>
                </a:cubicBezTo>
                <a:cubicBezTo>
                  <a:pt x="2420099" y="270037"/>
                  <a:pt x="2553269" y="358819"/>
                  <a:pt x="2674600" y="463873"/>
                </a:cubicBezTo>
                <a:cubicBezTo>
                  <a:pt x="2684960" y="472753"/>
                  <a:pt x="2695317" y="478670"/>
                  <a:pt x="2702714" y="490507"/>
                </a:cubicBezTo>
                <a:cubicBezTo>
                  <a:pt x="2708634" y="494947"/>
                  <a:pt x="2714551" y="500867"/>
                  <a:pt x="2720471" y="505304"/>
                </a:cubicBezTo>
                <a:cubicBezTo>
                  <a:pt x="2742665" y="524541"/>
                  <a:pt x="2741185" y="521581"/>
                  <a:pt x="2721951" y="540816"/>
                </a:cubicBezTo>
                <a:cubicBezTo>
                  <a:pt x="2716031" y="563012"/>
                  <a:pt x="2704194" y="574850"/>
                  <a:pt x="2682000" y="579287"/>
                </a:cubicBezTo>
                <a:cubicBezTo>
                  <a:pt x="2602097" y="660669"/>
                  <a:pt x="2520715" y="740572"/>
                  <a:pt x="2440815" y="821954"/>
                </a:cubicBezTo>
                <a:cubicBezTo>
                  <a:pt x="2430456" y="832311"/>
                  <a:pt x="2424538" y="833791"/>
                  <a:pt x="2414181" y="820474"/>
                </a:cubicBezTo>
                <a:cubicBezTo>
                  <a:pt x="2347596" y="737612"/>
                  <a:pt x="2239580" y="706540"/>
                  <a:pt x="2141923" y="743531"/>
                </a:cubicBezTo>
                <a:cubicBezTo>
                  <a:pt x="2042786" y="780523"/>
                  <a:pt x="1980638" y="875220"/>
                  <a:pt x="1983598" y="981756"/>
                </a:cubicBezTo>
                <a:cubicBezTo>
                  <a:pt x="1985078" y="1024667"/>
                  <a:pt x="1999875" y="1064619"/>
                  <a:pt x="2019109" y="1101610"/>
                </a:cubicBezTo>
                <a:cubicBezTo>
                  <a:pt x="2029469" y="1113447"/>
                  <a:pt x="2039826" y="1126764"/>
                  <a:pt x="2050183" y="1140081"/>
                </a:cubicBezTo>
                <a:cubicBezTo>
                  <a:pt x="2054623" y="1143041"/>
                  <a:pt x="2057581" y="1147478"/>
                  <a:pt x="2062020" y="1150438"/>
                </a:cubicBezTo>
                <a:cubicBezTo>
                  <a:pt x="2087175" y="1172633"/>
                  <a:pt x="2087175" y="1172633"/>
                  <a:pt x="2062020" y="1197787"/>
                </a:cubicBezTo>
                <a:cubicBezTo>
                  <a:pt x="1872624" y="1387185"/>
                  <a:pt x="1683228" y="1576582"/>
                  <a:pt x="1493829" y="1765978"/>
                </a:cubicBezTo>
                <a:cubicBezTo>
                  <a:pt x="1489392" y="1770418"/>
                  <a:pt x="1487912" y="1774856"/>
                  <a:pt x="1480512" y="1776335"/>
                </a:cubicBezTo>
                <a:cubicBezTo>
                  <a:pt x="1478294" y="1772636"/>
                  <a:pt x="1477554" y="1768937"/>
                  <a:pt x="1477368" y="1765238"/>
                </a:cubicBezTo>
                <a:close/>
                <a:moveTo>
                  <a:pt x="1424283" y="2140333"/>
                </a:moveTo>
                <a:cubicBezTo>
                  <a:pt x="1443520" y="2122576"/>
                  <a:pt x="1461274" y="2104822"/>
                  <a:pt x="1480511" y="2087065"/>
                </a:cubicBezTo>
                <a:cubicBezTo>
                  <a:pt x="1563371" y="2005683"/>
                  <a:pt x="1644753" y="1922823"/>
                  <a:pt x="1727613" y="1839961"/>
                </a:cubicBezTo>
                <a:cubicBezTo>
                  <a:pt x="1808995" y="1758581"/>
                  <a:pt x="1891858" y="1677198"/>
                  <a:pt x="1973238" y="1594336"/>
                </a:cubicBezTo>
                <a:cubicBezTo>
                  <a:pt x="1983597" y="1583979"/>
                  <a:pt x="1990994" y="1582499"/>
                  <a:pt x="2004311" y="1591379"/>
                </a:cubicBezTo>
                <a:cubicBezTo>
                  <a:pt x="2109368" y="1665361"/>
                  <a:pt x="2251416" y="1644645"/>
                  <a:pt x="2332796" y="1544028"/>
                </a:cubicBezTo>
                <a:cubicBezTo>
                  <a:pt x="2337236" y="1539590"/>
                  <a:pt x="2340195" y="1535151"/>
                  <a:pt x="2344633" y="1530711"/>
                </a:cubicBezTo>
                <a:cubicBezTo>
                  <a:pt x="2356470" y="1505557"/>
                  <a:pt x="2371267" y="1481882"/>
                  <a:pt x="2377187" y="1453768"/>
                </a:cubicBezTo>
                <a:cubicBezTo>
                  <a:pt x="2393464" y="1384225"/>
                  <a:pt x="2384584" y="1317640"/>
                  <a:pt x="2343153" y="1258452"/>
                </a:cubicBezTo>
                <a:cubicBezTo>
                  <a:pt x="2331316" y="1242178"/>
                  <a:pt x="2331316" y="1231820"/>
                  <a:pt x="2347593" y="1219981"/>
                </a:cubicBezTo>
                <a:cubicBezTo>
                  <a:pt x="2353513" y="1215544"/>
                  <a:pt x="2357950" y="1211104"/>
                  <a:pt x="2362390" y="1206664"/>
                </a:cubicBezTo>
                <a:cubicBezTo>
                  <a:pt x="2424535" y="1143039"/>
                  <a:pt x="2488161" y="1079413"/>
                  <a:pt x="2551786" y="1015788"/>
                </a:cubicBezTo>
                <a:cubicBezTo>
                  <a:pt x="2569543" y="998033"/>
                  <a:pt x="2585820" y="980277"/>
                  <a:pt x="2603575" y="962520"/>
                </a:cubicBezTo>
                <a:cubicBezTo>
                  <a:pt x="2606534" y="956602"/>
                  <a:pt x="2608014" y="949205"/>
                  <a:pt x="2613932" y="943285"/>
                </a:cubicBezTo>
                <a:cubicBezTo>
                  <a:pt x="2631689" y="925528"/>
                  <a:pt x="2649445" y="907774"/>
                  <a:pt x="2667200" y="890017"/>
                </a:cubicBezTo>
                <a:cubicBezTo>
                  <a:pt x="2677559" y="879660"/>
                  <a:pt x="2687917" y="879660"/>
                  <a:pt x="2696794" y="890017"/>
                </a:cubicBezTo>
                <a:cubicBezTo>
                  <a:pt x="2718988" y="913691"/>
                  <a:pt x="2739705" y="935888"/>
                  <a:pt x="2760419" y="961042"/>
                </a:cubicBezTo>
                <a:cubicBezTo>
                  <a:pt x="2764859" y="966959"/>
                  <a:pt x="2764859" y="974359"/>
                  <a:pt x="2766339" y="981756"/>
                </a:cubicBezTo>
                <a:cubicBezTo>
                  <a:pt x="2829964" y="1060179"/>
                  <a:pt x="2889150" y="1143039"/>
                  <a:pt x="2939458" y="1230341"/>
                </a:cubicBezTo>
                <a:cubicBezTo>
                  <a:pt x="2952775" y="1252535"/>
                  <a:pt x="2964613" y="1274729"/>
                  <a:pt x="2976450" y="1296924"/>
                </a:cubicBezTo>
                <a:cubicBezTo>
                  <a:pt x="3009004" y="1354632"/>
                  <a:pt x="3037118" y="1415297"/>
                  <a:pt x="3062272" y="1477443"/>
                </a:cubicBezTo>
                <a:cubicBezTo>
                  <a:pt x="3125897" y="1632807"/>
                  <a:pt x="3167326" y="1794092"/>
                  <a:pt x="3188043" y="1959814"/>
                </a:cubicBezTo>
                <a:cubicBezTo>
                  <a:pt x="3191002" y="1979049"/>
                  <a:pt x="3191002" y="1999765"/>
                  <a:pt x="3195440" y="2020480"/>
                </a:cubicBezTo>
                <a:cubicBezTo>
                  <a:pt x="3195440" y="2054511"/>
                  <a:pt x="3199880" y="2087065"/>
                  <a:pt x="3201360" y="2119617"/>
                </a:cubicBezTo>
                <a:cubicBezTo>
                  <a:pt x="3202840" y="2143293"/>
                  <a:pt x="3202840" y="2144773"/>
                  <a:pt x="3179163" y="2144773"/>
                </a:cubicBezTo>
                <a:cubicBezTo>
                  <a:pt x="2933541" y="2144773"/>
                  <a:pt x="2687917" y="2144773"/>
                  <a:pt x="2442292" y="2144773"/>
                </a:cubicBezTo>
                <a:cubicBezTo>
                  <a:pt x="2112326" y="2144773"/>
                  <a:pt x="1780881" y="2144773"/>
                  <a:pt x="1450917" y="2144773"/>
                </a:cubicBezTo>
                <a:cubicBezTo>
                  <a:pt x="1442040" y="2144773"/>
                  <a:pt x="1431680" y="2147731"/>
                  <a:pt x="1424283" y="2140333"/>
                </a:cubicBezTo>
                <a:close/>
                <a:moveTo>
                  <a:pt x="87779" y="1650933"/>
                </a:moveTo>
                <a:cubicBezTo>
                  <a:pt x="91108" y="1676827"/>
                  <a:pt x="102205" y="1701611"/>
                  <a:pt x="120701" y="1724546"/>
                </a:cubicBezTo>
                <a:cubicBezTo>
                  <a:pt x="162132" y="1776335"/>
                  <a:pt x="215400" y="1798529"/>
                  <a:pt x="280505" y="1785212"/>
                </a:cubicBezTo>
                <a:cubicBezTo>
                  <a:pt x="318977" y="1776335"/>
                  <a:pt x="348571" y="1754140"/>
                  <a:pt x="372245" y="1724546"/>
                </a:cubicBezTo>
                <a:cubicBezTo>
                  <a:pt x="398879" y="1691993"/>
                  <a:pt x="410716" y="1655001"/>
                  <a:pt x="404797" y="1612093"/>
                </a:cubicBezTo>
                <a:cubicBezTo>
                  <a:pt x="392959" y="1535150"/>
                  <a:pt x="320457" y="1473002"/>
                  <a:pt x="240554" y="1477442"/>
                </a:cubicBezTo>
                <a:cubicBezTo>
                  <a:pt x="175449" y="1481882"/>
                  <a:pt x="128100" y="1512954"/>
                  <a:pt x="101466" y="1570661"/>
                </a:cubicBezTo>
                <a:cubicBezTo>
                  <a:pt x="88889" y="1598036"/>
                  <a:pt x="84450" y="1625039"/>
                  <a:pt x="87779" y="1650933"/>
                </a:cubicBezTo>
                <a:close/>
                <a:moveTo>
                  <a:pt x="0" y="832939"/>
                </a:moveTo>
                <a:lnTo>
                  <a:pt x="0" y="803651"/>
                </a:lnTo>
                <a:lnTo>
                  <a:pt x="21564" y="784960"/>
                </a:lnTo>
                <a:cubicBezTo>
                  <a:pt x="61515" y="745009"/>
                  <a:pt x="105904" y="709498"/>
                  <a:pt x="151775" y="675466"/>
                </a:cubicBezTo>
                <a:cubicBezTo>
                  <a:pt x="295303" y="565970"/>
                  <a:pt x="452147" y="480150"/>
                  <a:pt x="620827" y="416525"/>
                </a:cubicBezTo>
                <a:cubicBezTo>
                  <a:pt x="774712" y="358817"/>
                  <a:pt x="931557" y="321825"/>
                  <a:pt x="1094321" y="304069"/>
                </a:cubicBezTo>
                <a:cubicBezTo>
                  <a:pt x="1126873" y="299631"/>
                  <a:pt x="1160904" y="295191"/>
                  <a:pt x="1193458" y="296671"/>
                </a:cubicBezTo>
                <a:cubicBezTo>
                  <a:pt x="1194938" y="296671"/>
                  <a:pt x="1194938" y="295191"/>
                  <a:pt x="1196418" y="295191"/>
                </a:cubicBezTo>
                <a:cubicBezTo>
                  <a:pt x="1197898" y="295191"/>
                  <a:pt x="1197898" y="295191"/>
                  <a:pt x="1199376" y="295191"/>
                </a:cubicBezTo>
                <a:cubicBezTo>
                  <a:pt x="1240807" y="284834"/>
                  <a:pt x="1248206" y="292231"/>
                  <a:pt x="1248206" y="336622"/>
                </a:cubicBezTo>
                <a:cubicBezTo>
                  <a:pt x="1248206" y="916651"/>
                  <a:pt x="1248206" y="1496679"/>
                  <a:pt x="1248206" y="2076706"/>
                </a:cubicBezTo>
                <a:cubicBezTo>
                  <a:pt x="1249686" y="2078186"/>
                  <a:pt x="1249686" y="2079666"/>
                  <a:pt x="1248206" y="2081145"/>
                </a:cubicBezTo>
                <a:cubicBezTo>
                  <a:pt x="1237847" y="2082625"/>
                  <a:pt x="1234889" y="2078186"/>
                  <a:pt x="1234889" y="2069308"/>
                </a:cubicBezTo>
                <a:cubicBezTo>
                  <a:pt x="1228970" y="2061911"/>
                  <a:pt x="1223052" y="2055991"/>
                  <a:pt x="1215653" y="2048594"/>
                </a:cubicBezTo>
                <a:cubicBezTo>
                  <a:pt x="984825" y="1817766"/>
                  <a:pt x="752518" y="1585459"/>
                  <a:pt x="521690" y="1354632"/>
                </a:cubicBezTo>
                <a:cubicBezTo>
                  <a:pt x="517251" y="1350192"/>
                  <a:pt x="514293" y="1345752"/>
                  <a:pt x="509853" y="1341315"/>
                </a:cubicBezTo>
                <a:cubicBezTo>
                  <a:pt x="521690" y="1332435"/>
                  <a:pt x="537967" y="1339835"/>
                  <a:pt x="549804" y="1333915"/>
                </a:cubicBezTo>
                <a:cubicBezTo>
                  <a:pt x="554244" y="1333915"/>
                  <a:pt x="558682" y="1333915"/>
                  <a:pt x="563121" y="1333915"/>
                </a:cubicBezTo>
                <a:cubicBezTo>
                  <a:pt x="563121" y="1323558"/>
                  <a:pt x="571999" y="1322078"/>
                  <a:pt x="579398" y="1319118"/>
                </a:cubicBezTo>
                <a:cubicBezTo>
                  <a:pt x="613430" y="1307281"/>
                  <a:pt x="644504" y="1291006"/>
                  <a:pt x="672616" y="1267330"/>
                </a:cubicBezTo>
                <a:cubicBezTo>
                  <a:pt x="690372" y="1252535"/>
                  <a:pt x="702209" y="1231818"/>
                  <a:pt x="718486" y="1215541"/>
                </a:cubicBezTo>
                <a:cubicBezTo>
                  <a:pt x="722924" y="1215541"/>
                  <a:pt x="727364" y="1212584"/>
                  <a:pt x="730323" y="1211104"/>
                </a:cubicBezTo>
                <a:cubicBezTo>
                  <a:pt x="742161" y="1185950"/>
                  <a:pt x="752518" y="1157836"/>
                  <a:pt x="758437" y="1129722"/>
                </a:cubicBezTo>
                <a:cubicBezTo>
                  <a:pt x="761395" y="1106047"/>
                  <a:pt x="761395" y="1082373"/>
                  <a:pt x="758437" y="1058699"/>
                </a:cubicBezTo>
                <a:cubicBezTo>
                  <a:pt x="749558" y="1018748"/>
                  <a:pt x="736241" y="980276"/>
                  <a:pt x="711087" y="947723"/>
                </a:cubicBezTo>
                <a:cubicBezTo>
                  <a:pt x="672616" y="900374"/>
                  <a:pt x="623787" y="869300"/>
                  <a:pt x="563121" y="858943"/>
                </a:cubicBezTo>
                <a:cubicBezTo>
                  <a:pt x="560162" y="858943"/>
                  <a:pt x="557202" y="857463"/>
                  <a:pt x="554244" y="855983"/>
                </a:cubicBezTo>
                <a:cubicBezTo>
                  <a:pt x="530568" y="853025"/>
                  <a:pt x="506893" y="853025"/>
                  <a:pt x="483219" y="855983"/>
                </a:cubicBezTo>
                <a:cubicBezTo>
                  <a:pt x="452147" y="861903"/>
                  <a:pt x="422554" y="869300"/>
                  <a:pt x="394440" y="887057"/>
                </a:cubicBezTo>
                <a:cubicBezTo>
                  <a:pt x="318977" y="934406"/>
                  <a:pt x="280506" y="1002471"/>
                  <a:pt x="277546" y="1089771"/>
                </a:cubicBezTo>
                <a:cubicBezTo>
                  <a:pt x="277546" y="1092730"/>
                  <a:pt x="277546" y="1095690"/>
                  <a:pt x="277546" y="1098650"/>
                </a:cubicBezTo>
                <a:cubicBezTo>
                  <a:pt x="276066" y="1098650"/>
                  <a:pt x="276066" y="1100128"/>
                  <a:pt x="273106" y="1106047"/>
                </a:cubicBezTo>
                <a:close/>
                <a:moveTo>
                  <a:pt x="0" y="2144087"/>
                </a:moveTo>
                <a:lnTo>
                  <a:pt x="0" y="958944"/>
                </a:lnTo>
                <a:lnTo>
                  <a:pt x="2327" y="961039"/>
                </a:lnTo>
                <a:cubicBezTo>
                  <a:pt x="369285" y="1326517"/>
                  <a:pt x="734761" y="1693473"/>
                  <a:pt x="1104679" y="2057470"/>
                </a:cubicBezTo>
                <a:cubicBezTo>
                  <a:pt x="1109116" y="2063390"/>
                  <a:pt x="1113556" y="2067828"/>
                  <a:pt x="1117996" y="2072267"/>
                </a:cubicBezTo>
                <a:cubicBezTo>
                  <a:pt x="1122433" y="2076705"/>
                  <a:pt x="1123913" y="2082625"/>
                  <a:pt x="1120953" y="2088544"/>
                </a:cubicBezTo>
                <a:cubicBezTo>
                  <a:pt x="1135750" y="2101861"/>
                  <a:pt x="1147587" y="2118136"/>
                  <a:pt x="1163864" y="2128493"/>
                </a:cubicBezTo>
                <a:cubicBezTo>
                  <a:pt x="1174222" y="2128493"/>
                  <a:pt x="1178661" y="2132933"/>
                  <a:pt x="1175701" y="2143290"/>
                </a:cubicBezTo>
                <a:cubicBezTo>
                  <a:pt x="1168304" y="2150690"/>
                  <a:pt x="1157947" y="2147730"/>
                  <a:pt x="1147587" y="2147730"/>
                </a:cubicBezTo>
                <a:cubicBezTo>
                  <a:pt x="801346" y="2147730"/>
                  <a:pt x="456585" y="2147730"/>
                  <a:pt x="110344" y="2147730"/>
                </a:cubicBezTo>
                <a:cubicBezTo>
                  <a:pt x="77792" y="2147730"/>
                  <a:pt x="45238" y="2147730"/>
                  <a:pt x="12687" y="214773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701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8CC2A8B0-31DB-4765-943B-144A953BD880}"/>
              </a:ext>
            </a:extLst>
          </p:cNvPr>
          <p:cNvSpPr/>
          <p:nvPr userDrawn="1"/>
        </p:nvSpPr>
        <p:spPr>
          <a:xfrm flipH="1">
            <a:off x="10564162" y="5765800"/>
            <a:ext cx="1627837" cy="1092200"/>
          </a:xfrm>
          <a:custGeom>
            <a:avLst/>
            <a:gdLst>
              <a:gd name="connsiteX0" fmla="*/ 2501155 w 3201892"/>
              <a:gd name="connsiteY0" fmla="*/ 1847914 h 2148314"/>
              <a:gd name="connsiteX1" fmla="*/ 2534032 w 3201892"/>
              <a:gd name="connsiteY1" fmla="*/ 1925783 h 2148314"/>
              <a:gd name="connsiteX2" fmla="*/ 2542909 w 3201892"/>
              <a:gd name="connsiteY2" fmla="*/ 1936140 h 2148314"/>
              <a:gd name="connsiteX3" fmla="*/ 2680517 w 3201892"/>
              <a:gd name="connsiteY3" fmla="*/ 1990888 h 2148314"/>
              <a:gd name="connsiteX4" fmla="*/ 2788533 w 3201892"/>
              <a:gd name="connsiteY4" fmla="*/ 1925783 h 2148314"/>
              <a:gd name="connsiteX5" fmla="*/ 2819605 w 3201892"/>
              <a:gd name="connsiteY5" fmla="*/ 1819246 h 2148314"/>
              <a:gd name="connsiteX6" fmla="*/ 2640566 w 3201892"/>
              <a:gd name="connsiteY6" fmla="*/ 1683116 h 2148314"/>
              <a:gd name="connsiteX7" fmla="*/ 2501155 w 3201892"/>
              <a:gd name="connsiteY7" fmla="*/ 1847914 h 2148314"/>
              <a:gd name="connsiteX8" fmla="*/ 1615856 w 3201892"/>
              <a:gd name="connsiteY8" fmla="*/ 388573 h 2148314"/>
              <a:gd name="connsiteX9" fmla="*/ 1615902 w 3201892"/>
              <a:gd name="connsiteY9" fmla="*/ 424478 h 2148314"/>
              <a:gd name="connsiteX10" fmla="*/ 1646234 w 3201892"/>
              <a:gd name="connsiteY10" fmla="*/ 491987 h 2148314"/>
              <a:gd name="connsiteX11" fmla="*/ 1709860 w 3201892"/>
              <a:gd name="connsiteY11" fmla="*/ 546735 h 2148314"/>
              <a:gd name="connsiteX12" fmla="*/ 1903696 w 3201892"/>
              <a:gd name="connsiteY12" fmla="*/ 491987 h 2148314"/>
              <a:gd name="connsiteX13" fmla="*/ 1934769 w 3201892"/>
              <a:gd name="connsiteY13" fmla="*/ 407647 h 2148314"/>
              <a:gd name="connsiteX14" fmla="*/ 1881501 w 3201892"/>
              <a:gd name="connsiteY14" fmla="*/ 292234 h 2148314"/>
              <a:gd name="connsiteX15" fmla="*/ 1625520 w 3201892"/>
              <a:gd name="connsiteY15" fmla="*/ 351419 h 2148314"/>
              <a:gd name="connsiteX16" fmla="*/ 1615856 w 3201892"/>
              <a:gd name="connsiteY16" fmla="*/ 388573 h 2148314"/>
              <a:gd name="connsiteX17" fmla="*/ 1477368 w 3201892"/>
              <a:gd name="connsiteY17" fmla="*/ 1765238 h 2148314"/>
              <a:gd name="connsiteX18" fmla="*/ 1477552 w 3201892"/>
              <a:gd name="connsiteY18" fmla="*/ 1754141 h 2148314"/>
              <a:gd name="connsiteX19" fmla="*/ 1479032 w 3201892"/>
              <a:gd name="connsiteY19" fmla="*/ 86560 h 2148314"/>
              <a:gd name="connsiteX20" fmla="*/ 1479032 w 3201892"/>
              <a:gd name="connsiteY20" fmla="*/ 25892 h 2148314"/>
              <a:gd name="connsiteX21" fmla="*/ 1505666 w 3201892"/>
              <a:gd name="connsiteY21" fmla="*/ 738 h 2148314"/>
              <a:gd name="connsiteX22" fmla="*/ 1547097 w 3201892"/>
              <a:gd name="connsiteY22" fmla="*/ 3698 h 2148314"/>
              <a:gd name="connsiteX23" fmla="*/ 1832673 w 3201892"/>
              <a:gd name="connsiteY23" fmla="*/ 42169 h 2148314"/>
              <a:gd name="connsiteX24" fmla="*/ 2276571 w 3201892"/>
              <a:gd name="connsiteY24" fmla="*/ 197534 h 2148314"/>
              <a:gd name="connsiteX25" fmla="*/ 2674600 w 3201892"/>
              <a:gd name="connsiteY25" fmla="*/ 463873 h 2148314"/>
              <a:gd name="connsiteX26" fmla="*/ 2702714 w 3201892"/>
              <a:gd name="connsiteY26" fmla="*/ 490507 h 2148314"/>
              <a:gd name="connsiteX27" fmla="*/ 2720471 w 3201892"/>
              <a:gd name="connsiteY27" fmla="*/ 505304 h 2148314"/>
              <a:gd name="connsiteX28" fmla="*/ 2721951 w 3201892"/>
              <a:gd name="connsiteY28" fmla="*/ 540816 h 2148314"/>
              <a:gd name="connsiteX29" fmla="*/ 2682000 w 3201892"/>
              <a:gd name="connsiteY29" fmla="*/ 579287 h 2148314"/>
              <a:gd name="connsiteX30" fmla="*/ 2440815 w 3201892"/>
              <a:gd name="connsiteY30" fmla="*/ 821954 h 2148314"/>
              <a:gd name="connsiteX31" fmla="*/ 2414181 w 3201892"/>
              <a:gd name="connsiteY31" fmla="*/ 820474 h 2148314"/>
              <a:gd name="connsiteX32" fmla="*/ 2141923 w 3201892"/>
              <a:gd name="connsiteY32" fmla="*/ 743531 h 2148314"/>
              <a:gd name="connsiteX33" fmla="*/ 1983598 w 3201892"/>
              <a:gd name="connsiteY33" fmla="*/ 981756 h 2148314"/>
              <a:gd name="connsiteX34" fmla="*/ 2019109 w 3201892"/>
              <a:gd name="connsiteY34" fmla="*/ 1101610 h 2148314"/>
              <a:gd name="connsiteX35" fmla="*/ 2050183 w 3201892"/>
              <a:gd name="connsiteY35" fmla="*/ 1140081 h 2148314"/>
              <a:gd name="connsiteX36" fmla="*/ 2062020 w 3201892"/>
              <a:gd name="connsiteY36" fmla="*/ 1150438 h 2148314"/>
              <a:gd name="connsiteX37" fmla="*/ 2062020 w 3201892"/>
              <a:gd name="connsiteY37" fmla="*/ 1197787 h 2148314"/>
              <a:gd name="connsiteX38" fmla="*/ 1493829 w 3201892"/>
              <a:gd name="connsiteY38" fmla="*/ 1765978 h 2148314"/>
              <a:gd name="connsiteX39" fmla="*/ 1480512 w 3201892"/>
              <a:gd name="connsiteY39" fmla="*/ 1776335 h 2148314"/>
              <a:gd name="connsiteX40" fmla="*/ 1477368 w 3201892"/>
              <a:gd name="connsiteY40" fmla="*/ 1765238 h 2148314"/>
              <a:gd name="connsiteX41" fmla="*/ 1424283 w 3201892"/>
              <a:gd name="connsiteY41" fmla="*/ 2140333 h 2148314"/>
              <a:gd name="connsiteX42" fmla="*/ 1480511 w 3201892"/>
              <a:gd name="connsiteY42" fmla="*/ 2087065 h 2148314"/>
              <a:gd name="connsiteX43" fmla="*/ 1727613 w 3201892"/>
              <a:gd name="connsiteY43" fmla="*/ 1839961 h 2148314"/>
              <a:gd name="connsiteX44" fmla="*/ 1973238 w 3201892"/>
              <a:gd name="connsiteY44" fmla="*/ 1594336 h 2148314"/>
              <a:gd name="connsiteX45" fmla="*/ 2004311 w 3201892"/>
              <a:gd name="connsiteY45" fmla="*/ 1591379 h 2148314"/>
              <a:gd name="connsiteX46" fmla="*/ 2332796 w 3201892"/>
              <a:gd name="connsiteY46" fmla="*/ 1544028 h 2148314"/>
              <a:gd name="connsiteX47" fmla="*/ 2344633 w 3201892"/>
              <a:gd name="connsiteY47" fmla="*/ 1530711 h 2148314"/>
              <a:gd name="connsiteX48" fmla="*/ 2377187 w 3201892"/>
              <a:gd name="connsiteY48" fmla="*/ 1453768 h 2148314"/>
              <a:gd name="connsiteX49" fmla="*/ 2343153 w 3201892"/>
              <a:gd name="connsiteY49" fmla="*/ 1258452 h 2148314"/>
              <a:gd name="connsiteX50" fmla="*/ 2347593 w 3201892"/>
              <a:gd name="connsiteY50" fmla="*/ 1219981 h 2148314"/>
              <a:gd name="connsiteX51" fmla="*/ 2362390 w 3201892"/>
              <a:gd name="connsiteY51" fmla="*/ 1206664 h 2148314"/>
              <a:gd name="connsiteX52" fmla="*/ 2551786 w 3201892"/>
              <a:gd name="connsiteY52" fmla="*/ 1015788 h 2148314"/>
              <a:gd name="connsiteX53" fmla="*/ 2603575 w 3201892"/>
              <a:gd name="connsiteY53" fmla="*/ 962520 h 2148314"/>
              <a:gd name="connsiteX54" fmla="*/ 2613932 w 3201892"/>
              <a:gd name="connsiteY54" fmla="*/ 943285 h 2148314"/>
              <a:gd name="connsiteX55" fmla="*/ 2667200 w 3201892"/>
              <a:gd name="connsiteY55" fmla="*/ 890017 h 2148314"/>
              <a:gd name="connsiteX56" fmla="*/ 2696794 w 3201892"/>
              <a:gd name="connsiteY56" fmla="*/ 890017 h 2148314"/>
              <a:gd name="connsiteX57" fmla="*/ 2760419 w 3201892"/>
              <a:gd name="connsiteY57" fmla="*/ 961042 h 2148314"/>
              <a:gd name="connsiteX58" fmla="*/ 2766339 w 3201892"/>
              <a:gd name="connsiteY58" fmla="*/ 981756 h 2148314"/>
              <a:gd name="connsiteX59" fmla="*/ 2939458 w 3201892"/>
              <a:gd name="connsiteY59" fmla="*/ 1230341 h 2148314"/>
              <a:gd name="connsiteX60" fmla="*/ 2976450 w 3201892"/>
              <a:gd name="connsiteY60" fmla="*/ 1296924 h 2148314"/>
              <a:gd name="connsiteX61" fmla="*/ 3062272 w 3201892"/>
              <a:gd name="connsiteY61" fmla="*/ 1477443 h 2148314"/>
              <a:gd name="connsiteX62" fmla="*/ 3188043 w 3201892"/>
              <a:gd name="connsiteY62" fmla="*/ 1959814 h 2148314"/>
              <a:gd name="connsiteX63" fmla="*/ 3195440 w 3201892"/>
              <a:gd name="connsiteY63" fmla="*/ 2020480 h 2148314"/>
              <a:gd name="connsiteX64" fmla="*/ 3201360 w 3201892"/>
              <a:gd name="connsiteY64" fmla="*/ 2119617 h 2148314"/>
              <a:gd name="connsiteX65" fmla="*/ 3179163 w 3201892"/>
              <a:gd name="connsiteY65" fmla="*/ 2144773 h 2148314"/>
              <a:gd name="connsiteX66" fmla="*/ 2442292 w 3201892"/>
              <a:gd name="connsiteY66" fmla="*/ 2144773 h 2148314"/>
              <a:gd name="connsiteX67" fmla="*/ 1450917 w 3201892"/>
              <a:gd name="connsiteY67" fmla="*/ 2144773 h 2148314"/>
              <a:gd name="connsiteX68" fmla="*/ 1424283 w 3201892"/>
              <a:gd name="connsiteY68" fmla="*/ 2140333 h 2148314"/>
              <a:gd name="connsiteX69" fmla="*/ 87779 w 3201892"/>
              <a:gd name="connsiteY69" fmla="*/ 1650933 h 2148314"/>
              <a:gd name="connsiteX70" fmla="*/ 120701 w 3201892"/>
              <a:gd name="connsiteY70" fmla="*/ 1724546 h 2148314"/>
              <a:gd name="connsiteX71" fmla="*/ 280505 w 3201892"/>
              <a:gd name="connsiteY71" fmla="*/ 1785212 h 2148314"/>
              <a:gd name="connsiteX72" fmla="*/ 372245 w 3201892"/>
              <a:gd name="connsiteY72" fmla="*/ 1724546 h 2148314"/>
              <a:gd name="connsiteX73" fmla="*/ 404797 w 3201892"/>
              <a:gd name="connsiteY73" fmla="*/ 1612093 h 2148314"/>
              <a:gd name="connsiteX74" fmla="*/ 240554 w 3201892"/>
              <a:gd name="connsiteY74" fmla="*/ 1477442 h 2148314"/>
              <a:gd name="connsiteX75" fmla="*/ 101466 w 3201892"/>
              <a:gd name="connsiteY75" fmla="*/ 1570661 h 2148314"/>
              <a:gd name="connsiteX76" fmla="*/ 87779 w 3201892"/>
              <a:gd name="connsiteY76" fmla="*/ 1650933 h 2148314"/>
              <a:gd name="connsiteX77" fmla="*/ 0 w 3201892"/>
              <a:gd name="connsiteY77" fmla="*/ 832939 h 2148314"/>
              <a:gd name="connsiteX78" fmla="*/ 0 w 3201892"/>
              <a:gd name="connsiteY78" fmla="*/ 803651 h 2148314"/>
              <a:gd name="connsiteX79" fmla="*/ 21564 w 3201892"/>
              <a:gd name="connsiteY79" fmla="*/ 784960 h 2148314"/>
              <a:gd name="connsiteX80" fmla="*/ 151775 w 3201892"/>
              <a:gd name="connsiteY80" fmla="*/ 675466 h 2148314"/>
              <a:gd name="connsiteX81" fmla="*/ 620827 w 3201892"/>
              <a:gd name="connsiteY81" fmla="*/ 416525 h 2148314"/>
              <a:gd name="connsiteX82" fmla="*/ 1094321 w 3201892"/>
              <a:gd name="connsiteY82" fmla="*/ 304069 h 2148314"/>
              <a:gd name="connsiteX83" fmla="*/ 1193458 w 3201892"/>
              <a:gd name="connsiteY83" fmla="*/ 296671 h 2148314"/>
              <a:gd name="connsiteX84" fmla="*/ 1196418 w 3201892"/>
              <a:gd name="connsiteY84" fmla="*/ 295191 h 2148314"/>
              <a:gd name="connsiteX85" fmla="*/ 1199376 w 3201892"/>
              <a:gd name="connsiteY85" fmla="*/ 295191 h 2148314"/>
              <a:gd name="connsiteX86" fmla="*/ 1248206 w 3201892"/>
              <a:gd name="connsiteY86" fmla="*/ 336622 h 2148314"/>
              <a:gd name="connsiteX87" fmla="*/ 1248206 w 3201892"/>
              <a:gd name="connsiteY87" fmla="*/ 2076706 h 2148314"/>
              <a:gd name="connsiteX88" fmla="*/ 1248206 w 3201892"/>
              <a:gd name="connsiteY88" fmla="*/ 2081145 h 2148314"/>
              <a:gd name="connsiteX89" fmla="*/ 1234889 w 3201892"/>
              <a:gd name="connsiteY89" fmla="*/ 2069308 h 2148314"/>
              <a:gd name="connsiteX90" fmla="*/ 1215653 w 3201892"/>
              <a:gd name="connsiteY90" fmla="*/ 2048594 h 2148314"/>
              <a:gd name="connsiteX91" fmla="*/ 521690 w 3201892"/>
              <a:gd name="connsiteY91" fmla="*/ 1354632 h 2148314"/>
              <a:gd name="connsiteX92" fmla="*/ 509853 w 3201892"/>
              <a:gd name="connsiteY92" fmla="*/ 1341315 h 2148314"/>
              <a:gd name="connsiteX93" fmla="*/ 549804 w 3201892"/>
              <a:gd name="connsiteY93" fmla="*/ 1333915 h 2148314"/>
              <a:gd name="connsiteX94" fmla="*/ 563121 w 3201892"/>
              <a:gd name="connsiteY94" fmla="*/ 1333915 h 2148314"/>
              <a:gd name="connsiteX95" fmla="*/ 579398 w 3201892"/>
              <a:gd name="connsiteY95" fmla="*/ 1319118 h 2148314"/>
              <a:gd name="connsiteX96" fmla="*/ 672616 w 3201892"/>
              <a:gd name="connsiteY96" fmla="*/ 1267330 h 2148314"/>
              <a:gd name="connsiteX97" fmla="*/ 718486 w 3201892"/>
              <a:gd name="connsiteY97" fmla="*/ 1215541 h 2148314"/>
              <a:gd name="connsiteX98" fmla="*/ 730323 w 3201892"/>
              <a:gd name="connsiteY98" fmla="*/ 1211104 h 2148314"/>
              <a:gd name="connsiteX99" fmla="*/ 758437 w 3201892"/>
              <a:gd name="connsiteY99" fmla="*/ 1129722 h 2148314"/>
              <a:gd name="connsiteX100" fmla="*/ 758437 w 3201892"/>
              <a:gd name="connsiteY100" fmla="*/ 1058699 h 2148314"/>
              <a:gd name="connsiteX101" fmla="*/ 711087 w 3201892"/>
              <a:gd name="connsiteY101" fmla="*/ 947723 h 2148314"/>
              <a:gd name="connsiteX102" fmla="*/ 563121 w 3201892"/>
              <a:gd name="connsiteY102" fmla="*/ 858943 h 2148314"/>
              <a:gd name="connsiteX103" fmla="*/ 554244 w 3201892"/>
              <a:gd name="connsiteY103" fmla="*/ 855983 h 2148314"/>
              <a:gd name="connsiteX104" fmla="*/ 483219 w 3201892"/>
              <a:gd name="connsiteY104" fmla="*/ 855983 h 2148314"/>
              <a:gd name="connsiteX105" fmla="*/ 394440 w 3201892"/>
              <a:gd name="connsiteY105" fmla="*/ 887057 h 2148314"/>
              <a:gd name="connsiteX106" fmla="*/ 277546 w 3201892"/>
              <a:gd name="connsiteY106" fmla="*/ 1089771 h 2148314"/>
              <a:gd name="connsiteX107" fmla="*/ 277546 w 3201892"/>
              <a:gd name="connsiteY107" fmla="*/ 1098650 h 2148314"/>
              <a:gd name="connsiteX108" fmla="*/ 273106 w 3201892"/>
              <a:gd name="connsiteY108" fmla="*/ 1106047 h 2148314"/>
              <a:gd name="connsiteX109" fmla="*/ 0 w 3201892"/>
              <a:gd name="connsiteY109" fmla="*/ 2144087 h 2148314"/>
              <a:gd name="connsiteX110" fmla="*/ 0 w 3201892"/>
              <a:gd name="connsiteY110" fmla="*/ 958944 h 2148314"/>
              <a:gd name="connsiteX111" fmla="*/ 2327 w 3201892"/>
              <a:gd name="connsiteY111" fmla="*/ 961039 h 2148314"/>
              <a:gd name="connsiteX112" fmla="*/ 1104679 w 3201892"/>
              <a:gd name="connsiteY112" fmla="*/ 2057470 h 2148314"/>
              <a:gd name="connsiteX113" fmla="*/ 1117996 w 3201892"/>
              <a:gd name="connsiteY113" fmla="*/ 2072267 h 2148314"/>
              <a:gd name="connsiteX114" fmla="*/ 1120953 w 3201892"/>
              <a:gd name="connsiteY114" fmla="*/ 2088544 h 2148314"/>
              <a:gd name="connsiteX115" fmla="*/ 1163864 w 3201892"/>
              <a:gd name="connsiteY115" fmla="*/ 2128493 h 2148314"/>
              <a:gd name="connsiteX116" fmla="*/ 1175701 w 3201892"/>
              <a:gd name="connsiteY116" fmla="*/ 2143290 h 2148314"/>
              <a:gd name="connsiteX117" fmla="*/ 1147587 w 3201892"/>
              <a:gd name="connsiteY117" fmla="*/ 2147730 h 2148314"/>
              <a:gd name="connsiteX118" fmla="*/ 110344 w 3201892"/>
              <a:gd name="connsiteY118" fmla="*/ 2147730 h 2148314"/>
              <a:gd name="connsiteX119" fmla="*/ 12687 w 3201892"/>
              <a:gd name="connsiteY119" fmla="*/ 2147730 h 214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201892" h="2148314">
                <a:moveTo>
                  <a:pt x="2501155" y="1847914"/>
                </a:moveTo>
                <a:cubicBezTo>
                  <a:pt x="2503421" y="1874271"/>
                  <a:pt x="2513686" y="1900998"/>
                  <a:pt x="2534032" y="1925783"/>
                </a:cubicBezTo>
                <a:cubicBezTo>
                  <a:pt x="2536989" y="1928740"/>
                  <a:pt x="2539949" y="1933180"/>
                  <a:pt x="2542909" y="1936140"/>
                </a:cubicBezTo>
                <a:cubicBezTo>
                  <a:pt x="2579900" y="1979049"/>
                  <a:pt x="2625771" y="1996805"/>
                  <a:pt x="2680517" y="1990888"/>
                </a:cubicBezTo>
                <a:cubicBezTo>
                  <a:pt x="2726388" y="1984968"/>
                  <a:pt x="2760419" y="1961294"/>
                  <a:pt x="2788533" y="1925783"/>
                </a:cubicBezTo>
                <a:cubicBezTo>
                  <a:pt x="2810728" y="1894709"/>
                  <a:pt x="2825525" y="1860677"/>
                  <a:pt x="2819605" y="1819246"/>
                </a:cubicBezTo>
                <a:cubicBezTo>
                  <a:pt x="2806288" y="1733424"/>
                  <a:pt x="2727868" y="1672759"/>
                  <a:pt x="2640566" y="1683116"/>
                </a:cubicBezTo>
                <a:cubicBezTo>
                  <a:pt x="2559555" y="1693104"/>
                  <a:pt x="2494357" y="1768844"/>
                  <a:pt x="2501155" y="1847914"/>
                </a:cubicBezTo>
                <a:close/>
                <a:moveTo>
                  <a:pt x="1615856" y="388573"/>
                </a:moveTo>
                <a:cubicBezTo>
                  <a:pt x="1614238" y="400757"/>
                  <a:pt x="1614238" y="412733"/>
                  <a:pt x="1615902" y="424478"/>
                </a:cubicBezTo>
                <a:cubicBezTo>
                  <a:pt x="1619231" y="447968"/>
                  <a:pt x="1629218" y="470533"/>
                  <a:pt x="1646234" y="491987"/>
                </a:cubicBezTo>
                <a:cubicBezTo>
                  <a:pt x="1663991" y="515662"/>
                  <a:pt x="1683228" y="534898"/>
                  <a:pt x="1709860" y="546735"/>
                </a:cubicBezTo>
                <a:cubicBezTo>
                  <a:pt x="1766088" y="573369"/>
                  <a:pt x="1850430" y="567450"/>
                  <a:pt x="1903696" y="491987"/>
                </a:cubicBezTo>
                <a:cubicBezTo>
                  <a:pt x="1922932" y="466833"/>
                  <a:pt x="1934769" y="440199"/>
                  <a:pt x="1934769" y="407647"/>
                </a:cubicBezTo>
                <a:cubicBezTo>
                  <a:pt x="1933290" y="361777"/>
                  <a:pt x="1915533" y="324785"/>
                  <a:pt x="1881501" y="292234"/>
                </a:cubicBezTo>
                <a:cubicBezTo>
                  <a:pt x="1803079" y="216771"/>
                  <a:pt x="1663991" y="249323"/>
                  <a:pt x="1625520" y="351419"/>
                </a:cubicBezTo>
                <a:cubicBezTo>
                  <a:pt x="1620711" y="363997"/>
                  <a:pt x="1617474" y="376389"/>
                  <a:pt x="1615856" y="388573"/>
                </a:cubicBezTo>
                <a:close/>
                <a:moveTo>
                  <a:pt x="1477368" y="1765238"/>
                </a:moveTo>
                <a:cubicBezTo>
                  <a:pt x="1477183" y="1761539"/>
                  <a:pt x="1477552" y="1757839"/>
                  <a:pt x="1477552" y="1754141"/>
                </a:cubicBezTo>
                <a:cubicBezTo>
                  <a:pt x="1477552" y="1197787"/>
                  <a:pt x="1477552" y="641435"/>
                  <a:pt x="1479032" y="86560"/>
                </a:cubicBezTo>
                <a:cubicBezTo>
                  <a:pt x="1479032" y="65844"/>
                  <a:pt x="1479032" y="46609"/>
                  <a:pt x="1479032" y="25892"/>
                </a:cubicBezTo>
                <a:cubicBezTo>
                  <a:pt x="1480512" y="738"/>
                  <a:pt x="1480512" y="738"/>
                  <a:pt x="1505666" y="738"/>
                </a:cubicBezTo>
                <a:cubicBezTo>
                  <a:pt x="1518983" y="738"/>
                  <a:pt x="1533780" y="-2219"/>
                  <a:pt x="1547097" y="3698"/>
                </a:cubicBezTo>
                <a:cubicBezTo>
                  <a:pt x="1643276" y="6658"/>
                  <a:pt x="1737974" y="21455"/>
                  <a:pt x="1832673" y="42169"/>
                </a:cubicBezTo>
                <a:cubicBezTo>
                  <a:pt x="1986558" y="74723"/>
                  <a:pt x="2134523" y="126512"/>
                  <a:pt x="2276571" y="197534"/>
                </a:cubicBezTo>
                <a:cubicBezTo>
                  <a:pt x="2420099" y="270037"/>
                  <a:pt x="2553269" y="358819"/>
                  <a:pt x="2674600" y="463873"/>
                </a:cubicBezTo>
                <a:cubicBezTo>
                  <a:pt x="2684960" y="472753"/>
                  <a:pt x="2695317" y="478670"/>
                  <a:pt x="2702714" y="490507"/>
                </a:cubicBezTo>
                <a:cubicBezTo>
                  <a:pt x="2708634" y="494947"/>
                  <a:pt x="2714551" y="500867"/>
                  <a:pt x="2720471" y="505304"/>
                </a:cubicBezTo>
                <a:cubicBezTo>
                  <a:pt x="2742665" y="524541"/>
                  <a:pt x="2741185" y="521581"/>
                  <a:pt x="2721951" y="540816"/>
                </a:cubicBezTo>
                <a:cubicBezTo>
                  <a:pt x="2716031" y="563012"/>
                  <a:pt x="2704194" y="574850"/>
                  <a:pt x="2682000" y="579287"/>
                </a:cubicBezTo>
                <a:cubicBezTo>
                  <a:pt x="2602097" y="660669"/>
                  <a:pt x="2520715" y="740572"/>
                  <a:pt x="2440815" y="821954"/>
                </a:cubicBezTo>
                <a:cubicBezTo>
                  <a:pt x="2430456" y="832311"/>
                  <a:pt x="2424538" y="833791"/>
                  <a:pt x="2414181" y="820474"/>
                </a:cubicBezTo>
                <a:cubicBezTo>
                  <a:pt x="2347596" y="737612"/>
                  <a:pt x="2239580" y="706540"/>
                  <a:pt x="2141923" y="743531"/>
                </a:cubicBezTo>
                <a:cubicBezTo>
                  <a:pt x="2042786" y="780523"/>
                  <a:pt x="1980638" y="875220"/>
                  <a:pt x="1983598" y="981756"/>
                </a:cubicBezTo>
                <a:cubicBezTo>
                  <a:pt x="1985078" y="1024667"/>
                  <a:pt x="1999875" y="1064619"/>
                  <a:pt x="2019109" y="1101610"/>
                </a:cubicBezTo>
                <a:cubicBezTo>
                  <a:pt x="2029469" y="1113447"/>
                  <a:pt x="2039826" y="1126764"/>
                  <a:pt x="2050183" y="1140081"/>
                </a:cubicBezTo>
                <a:cubicBezTo>
                  <a:pt x="2054623" y="1143041"/>
                  <a:pt x="2057581" y="1147478"/>
                  <a:pt x="2062020" y="1150438"/>
                </a:cubicBezTo>
                <a:cubicBezTo>
                  <a:pt x="2087175" y="1172633"/>
                  <a:pt x="2087175" y="1172633"/>
                  <a:pt x="2062020" y="1197787"/>
                </a:cubicBezTo>
                <a:cubicBezTo>
                  <a:pt x="1872624" y="1387185"/>
                  <a:pt x="1683228" y="1576582"/>
                  <a:pt x="1493829" y="1765978"/>
                </a:cubicBezTo>
                <a:cubicBezTo>
                  <a:pt x="1489392" y="1770418"/>
                  <a:pt x="1487912" y="1774856"/>
                  <a:pt x="1480512" y="1776335"/>
                </a:cubicBezTo>
                <a:cubicBezTo>
                  <a:pt x="1478294" y="1772636"/>
                  <a:pt x="1477554" y="1768937"/>
                  <a:pt x="1477368" y="1765238"/>
                </a:cubicBezTo>
                <a:close/>
                <a:moveTo>
                  <a:pt x="1424283" y="2140333"/>
                </a:moveTo>
                <a:cubicBezTo>
                  <a:pt x="1443520" y="2122576"/>
                  <a:pt x="1461274" y="2104822"/>
                  <a:pt x="1480511" y="2087065"/>
                </a:cubicBezTo>
                <a:cubicBezTo>
                  <a:pt x="1563371" y="2005683"/>
                  <a:pt x="1644753" y="1922823"/>
                  <a:pt x="1727613" y="1839961"/>
                </a:cubicBezTo>
                <a:cubicBezTo>
                  <a:pt x="1808995" y="1758581"/>
                  <a:pt x="1891858" y="1677198"/>
                  <a:pt x="1973238" y="1594336"/>
                </a:cubicBezTo>
                <a:cubicBezTo>
                  <a:pt x="1983597" y="1583979"/>
                  <a:pt x="1990994" y="1582499"/>
                  <a:pt x="2004311" y="1591379"/>
                </a:cubicBezTo>
                <a:cubicBezTo>
                  <a:pt x="2109368" y="1665361"/>
                  <a:pt x="2251416" y="1644645"/>
                  <a:pt x="2332796" y="1544028"/>
                </a:cubicBezTo>
                <a:cubicBezTo>
                  <a:pt x="2337236" y="1539590"/>
                  <a:pt x="2340195" y="1535151"/>
                  <a:pt x="2344633" y="1530711"/>
                </a:cubicBezTo>
                <a:cubicBezTo>
                  <a:pt x="2356470" y="1505557"/>
                  <a:pt x="2371267" y="1481882"/>
                  <a:pt x="2377187" y="1453768"/>
                </a:cubicBezTo>
                <a:cubicBezTo>
                  <a:pt x="2393464" y="1384225"/>
                  <a:pt x="2384584" y="1317640"/>
                  <a:pt x="2343153" y="1258452"/>
                </a:cubicBezTo>
                <a:cubicBezTo>
                  <a:pt x="2331316" y="1242178"/>
                  <a:pt x="2331316" y="1231820"/>
                  <a:pt x="2347593" y="1219981"/>
                </a:cubicBezTo>
                <a:cubicBezTo>
                  <a:pt x="2353513" y="1215544"/>
                  <a:pt x="2357950" y="1211104"/>
                  <a:pt x="2362390" y="1206664"/>
                </a:cubicBezTo>
                <a:cubicBezTo>
                  <a:pt x="2424535" y="1143039"/>
                  <a:pt x="2488161" y="1079413"/>
                  <a:pt x="2551786" y="1015788"/>
                </a:cubicBezTo>
                <a:cubicBezTo>
                  <a:pt x="2569543" y="998033"/>
                  <a:pt x="2585820" y="980277"/>
                  <a:pt x="2603575" y="962520"/>
                </a:cubicBezTo>
                <a:cubicBezTo>
                  <a:pt x="2606534" y="956602"/>
                  <a:pt x="2608014" y="949205"/>
                  <a:pt x="2613932" y="943285"/>
                </a:cubicBezTo>
                <a:cubicBezTo>
                  <a:pt x="2631689" y="925528"/>
                  <a:pt x="2649445" y="907774"/>
                  <a:pt x="2667200" y="890017"/>
                </a:cubicBezTo>
                <a:cubicBezTo>
                  <a:pt x="2677559" y="879660"/>
                  <a:pt x="2687917" y="879660"/>
                  <a:pt x="2696794" y="890017"/>
                </a:cubicBezTo>
                <a:cubicBezTo>
                  <a:pt x="2718988" y="913691"/>
                  <a:pt x="2739705" y="935888"/>
                  <a:pt x="2760419" y="961042"/>
                </a:cubicBezTo>
                <a:cubicBezTo>
                  <a:pt x="2764859" y="966959"/>
                  <a:pt x="2764859" y="974359"/>
                  <a:pt x="2766339" y="981756"/>
                </a:cubicBezTo>
                <a:cubicBezTo>
                  <a:pt x="2829964" y="1060179"/>
                  <a:pt x="2889150" y="1143039"/>
                  <a:pt x="2939458" y="1230341"/>
                </a:cubicBezTo>
                <a:cubicBezTo>
                  <a:pt x="2952775" y="1252535"/>
                  <a:pt x="2964613" y="1274729"/>
                  <a:pt x="2976450" y="1296924"/>
                </a:cubicBezTo>
                <a:cubicBezTo>
                  <a:pt x="3009004" y="1354632"/>
                  <a:pt x="3037118" y="1415297"/>
                  <a:pt x="3062272" y="1477443"/>
                </a:cubicBezTo>
                <a:cubicBezTo>
                  <a:pt x="3125897" y="1632807"/>
                  <a:pt x="3167326" y="1794092"/>
                  <a:pt x="3188043" y="1959814"/>
                </a:cubicBezTo>
                <a:cubicBezTo>
                  <a:pt x="3191002" y="1979049"/>
                  <a:pt x="3191002" y="1999765"/>
                  <a:pt x="3195440" y="2020480"/>
                </a:cubicBezTo>
                <a:cubicBezTo>
                  <a:pt x="3195440" y="2054511"/>
                  <a:pt x="3199880" y="2087065"/>
                  <a:pt x="3201360" y="2119617"/>
                </a:cubicBezTo>
                <a:cubicBezTo>
                  <a:pt x="3202840" y="2143293"/>
                  <a:pt x="3202840" y="2144773"/>
                  <a:pt x="3179163" y="2144773"/>
                </a:cubicBezTo>
                <a:cubicBezTo>
                  <a:pt x="2933541" y="2144773"/>
                  <a:pt x="2687917" y="2144773"/>
                  <a:pt x="2442292" y="2144773"/>
                </a:cubicBezTo>
                <a:cubicBezTo>
                  <a:pt x="2112326" y="2144773"/>
                  <a:pt x="1780881" y="2144773"/>
                  <a:pt x="1450917" y="2144773"/>
                </a:cubicBezTo>
                <a:cubicBezTo>
                  <a:pt x="1442040" y="2144773"/>
                  <a:pt x="1431680" y="2147731"/>
                  <a:pt x="1424283" y="2140333"/>
                </a:cubicBezTo>
                <a:close/>
                <a:moveTo>
                  <a:pt x="87779" y="1650933"/>
                </a:moveTo>
                <a:cubicBezTo>
                  <a:pt x="91108" y="1676827"/>
                  <a:pt x="102205" y="1701611"/>
                  <a:pt x="120701" y="1724546"/>
                </a:cubicBezTo>
                <a:cubicBezTo>
                  <a:pt x="162132" y="1776335"/>
                  <a:pt x="215400" y="1798529"/>
                  <a:pt x="280505" y="1785212"/>
                </a:cubicBezTo>
                <a:cubicBezTo>
                  <a:pt x="318977" y="1776335"/>
                  <a:pt x="348571" y="1754140"/>
                  <a:pt x="372245" y="1724546"/>
                </a:cubicBezTo>
                <a:cubicBezTo>
                  <a:pt x="398879" y="1691993"/>
                  <a:pt x="410716" y="1655001"/>
                  <a:pt x="404797" y="1612093"/>
                </a:cubicBezTo>
                <a:cubicBezTo>
                  <a:pt x="392959" y="1535150"/>
                  <a:pt x="320457" y="1473002"/>
                  <a:pt x="240554" y="1477442"/>
                </a:cubicBezTo>
                <a:cubicBezTo>
                  <a:pt x="175449" y="1481882"/>
                  <a:pt x="128100" y="1512954"/>
                  <a:pt x="101466" y="1570661"/>
                </a:cubicBezTo>
                <a:cubicBezTo>
                  <a:pt x="88889" y="1598036"/>
                  <a:pt x="84450" y="1625039"/>
                  <a:pt x="87779" y="1650933"/>
                </a:cubicBezTo>
                <a:close/>
                <a:moveTo>
                  <a:pt x="0" y="832939"/>
                </a:moveTo>
                <a:lnTo>
                  <a:pt x="0" y="803651"/>
                </a:lnTo>
                <a:lnTo>
                  <a:pt x="21564" y="784960"/>
                </a:lnTo>
                <a:cubicBezTo>
                  <a:pt x="61515" y="745009"/>
                  <a:pt x="105904" y="709498"/>
                  <a:pt x="151775" y="675466"/>
                </a:cubicBezTo>
                <a:cubicBezTo>
                  <a:pt x="295303" y="565970"/>
                  <a:pt x="452147" y="480150"/>
                  <a:pt x="620827" y="416525"/>
                </a:cubicBezTo>
                <a:cubicBezTo>
                  <a:pt x="774712" y="358817"/>
                  <a:pt x="931557" y="321825"/>
                  <a:pt x="1094321" y="304069"/>
                </a:cubicBezTo>
                <a:cubicBezTo>
                  <a:pt x="1126873" y="299631"/>
                  <a:pt x="1160904" y="295191"/>
                  <a:pt x="1193458" y="296671"/>
                </a:cubicBezTo>
                <a:cubicBezTo>
                  <a:pt x="1194938" y="296671"/>
                  <a:pt x="1194938" y="295191"/>
                  <a:pt x="1196418" y="295191"/>
                </a:cubicBezTo>
                <a:cubicBezTo>
                  <a:pt x="1197898" y="295191"/>
                  <a:pt x="1197898" y="295191"/>
                  <a:pt x="1199376" y="295191"/>
                </a:cubicBezTo>
                <a:cubicBezTo>
                  <a:pt x="1240807" y="284834"/>
                  <a:pt x="1248206" y="292231"/>
                  <a:pt x="1248206" y="336622"/>
                </a:cubicBezTo>
                <a:cubicBezTo>
                  <a:pt x="1248206" y="916651"/>
                  <a:pt x="1248206" y="1496679"/>
                  <a:pt x="1248206" y="2076706"/>
                </a:cubicBezTo>
                <a:cubicBezTo>
                  <a:pt x="1249686" y="2078186"/>
                  <a:pt x="1249686" y="2079666"/>
                  <a:pt x="1248206" y="2081145"/>
                </a:cubicBezTo>
                <a:cubicBezTo>
                  <a:pt x="1237847" y="2082625"/>
                  <a:pt x="1234889" y="2078186"/>
                  <a:pt x="1234889" y="2069308"/>
                </a:cubicBezTo>
                <a:cubicBezTo>
                  <a:pt x="1228970" y="2061911"/>
                  <a:pt x="1223052" y="2055991"/>
                  <a:pt x="1215653" y="2048594"/>
                </a:cubicBezTo>
                <a:cubicBezTo>
                  <a:pt x="984825" y="1817766"/>
                  <a:pt x="752518" y="1585459"/>
                  <a:pt x="521690" y="1354632"/>
                </a:cubicBezTo>
                <a:cubicBezTo>
                  <a:pt x="517251" y="1350192"/>
                  <a:pt x="514293" y="1345752"/>
                  <a:pt x="509853" y="1341315"/>
                </a:cubicBezTo>
                <a:cubicBezTo>
                  <a:pt x="521690" y="1332435"/>
                  <a:pt x="537967" y="1339835"/>
                  <a:pt x="549804" y="1333915"/>
                </a:cubicBezTo>
                <a:cubicBezTo>
                  <a:pt x="554244" y="1333915"/>
                  <a:pt x="558682" y="1333915"/>
                  <a:pt x="563121" y="1333915"/>
                </a:cubicBezTo>
                <a:cubicBezTo>
                  <a:pt x="563121" y="1323558"/>
                  <a:pt x="571999" y="1322078"/>
                  <a:pt x="579398" y="1319118"/>
                </a:cubicBezTo>
                <a:cubicBezTo>
                  <a:pt x="613430" y="1307281"/>
                  <a:pt x="644504" y="1291006"/>
                  <a:pt x="672616" y="1267330"/>
                </a:cubicBezTo>
                <a:cubicBezTo>
                  <a:pt x="690372" y="1252535"/>
                  <a:pt x="702209" y="1231818"/>
                  <a:pt x="718486" y="1215541"/>
                </a:cubicBezTo>
                <a:cubicBezTo>
                  <a:pt x="722924" y="1215541"/>
                  <a:pt x="727364" y="1212584"/>
                  <a:pt x="730323" y="1211104"/>
                </a:cubicBezTo>
                <a:cubicBezTo>
                  <a:pt x="742161" y="1185950"/>
                  <a:pt x="752518" y="1157836"/>
                  <a:pt x="758437" y="1129722"/>
                </a:cubicBezTo>
                <a:cubicBezTo>
                  <a:pt x="761395" y="1106047"/>
                  <a:pt x="761395" y="1082373"/>
                  <a:pt x="758437" y="1058699"/>
                </a:cubicBezTo>
                <a:cubicBezTo>
                  <a:pt x="749558" y="1018748"/>
                  <a:pt x="736241" y="980276"/>
                  <a:pt x="711087" y="947723"/>
                </a:cubicBezTo>
                <a:cubicBezTo>
                  <a:pt x="672616" y="900374"/>
                  <a:pt x="623787" y="869300"/>
                  <a:pt x="563121" y="858943"/>
                </a:cubicBezTo>
                <a:cubicBezTo>
                  <a:pt x="560162" y="858943"/>
                  <a:pt x="557202" y="857463"/>
                  <a:pt x="554244" y="855983"/>
                </a:cubicBezTo>
                <a:cubicBezTo>
                  <a:pt x="530568" y="853025"/>
                  <a:pt x="506893" y="853025"/>
                  <a:pt x="483219" y="855983"/>
                </a:cubicBezTo>
                <a:cubicBezTo>
                  <a:pt x="452147" y="861903"/>
                  <a:pt x="422554" y="869300"/>
                  <a:pt x="394440" y="887057"/>
                </a:cubicBezTo>
                <a:cubicBezTo>
                  <a:pt x="318977" y="934406"/>
                  <a:pt x="280506" y="1002471"/>
                  <a:pt x="277546" y="1089771"/>
                </a:cubicBezTo>
                <a:cubicBezTo>
                  <a:pt x="277546" y="1092730"/>
                  <a:pt x="277546" y="1095690"/>
                  <a:pt x="277546" y="1098650"/>
                </a:cubicBezTo>
                <a:cubicBezTo>
                  <a:pt x="276066" y="1098650"/>
                  <a:pt x="276066" y="1100128"/>
                  <a:pt x="273106" y="1106047"/>
                </a:cubicBezTo>
                <a:close/>
                <a:moveTo>
                  <a:pt x="0" y="2144087"/>
                </a:moveTo>
                <a:lnTo>
                  <a:pt x="0" y="958944"/>
                </a:lnTo>
                <a:lnTo>
                  <a:pt x="2327" y="961039"/>
                </a:lnTo>
                <a:cubicBezTo>
                  <a:pt x="369285" y="1326517"/>
                  <a:pt x="734761" y="1693473"/>
                  <a:pt x="1104679" y="2057470"/>
                </a:cubicBezTo>
                <a:cubicBezTo>
                  <a:pt x="1109116" y="2063390"/>
                  <a:pt x="1113556" y="2067828"/>
                  <a:pt x="1117996" y="2072267"/>
                </a:cubicBezTo>
                <a:cubicBezTo>
                  <a:pt x="1122433" y="2076705"/>
                  <a:pt x="1123913" y="2082625"/>
                  <a:pt x="1120953" y="2088544"/>
                </a:cubicBezTo>
                <a:cubicBezTo>
                  <a:pt x="1135750" y="2101861"/>
                  <a:pt x="1147587" y="2118136"/>
                  <a:pt x="1163864" y="2128493"/>
                </a:cubicBezTo>
                <a:cubicBezTo>
                  <a:pt x="1174222" y="2128493"/>
                  <a:pt x="1178661" y="2132933"/>
                  <a:pt x="1175701" y="2143290"/>
                </a:cubicBezTo>
                <a:cubicBezTo>
                  <a:pt x="1168304" y="2150690"/>
                  <a:pt x="1157947" y="2147730"/>
                  <a:pt x="1147587" y="2147730"/>
                </a:cubicBezTo>
                <a:cubicBezTo>
                  <a:pt x="801346" y="2147730"/>
                  <a:pt x="456585" y="2147730"/>
                  <a:pt x="110344" y="2147730"/>
                </a:cubicBezTo>
                <a:cubicBezTo>
                  <a:pt x="77792" y="2147730"/>
                  <a:pt x="45238" y="2147730"/>
                  <a:pt x="12687" y="214773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701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xmlns="" id="{A66EA60D-62EA-4EE0-8652-5E35AC4C0DBF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073211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xmlns="" id="{6C7BA1A4-7F4C-4B04-8DFB-D4E956FBD96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62255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xmlns="" id="{A9E02C63-CB1D-46CF-8743-5F1953C83E6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51299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xmlns="" id="{2C08D7C1-CC64-4FD2-A175-F53215BC6D1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40343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xmlns="" id="{50A5DC59-921B-4D8D-ACCC-A5A314D2D0D8}"/>
              </a:ext>
            </a:extLst>
          </p:cNvPr>
          <p:cNvSpPr/>
          <p:nvPr userDrawn="1"/>
        </p:nvSpPr>
        <p:spPr>
          <a:xfrm>
            <a:off x="1640734" y="2157466"/>
            <a:ext cx="3445220" cy="344522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xmlns="" id="{C592AEC7-7B69-4E4A-B7F6-5E82FB682CE6}"/>
              </a:ext>
            </a:extLst>
          </p:cNvPr>
          <p:cNvGrpSpPr/>
          <p:nvPr userDrawn="1"/>
        </p:nvGrpSpPr>
        <p:grpSpPr>
          <a:xfrm>
            <a:off x="2710202" y="2663289"/>
            <a:ext cx="1434626" cy="2521997"/>
            <a:chOff x="445712" y="1449040"/>
            <a:chExt cx="2113018" cy="3924176"/>
          </a:xfrm>
        </p:grpSpPr>
        <p:sp>
          <p:nvSpPr>
            <p:cNvPr id="3" name="Rounded Rectangle 21">
              <a:extLst>
                <a:ext uri="{FF2B5EF4-FFF2-40B4-BE49-F238E27FC236}">
                  <a16:creationId xmlns:a16="http://schemas.microsoft.com/office/drawing/2014/main" xmlns="" id="{CCDD5378-0E94-4106-A02A-E9E36B2D19D3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22">
              <a:extLst>
                <a:ext uri="{FF2B5EF4-FFF2-40B4-BE49-F238E27FC236}">
                  <a16:creationId xmlns:a16="http://schemas.microsoft.com/office/drawing/2014/main" xmlns="" id="{DB534FD1-7B5B-48B1-B222-4AB2352F8DC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23">
              <a:extLst>
                <a:ext uri="{FF2B5EF4-FFF2-40B4-BE49-F238E27FC236}">
                  <a16:creationId xmlns:a16="http://schemas.microsoft.com/office/drawing/2014/main" xmlns="" id="{27DF4679-211C-49D5-AAA5-D283B93156D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24">
                <a:extLst>
                  <a:ext uri="{FF2B5EF4-FFF2-40B4-BE49-F238E27FC236}">
                    <a16:creationId xmlns:a16="http://schemas.microsoft.com/office/drawing/2014/main" xmlns="" id="{5AF5ADB5-A8A8-4CB6-86D6-00642FFCCB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25">
                <a:extLst>
                  <a:ext uri="{FF2B5EF4-FFF2-40B4-BE49-F238E27FC236}">
                    <a16:creationId xmlns:a16="http://schemas.microsoft.com/office/drawing/2014/main" xmlns="" id="{4AE158CA-E45B-447D-A3C0-FD973DA6A61D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그림 개체 틀 2">
            <a:extLst>
              <a:ext uri="{FF2B5EF4-FFF2-40B4-BE49-F238E27FC236}">
                <a16:creationId xmlns:a16="http://schemas.microsoft.com/office/drawing/2014/main" xmlns="" id="{80EF71F1-0248-4E5F-9408-944866B66C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36573" y="2898847"/>
            <a:ext cx="1190833" cy="1952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xmlns="" id="{3193FC1C-026B-4CE0-9161-9007577555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xmlns="" id="{832FCE64-6F1D-4F57-965F-C2124A1F6CAA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48492" y="1874586"/>
            <a:ext cx="11295017" cy="2723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E8D4DF9-AB27-4BFA-B8F3-B5A4BAE366DC}"/>
              </a:ext>
            </a:extLst>
          </p:cNvPr>
          <p:cNvSpPr/>
          <p:nvPr userDrawn="1"/>
        </p:nvSpPr>
        <p:spPr>
          <a:xfrm>
            <a:off x="5553075" y="319737"/>
            <a:ext cx="6294726" cy="62947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ircle: Hollow 12">
            <a:extLst>
              <a:ext uri="{FF2B5EF4-FFF2-40B4-BE49-F238E27FC236}">
                <a16:creationId xmlns:a16="http://schemas.microsoft.com/office/drawing/2014/main" xmlns="" id="{6AAC4FD0-A05F-49DE-B603-5B07343EE3B7}"/>
              </a:ext>
            </a:extLst>
          </p:cNvPr>
          <p:cNvSpPr>
            <a:spLocks noChangeAspect="1"/>
          </p:cNvSpPr>
          <p:nvPr userDrawn="1"/>
        </p:nvSpPr>
        <p:spPr>
          <a:xfrm>
            <a:off x="5408598" y="143934"/>
            <a:ext cx="6583680" cy="6583680"/>
          </a:xfrm>
          <a:prstGeom prst="donut">
            <a:avLst>
              <a:gd name="adj" fmla="val 6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FAEB202-273C-434A-B97E-CEE50752E6F0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8799375" y="1914017"/>
            <a:ext cx="2941201" cy="4085102"/>
          </a:xfrm>
          <a:custGeom>
            <a:avLst/>
            <a:gdLst>
              <a:gd name="connsiteX0" fmla="*/ 2588032 w 3030428"/>
              <a:gd name="connsiteY0" fmla="*/ 0 h 4209032"/>
              <a:gd name="connsiteX1" fmla="*/ 2600644 w 3030428"/>
              <a:gd name="connsiteY1" fmla="*/ 19372 h 4209032"/>
              <a:gd name="connsiteX2" fmla="*/ 2720921 w 3030428"/>
              <a:gd name="connsiteY2" fmla="*/ 2958328 h 4209032"/>
              <a:gd name="connsiteX3" fmla="*/ 1733790 w 3030428"/>
              <a:gd name="connsiteY3" fmla="*/ 4140387 h 4209032"/>
              <a:gd name="connsiteX4" fmla="*/ 1628348 w 3030428"/>
              <a:gd name="connsiteY4" fmla="*/ 4209032 h 4209032"/>
              <a:gd name="connsiteX5" fmla="*/ 0 w 3030428"/>
              <a:gd name="connsiteY5" fmla="*/ 1619391 h 420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0428" h="4209032">
                <a:moveTo>
                  <a:pt x="2588032" y="0"/>
                </a:moveTo>
                <a:lnTo>
                  <a:pt x="2600644" y="19372"/>
                </a:lnTo>
                <a:cubicBezTo>
                  <a:pt x="3107939" y="887445"/>
                  <a:pt x="3189003" y="1983805"/>
                  <a:pt x="2720921" y="2958328"/>
                </a:cubicBezTo>
                <a:cubicBezTo>
                  <a:pt x="2486880" y="3445590"/>
                  <a:pt x="2143248" y="3844731"/>
                  <a:pt x="1733790" y="4140387"/>
                </a:cubicBezTo>
                <a:lnTo>
                  <a:pt x="1628348" y="4209032"/>
                </a:lnTo>
                <a:lnTo>
                  <a:pt x="0" y="161939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marL="0" lvl="0" algn="ctr"/>
            <a:r>
              <a:rPr lang="en-US" altLang="ko-KR" dirty="0"/>
              <a:t>Place Your Picture Here </a:t>
            </a:r>
          </a:p>
          <a:p>
            <a:pPr marL="0" lvl="0" algn="ctr"/>
            <a:r>
              <a:rPr lang="en-US" altLang="ko-KR" dirty="0"/>
              <a:t>and send to back</a:t>
            </a:r>
            <a:endParaRPr lang="ko-KR" altLang="en-US" dirty="0"/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xmlns="" id="{8575046F-3041-46AF-B8DE-A05E27BF58B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72200" y="3578791"/>
            <a:ext cx="4088534" cy="2940422"/>
          </a:xfrm>
          <a:custGeom>
            <a:avLst/>
            <a:gdLst>
              <a:gd name="connsiteX0" fmla="*/ 2587894 w 4212569"/>
              <a:gd name="connsiteY0" fmla="*/ 0 h 3029626"/>
              <a:gd name="connsiteX1" fmla="*/ 4212569 w 4212569"/>
              <a:gd name="connsiteY1" fmla="*/ 2581665 h 3029626"/>
              <a:gd name="connsiteX2" fmla="*/ 4097442 w 4212569"/>
              <a:gd name="connsiteY2" fmla="*/ 2651607 h 3029626"/>
              <a:gd name="connsiteX3" fmla="*/ 2604529 w 4212569"/>
              <a:gd name="connsiteY3" fmla="*/ 3029626 h 3029626"/>
              <a:gd name="connsiteX4" fmla="*/ 7398 w 4212569"/>
              <a:gd name="connsiteY4" fmla="*/ 1648743 h 3029626"/>
              <a:gd name="connsiteX5" fmla="*/ 0 w 4212569"/>
              <a:gd name="connsiteY5" fmla="*/ 1636566 h 302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2569" h="3029626">
                <a:moveTo>
                  <a:pt x="2587894" y="0"/>
                </a:moveTo>
                <a:lnTo>
                  <a:pt x="4212569" y="2581665"/>
                </a:lnTo>
                <a:lnTo>
                  <a:pt x="4097442" y="2651607"/>
                </a:lnTo>
                <a:cubicBezTo>
                  <a:pt x="3653654" y="2892687"/>
                  <a:pt x="3145083" y="3029626"/>
                  <a:pt x="2604529" y="3029626"/>
                </a:cubicBezTo>
                <a:cubicBezTo>
                  <a:pt x="1523420" y="3029626"/>
                  <a:pt x="570247" y="2481869"/>
                  <a:pt x="7398" y="1648743"/>
                </a:cubicBezTo>
                <a:lnTo>
                  <a:pt x="0" y="16365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  <a:p>
            <a:pPr marL="0" lvl="0" algn="ctr"/>
            <a:r>
              <a:rPr lang="en-US" altLang="ko-KR" dirty="0"/>
              <a:t>and send to back</a:t>
            </a:r>
            <a:endParaRPr lang="ko-KR" alt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xmlns="" id="{F7C47643-27A7-4608-B12D-9383BD877AD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127158" y="444096"/>
            <a:ext cx="4088536" cy="2940422"/>
          </a:xfrm>
          <a:custGeom>
            <a:avLst/>
            <a:gdLst>
              <a:gd name="connsiteX0" fmla="*/ 1608042 w 4212570"/>
              <a:gd name="connsiteY0" fmla="*/ 0 h 3029626"/>
              <a:gd name="connsiteX1" fmla="*/ 4205172 w 4212570"/>
              <a:gd name="connsiteY1" fmla="*/ 1380883 h 3029626"/>
              <a:gd name="connsiteX2" fmla="*/ 4212570 w 4212570"/>
              <a:gd name="connsiteY2" fmla="*/ 1393060 h 3029626"/>
              <a:gd name="connsiteX3" fmla="*/ 1624674 w 4212570"/>
              <a:gd name="connsiteY3" fmla="*/ 3029626 h 3029626"/>
              <a:gd name="connsiteX4" fmla="*/ 0 w 4212570"/>
              <a:gd name="connsiteY4" fmla="*/ 447962 h 3029626"/>
              <a:gd name="connsiteX5" fmla="*/ 115129 w 4212570"/>
              <a:gd name="connsiteY5" fmla="*/ 378019 h 3029626"/>
              <a:gd name="connsiteX6" fmla="*/ 1608042 w 4212570"/>
              <a:gd name="connsiteY6" fmla="*/ 0 h 302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2570" h="3029626">
                <a:moveTo>
                  <a:pt x="1608042" y="0"/>
                </a:moveTo>
                <a:cubicBezTo>
                  <a:pt x="2689150" y="0"/>
                  <a:pt x="3642324" y="547757"/>
                  <a:pt x="4205172" y="1380883"/>
                </a:cubicBezTo>
                <a:lnTo>
                  <a:pt x="4212570" y="1393060"/>
                </a:lnTo>
                <a:lnTo>
                  <a:pt x="1624674" y="3029626"/>
                </a:lnTo>
                <a:lnTo>
                  <a:pt x="0" y="447962"/>
                </a:lnTo>
                <a:lnTo>
                  <a:pt x="115129" y="378019"/>
                </a:lnTo>
                <a:cubicBezTo>
                  <a:pt x="558917" y="136939"/>
                  <a:pt x="1067487" y="0"/>
                  <a:pt x="16080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  <a:p>
            <a:pPr marL="0" lvl="0" algn="ctr"/>
            <a:r>
              <a:rPr lang="en-US" altLang="ko-KR" dirty="0"/>
              <a:t>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49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4">
            <a:extLst>
              <a:ext uri="{FF2B5EF4-FFF2-40B4-BE49-F238E27FC236}">
                <a16:creationId xmlns:a16="http://schemas.microsoft.com/office/drawing/2014/main" xmlns="" id="{D09A2AF4-17BF-4A25-A87E-E1829C5DE226}"/>
              </a:ext>
            </a:extLst>
          </p:cNvPr>
          <p:cNvGrpSpPr/>
          <p:nvPr userDrawn="1"/>
        </p:nvGrpSpPr>
        <p:grpSpPr>
          <a:xfrm>
            <a:off x="6938803" y="1532913"/>
            <a:ext cx="4395454" cy="3457099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B9E75E5F-71B5-49C0-9580-682356268640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C922526E-A294-4273-B92B-E01D2661DF0A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90803D58-4984-4852-9C65-D40BB68CD891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0DD253A3-4D74-48A8-AAEC-8FD49BB94155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25FA20A0-4116-412E-9605-34479A2F7732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3D2C317E-14D0-44AD-BF2E-3987C043A975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EA431446-6B05-41D3-9365-E8AF0C73C9D6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CAC0D53A-318F-45B5-B98A-1FF9B699594F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A65F4E1-43A2-4742-A867-7EBB66F7D37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108854" y="1700415"/>
            <a:ext cx="4056875" cy="23705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xmlns="" id="{5618A71E-2FD6-4B23-8726-E28CC01149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xmlns="" id="{153022F2-D855-4119-8159-5E792860E3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937746" cy="6858000"/>
          </a:xfrm>
          <a:custGeom>
            <a:avLst/>
            <a:gdLst>
              <a:gd name="connsiteX0" fmla="*/ 4721285 w 6937746"/>
              <a:gd name="connsiteY0" fmla="*/ 4641539 h 6858000"/>
              <a:gd name="connsiteX1" fmla="*/ 6937746 w 6937746"/>
              <a:gd name="connsiteY1" fmla="*/ 6858000 h 6858000"/>
              <a:gd name="connsiteX2" fmla="*/ 2504824 w 6937746"/>
              <a:gd name="connsiteY2" fmla="*/ 6858000 h 6858000"/>
              <a:gd name="connsiteX3" fmla="*/ 2376433 w 6937746"/>
              <a:gd name="connsiteY3" fmla="*/ 2296687 h 6858000"/>
              <a:gd name="connsiteX4" fmla="*/ 4602775 w 6937746"/>
              <a:gd name="connsiteY4" fmla="*/ 4523028 h 6858000"/>
              <a:gd name="connsiteX5" fmla="*/ 2376433 w 6937746"/>
              <a:gd name="connsiteY5" fmla="*/ 6749369 h 6858000"/>
              <a:gd name="connsiteX6" fmla="*/ 150091 w 6937746"/>
              <a:gd name="connsiteY6" fmla="*/ 4523027 h 6858000"/>
              <a:gd name="connsiteX7" fmla="*/ 306688 w 6937746"/>
              <a:gd name="connsiteY7" fmla="*/ 0 h 6858000"/>
              <a:gd name="connsiteX8" fmla="*/ 4436095 w 6937746"/>
              <a:gd name="connsiteY8" fmla="*/ 0 h 6858000"/>
              <a:gd name="connsiteX9" fmla="*/ 2371391 w 6937746"/>
              <a:gd name="connsiteY9" fmla="*/ 2064703 h 6858000"/>
              <a:gd name="connsiteX10" fmla="*/ 0 w 6937746"/>
              <a:gd name="connsiteY10" fmla="*/ 0 h 6858000"/>
              <a:gd name="connsiteX11" fmla="*/ 79746 w 6937746"/>
              <a:gd name="connsiteY11" fmla="*/ 0 h 6858000"/>
              <a:gd name="connsiteX12" fmla="*/ 2257922 w 6937746"/>
              <a:gd name="connsiteY12" fmla="*/ 2178176 h 6858000"/>
              <a:gd name="connsiteX13" fmla="*/ 31580 w 6937746"/>
              <a:gd name="connsiteY13" fmla="*/ 4404516 h 6858000"/>
              <a:gd name="connsiteX14" fmla="*/ 0 w 6937746"/>
              <a:gd name="connsiteY14" fmla="*/ 43729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937746" h="6858000">
                <a:moveTo>
                  <a:pt x="4721285" y="4641539"/>
                </a:moveTo>
                <a:lnTo>
                  <a:pt x="6937746" y="6858000"/>
                </a:lnTo>
                <a:lnTo>
                  <a:pt x="2504824" y="6858000"/>
                </a:lnTo>
                <a:close/>
                <a:moveTo>
                  <a:pt x="2376433" y="2296687"/>
                </a:moveTo>
                <a:lnTo>
                  <a:pt x="4602775" y="4523028"/>
                </a:lnTo>
                <a:lnTo>
                  <a:pt x="2376433" y="6749369"/>
                </a:lnTo>
                <a:lnTo>
                  <a:pt x="150091" y="4523027"/>
                </a:lnTo>
                <a:close/>
                <a:moveTo>
                  <a:pt x="306688" y="0"/>
                </a:moveTo>
                <a:lnTo>
                  <a:pt x="4436095" y="0"/>
                </a:lnTo>
                <a:lnTo>
                  <a:pt x="2371391" y="2064703"/>
                </a:lnTo>
                <a:close/>
                <a:moveTo>
                  <a:pt x="0" y="0"/>
                </a:moveTo>
                <a:lnTo>
                  <a:pt x="79746" y="0"/>
                </a:lnTo>
                <a:lnTo>
                  <a:pt x="2257922" y="2178176"/>
                </a:lnTo>
                <a:lnTo>
                  <a:pt x="31580" y="4404516"/>
                </a:lnTo>
                <a:lnTo>
                  <a:pt x="0" y="43729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xmlns="" id="{5572DA0E-7139-4875-B891-B942C008A2D3}"/>
              </a:ext>
            </a:extLst>
          </p:cNvPr>
          <p:cNvSpPr/>
          <p:nvPr userDrawn="1"/>
        </p:nvSpPr>
        <p:spPr>
          <a:xfrm>
            <a:off x="419100" y="1271995"/>
            <a:ext cx="11353800" cy="4314010"/>
          </a:xfrm>
          <a:prstGeom prst="frame">
            <a:avLst>
              <a:gd name="adj1" fmla="val 7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A9EAD944-BF55-49B6-8314-4AAD62C01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8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E1662967-CC84-4489-B1A3-F8A94ECCD0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-1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9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3B4C724-0776-4328-8F0A-B72DA1579537}"/>
              </a:ext>
            </a:extLst>
          </p:cNvPr>
          <p:cNvSpPr txBox="1"/>
          <p:nvPr/>
        </p:nvSpPr>
        <p:spPr>
          <a:xfrm>
            <a:off x="0" y="5335537"/>
            <a:ext cx="121920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600" dirty="0" smtClean="0">
                <a:solidFill>
                  <a:srgbClr val="FFC000"/>
                </a:solidFill>
                <a:latin typeface="+mj-lt"/>
              </a:rPr>
              <a:t>YUMMIBOX</a:t>
            </a:r>
            <a:endParaRPr lang="en-US" altLang="ko-KR" sz="8000" dirty="0" smtClean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56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lock Arc 15">
            <a:extLst>
              <a:ext uri="{FF2B5EF4-FFF2-40B4-BE49-F238E27FC236}">
                <a16:creationId xmlns:a16="http://schemas.microsoft.com/office/drawing/2014/main" xmlns="" id="{7388770B-0317-4512-B79F-B66F0E07DF91}"/>
              </a:ext>
            </a:extLst>
          </p:cNvPr>
          <p:cNvSpPr/>
          <p:nvPr/>
        </p:nvSpPr>
        <p:spPr>
          <a:xfrm rot="20072151">
            <a:off x="2687705" y="309716"/>
            <a:ext cx="3834509" cy="3547266"/>
          </a:xfrm>
          <a:prstGeom prst="blockArc">
            <a:avLst>
              <a:gd name="adj1" fmla="val 10800000"/>
              <a:gd name="adj2" fmla="val 112857"/>
              <a:gd name="adj3" fmla="val 4829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2" name="Block Arc 15">
            <a:extLst>
              <a:ext uri="{FF2B5EF4-FFF2-40B4-BE49-F238E27FC236}">
                <a16:creationId xmlns:a16="http://schemas.microsoft.com/office/drawing/2014/main" xmlns="" id="{DAAFD52D-19FA-4DD4-99A2-F0CE24D8055C}"/>
              </a:ext>
            </a:extLst>
          </p:cNvPr>
          <p:cNvSpPr/>
          <p:nvPr/>
        </p:nvSpPr>
        <p:spPr>
          <a:xfrm rot="2933015">
            <a:off x="8293422" y="336037"/>
            <a:ext cx="3795545" cy="3576902"/>
          </a:xfrm>
          <a:prstGeom prst="blockArc">
            <a:avLst>
              <a:gd name="adj1" fmla="val 10800000"/>
              <a:gd name="adj2" fmla="val 112857"/>
              <a:gd name="adj3" fmla="val 4829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Oval 4"/>
          <p:cNvSpPr/>
          <p:nvPr/>
        </p:nvSpPr>
        <p:spPr>
          <a:xfrm>
            <a:off x="8628844" y="571367"/>
            <a:ext cx="3033901" cy="30991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Мобильное приложение YummiBox для заказа еды с админ-панелью</a:t>
            </a:r>
          </a:p>
        </p:txBody>
      </p:sp>
      <p:sp>
        <p:nvSpPr>
          <p:cNvPr id="46" name="Oval 45"/>
          <p:cNvSpPr/>
          <p:nvPr/>
        </p:nvSpPr>
        <p:spPr>
          <a:xfrm>
            <a:off x="3019531" y="581802"/>
            <a:ext cx="3198699" cy="310909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Руководитель:  А. А. Вахтин, доцент</a:t>
            </a:r>
          </a:p>
        </p:txBody>
      </p:sp>
      <p:sp>
        <p:nvSpPr>
          <p:cNvPr id="47" name="Block Arc 15">
            <a:extLst>
              <a:ext uri="{FF2B5EF4-FFF2-40B4-BE49-F238E27FC236}">
                <a16:creationId xmlns:a16="http://schemas.microsoft.com/office/drawing/2014/main" xmlns="" id="{7388770B-0317-4512-B79F-B66F0E07DF91}"/>
              </a:ext>
            </a:extLst>
          </p:cNvPr>
          <p:cNvSpPr/>
          <p:nvPr/>
        </p:nvSpPr>
        <p:spPr>
          <a:xfrm rot="13039744">
            <a:off x="513665" y="2943572"/>
            <a:ext cx="3195450" cy="3431470"/>
          </a:xfrm>
          <a:prstGeom prst="blockArc">
            <a:avLst>
              <a:gd name="adj1" fmla="val 10800000"/>
              <a:gd name="adj2" fmla="val 112857"/>
              <a:gd name="adj3" fmla="val 4829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9001" y="3332371"/>
            <a:ext cx="2573747" cy="272927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2">
                    <a:lumMod val="25000"/>
                  </a:schemeClr>
                </a:solidFill>
              </a:rPr>
              <a:t>Выполнил Насайр М.М.З</a:t>
            </a:r>
          </a:p>
        </p:txBody>
      </p:sp>
      <p:grpSp>
        <p:nvGrpSpPr>
          <p:cNvPr id="53" name="Graphic 3">
            <a:extLst>
              <a:ext uri="{FF2B5EF4-FFF2-40B4-BE49-F238E27FC236}">
                <a16:creationId xmlns:a16="http://schemas.microsoft.com/office/drawing/2014/main" xmlns="" id="{D23BE43F-943C-4A62-837B-4DB1702F2CAF}"/>
              </a:ext>
            </a:extLst>
          </p:cNvPr>
          <p:cNvGrpSpPr/>
          <p:nvPr/>
        </p:nvGrpSpPr>
        <p:grpSpPr>
          <a:xfrm>
            <a:off x="6410373" y="2884101"/>
            <a:ext cx="1243234" cy="2386207"/>
            <a:chOff x="4309462" y="0"/>
            <a:chExt cx="3573076" cy="6858000"/>
          </a:xfrm>
        </p:grpSpPr>
        <p:sp>
          <p:nvSpPr>
            <p:cNvPr id="54" name="Freeform: Shape 128">
              <a:extLst>
                <a:ext uri="{FF2B5EF4-FFF2-40B4-BE49-F238E27FC236}">
                  <a16:creationId xmlns:a16="http://schemas.microsoft.com/office/drawing/2014/main" xmlns="" id="{961AE7B6-69B7-422F-8CF3-14B15DA24EB5}"/>
                </a:ext>
              </a:extLst>
            </p:cNvPr>
            <p:cNvSpPr/>
            <p:nvPr/>
          </p:nvSpPr>
          <p:spPr>
            <a:xfrm>
              <a:off x="4309668" y="450339"/>
              <a:ext cx="3564843" cy="6405191"/>
            </a:xfrm>
            <a:custGeom>
              <a:avLst/>
              <a:gdLst>
                <a:gd name="connsiteX0" fmla="*/ 3562991 w 3564843"/>
                <a:gd name="connsiteY0" fmla="*/ 854574 h 6405190"/>
                <a:gd name="connsiteX1" fmla="*/ 3559698 w 3564843"/>
                <a:gd name="connsiteY1" fmla="*/ 464335 h 6405190"/>
                <a:gd name="connsiteX2" fmla="*/ 3351406 w 3564843"/>
                <a:gd name="connsiteY2" fmla="*/ 129256 h 6405190"/>
                <a:gd name="connsiteX3" fmla="*/ 3269900 w 3564843"/>
                <a:gd name="connsiteY3" fmla="*/ 0 h 6405190"/>
                <a:gd name="connsiteX4" fmla="*/ 2776749 w 3564843"/>
                <a:gd name="connsiteY4" fmla="*/ 199236 h 6405190"/>
                <a:gd name="connsiteX5" fmla="*/ 2126351 w 3564843"/>
                <a:gd name="connsiteY5" fmla="*/ 274979 h 6405190"/>
                <a:gd name="connsiteX6" fmla="*/ 810734 w 3564843"/>
                <a:gd name="connsiteY6" fmla="*/ 196766 h 6405190"/>
                <a:gd name="connsiteX7" fmla="*/ 580213 w 3564843"/>
                <a:gd name="connsiteY7" fmla="*/ 148192 h 6405190"/>
                <a:gd name="connsiteX8" fmla="*/ 326640 w 3564843"/>
                <a:gd name="connsiteY8" fmla="*/ 78212 h 6405190"/>
                <a:gd name="connsiteX9" fmla="*/ 249251 w 3564843"/>
                <a:gd name="connsiteY9" fmla="*/ 100441 h 6405190"/>
                <a:gd name="connsiteX10" fmla="*/ 36019 w 3564843"/>
                <a:gd name="connsiteY10" fmla="*/ 339195 h 6405190"/>
                <a:gd name="connsiteX11" fmla="*/ 7204 w 3564843"/>
                <a:gd name="connsiteY11" fmla="*/ 738490 h 6405190"/>
                <a:gd name="connsiteX12" fmla="*/ 4734 w 3564843"/>
                <a:gd name="connsiteY12" fmla="*/ 5582725 h 6405190"/>
                <a:gd name="connsiteX13" fmla="*/ 8027 w 3564843"/>
                <a:gd name="connsiteY13" fmla="*/ 5595074 h 6405190"/>
                <a:gd name="connsiteX14" fmla="*/ 92826 w 3564843"/>
                <a:gd name="connsiteY14" fmla="*/ 5772082 h 6405190"/>
                <a:gd name="connsiteX15" fmla="*/ 96942 w 3564843"/>
                <a:gd name="connsiteY15" fmla="*/ 5772082 h 6405190"/>
                <a:gd name="connsiteX16" fmla="*/ 147163 w 3564843"/>
                <a:gd name="connsiteY16" fmla="*/ 5898868 h 6405190"/>
                <a:gd name="connsiteX17" fmla="*/ 520113 w 3564843"/>
                <a:gd name="connsiteY17" fmla="*/ 6169730 h 6405190"/>
                <a:gd name="connsiteX18" fmla="*/ 669952 w 3564843"/>
                <a:gd name="connsiteY18" fmla="*/ 6231477 h 6405190"/>
                <a:gd name="connsiteX19" fmla="*/ 1843962 w 3564843"/>
                <a:gd name="connsiteY19" fmla="*/ 6406838 h 6405190"/>
                <a:gd name="connsiteX20" fmla="*/ 2624441 w 3564843"/>
                <a:gd name="connsiteY20" fmla="*/ 6318746 h 6405190"/>
                <a:gd name="connsiteX21" fmla="*/ 3325883 w 3564843"/>
                <a:gd name="connsiteY21" fmla="*/ 6010835 h 6405190"/>
                <a:gd name="connsiteX22" fmla="*/ 3459256 w 3564843"/>
                <a:gd name="connsiteY22" fmla="*/ 5834652 h 6405190"/>
                <a:gd name="connsiteX23" fmla="*/ 3492188 w 3564843"/>
                <a:gd name="connsiteY23" fmla="*/ 5753969 h 6405190"/>
                <a:gd name="connsiteX24" fmla="*/ 3493834 w 3564843"/>
                <a:gd name="connsiteY24" fmla="*/ 5745736 h 6405190"/>
                <a:gd name="connsiteX25" fmla="*/ 3494658 w 3564843"/>
                <a:gd name="connsiteY25" fmla="*/ 5741620 h 6405190"/>
                <a:gd name="connsiteX26" fmla="*/ 3523473 w 3564843"/>
                <a:gd name="connsiteY26" fmla="*/ 5672464 h 6405190"/>
                <a:gd name="connsiteX27" fmla="*/ 3561344 w 3564843"/>
                <a:gd name="connsiteY27" fmla="*/ 5548147 h 6405190"/>
                <a:gd name="connsiteX28" fmla="*/ 3562991 w 3564843"/>
                <a:gd name="connsiteY28" fmla="*/ 854574 h 640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564843" h="6405190">
                  <a:moveTo>
                    <a:pt x="3562991" y="854574"/>
                  </a:moveTo>
                  <a:cubicBezTo>
                    <a:pt x="3562991" y="725318"/>
                    <a:pt x="3578633" y="591945"/>
                    <a:pt x="3559698" y="464335"/>
                  </a:cubicBezTo>
                  <a:cubicBezTo>
                    <a:pt x="3536646" y="305440"/>
                    <a:pt x="3445260" y="245340"/>
                    <a:pt x="3351406" y="129256"/>
                  </a:cubicBezTo>
                  <a:cubicBezTo>
                    <a:pt x="3321767" y="93032"/>
                    <a:pt x="3310241" y="23052"/>
                    <a:pt x="3269900" y="0"/>
                  </a:cubicBezTo>
                  <a:cubicBezTo>
                    <a:pt x="3139820" y="130080"/>
                    <a:pt x="2951287" y="172891"/>
                    <a:pt x="2776749" y="199236"/>
                  </a:cubicBezTo>
                  <a:cubicBezTo>
                    <a:pt x="2560224" y="232168"/>
                    <a:pt x="2345346" y="262629"/>
                    <a:pt x="2126351" y="274979"/>
                  </a:cubicBezTo>
                  <a:cubicBezTo>
                    <a:pt x="1686714" y="300501"/>
                    <a:pt x="1243785" y="274155"/>
                    <a:pt x="810734" y="196766"/>
                  </a:cubicBezTo>
                  <a:cubicBezTo>
                    <a:pt x="733345" y="183594"/>
                    <a:pt x="656779" y="167128"/>
                    <a:pt x="580213" y="148192"/>
                  </a:cubicBezTo>
                  <a:cubicBezTo>
                    <a:pt x="538225" y="137489"/>
                    <a:pt x="346399" y="112791"/>
                    <a:pt x="326640" y="78212"/>
                  </a:cubicBezTo>
                  <a:cubicBezTo>
                    <a:pt x="293709" y="19759"/>
                    <a:pt x="275596" y="67510"/>
                    <a:pt x="249251" y="100441"/>
                  </a:cubicBezTo>
                  <a:cubicBezTo>
                    <a:pt x="183388" y="185240"/>
                    <a:pt x="85416" y="241224"/>
                    <a:pt x="36019" y="339195"/>
                  </a:cubicBezTo>
                  <a:cubicBezTo>
                    <a:pt x="-21611" y="453632"/>
                    <a:pt x="7204" y="613351"/>
                    <a:pt x="7204" y="738490"/>
                  </a:cubicBezTo>
                  <a:cubicBezTo>
                    <a:pt x="7204" y="1641639"/>
                    <a:pt x="4734" y="4870580"/>
                    <a:pt x="4734" y="5582725"/>
                  </a:cubicBezTo>
                  <a:cubicBezTo>
                    <a:pt x="8027" y="5586018"/>
                    <a:pt x="8027" y="5590958"/>
                    <a:pt x="8027" y="5595074"/>
                  </a:cubicBezTo>
                  <a:cubicBezTo>
                    <a:pt x="9674" y="5666701"/>
                    <a:pt x="52485" y="5718568"/>
                    <a:pt x="92826" y="5772082"/>
                  </a:cubicBezTo>
                  <a:cubicBezTo>
                    <a:pt x="94472" y="5772082"/>
                    <a:pt x="95296" y="5772082"/>
                    <a:pt x="96942" y="5772082"/>
                  </a:cubicBezTo>
                  <a:cubicBezTo>
                    <a:pt x="104352" y="5818186"/>
                    <a:pt x="120818" y="5860997"/>
                    <a:pt x="147163" y="5898868"/>
                  </a:cubicBezTo>
                  <a:cubicBezTo>
                    <a:pt x="240195" y="6031418"/>
                    <a:pt x="374391" y="6108807"/>
                    <a:pt x="520113" y="6169730"/>
                  </a:cubicBezTo>
                  <a:cubicBezTo>
                    <a:pt x="567864" y="6195252"/>
                    <a:pt x="618908" y="6213365"/>
                    <a:pt x="669952" y="6231477"/>
                  </a:cubicBezTo>
                  <a:cubicBezTo>
                    <a:pt x="1044548" y="6365673"/>
                    <a:pt x="1446314" y="6417541"/>
                    <a:pt x="1843962" y="6406838"/>
                  </a:cubicBezTo>
                  <a:cubicBezTo>
                    <a:pt x="2105769" y="6400251"/>
                    <a:pt x="2368398" y="6378023"/>
                    <a:pt x="2624441" y="6318746"/>
                  </a:cubicBezTo>
                  <a:cubicBezTo>
                    <a:pt x="2862372" y="6263585"/>
                    <a:pt x="3138174" y="6174670"/>
                    <a:pt x="3325883" y="6010835"/>
                  </a:cubicBezTo>
                  <a:cubicBezTo>
                    <a:pt x="3382690" y="5961438"/>
                    <a:pt x="3433734" y="5907924"/>
                    <a:pt x="3459256" y="5834652"/>
                  </a:cubicBezTo>
                  <a:cubicBezTo>
                    <a:pt x="3479839" y="5811599"/>
                    <a:pt x="3489718" y="5784431"/>
                    <a:pt x="3492188" y="5753969"/>
                  </a:cubicBezTo>
                  <a:cubicBezTo>
                    <a:pt x="3492188" y="5751499"/>
                    <a:pt x="3493011" y="5748206"/>
                    <a:pt x="3493834" y="5745736"/>
                  </a:cubicBezTo>
                  <a:cubicBezTo>
                    <a:pt x="3493834" y="5744090"/>
                    <a:pt x="3494658" y="5743266"/>
                    <a:pt x="3494658" y="5741620"/>
                  </a:cubicBezTo>
                  <a:cubicBezTo>
                    <a:pt x="3499598" y="5716921"/>
                    <a:pt x="3510300" y="5694693"/>
                    <a:pt x="3523473" y="5672464"/>
                  </a:cubicBezTo>
                  <a:cubicBezTo>
                    <a:pt x="3546525" y="5634592"/>
                    <a:pt x="3558874" y="5592605"/>
                    <a:pt x="3561344" y="5548147"/>
                  </a:cubicBezTo>
                  <a:cubicBezTo>
                    <a:pt x="3560521" y="5460055"/>
                    <a:pt x="3562991" y="991240"/>
                    <a:pt x="3562991" y="854574"/>
                  </a:cubicBezTo>
                  <a:close/>
                </a:path>
              </a:pathLst>
            </a:custGeom>
            <a:solidFill>
              <a:schemeClr val="accent2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129">
              <a:extLst>
                <a:ext uri="{FF2B5EF4-FFF2-40B4-BE49-F238E27FC236}">
                  <a16:creationId xmlns:a16="http://schemas.microsoft.com/office/drawing/2014/main" xmlns="" id="{232013A0-A077-43BD-A597-A91565B2078B}"/>
                </a:ext>
              </a:extLst>
            </p:cNvPr>
            <p:cNvSpPr/>
            <p:nvPr/>
          </p:nvSpPr>
          <p:spPr>
            <a:xfrm>
              <a:off x="4526810" y="0"/>
              <a:ext cx="3112034" cy="782125"/>
            </a:xfrm>
            <a:custGeom>
              <a:avLst/>
              <a:gdLst>
                <a:gd name="connsiteX0" fmla="*/ 3118620 w 3112033"/>
                <a:gd name="connsiteY0" fmla="*/ 393532 h 782124"/>
                <a:gd name="connsiteX1" fmla="*/ 1559310 w 3112033"/>
                <a:gd name="connsiteY1" fmla="*/ 787065 h 782124"/>
                <a:gd name="connsiteX2" fmla="*/ 0 w 3112033"/>
                <a:gd name="connsiteY2" fmla="*/ 393532 h 782124"/>
                <a:gd name="connsiteX3" fmla="*/ 1559310 w 3112033"/>
                <a:gd name="connsiteY3" fmla="*/ 0 h 782124"/>
                <a:gd name="connsiteX4" fmla="*/ 3118620 w 3112033"/>
                <a:gd name="connsiteY4" fmla="*/ 393532 h 78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033" h="782124">
                  <a:moveTo>
                    <a:pt x="3118620" y="393532"/>
                  </a:moveTo>
                  <a:cubicBezTo>
                    <a:pt x="3118620" y="610874"/>
                    <a:pt x="2420494" y="787065"/>
                    <a:pt x="1559310" y="787065"/>
                  </a:cubicBezTo>
                  <a:cubicBezTo>
                    <a:pt x="698127" y="787065"/>
                    <a:pt x="0" y="610874"/>
                    <a:pt x="0" y="393532"/>
                  </a:cubicBezTo>
                  <a:cubicBezTo>
                    <a:pt x="0" y="176190"/>
                    <a:pt x="698127" y="0"/>
                    <a:pt x="1559310" y="0"/>
                  </a:cubicBezTo>
                  <a:cubicBezTo>
                    <a:pt x="2420494" y="0"/>
                    <a:pt x="3118620" y="176190"/>
                    <a:pt x="3118620" y="393532"/>
                  </a:cubicBezTo>
                  <a:close/>
                </a:path>
              </a:pathLst>
            </a:custGeom>
            <a:solidFill>
              <a:schemeClr val="accent6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130">
              <a:extLst>
                <a:ext uri="{FF2B5EF4-FFF2-40B4-BE49-F238E27FC236}">
                  <a16:creationId xmlns:a16="http://schemas.microsoft.com/office/drawing/2014/main" xmlns="" id="{6E22E070-9696-4A33-AB4E-7C1A7B4C4DB9}"/>
                </a:ext>
              </a:extLst>
            </p:cNvPr>
            <p:cNvSpPr/>
            <p:nvPr/>
          </p:nvSpPr>
          <p:spPr>
            <a:xfrm>
              <a:off x="4726046" y="83976"/>
              <a:ext cx="2659225" cy="502206"/>
            </a:xfrm>
            <a:custGeom>
              <a:avLst/>
              <a:gdLst>
                <a:gd name="connsiteX0" fmla="*/ 2664165 w 2659224"/>
                <a:gd name="connsiteY0" fmla="*/ 254396 h 502206"/>
                <a:gd name="connsiteX1" fmla="*/ 1332082 w 2659224"/>
                <a:gd name="connsiteY1" fmla="*/ 508793 h 502206"/>
                <a:gd name="connsiteX2" fmla="*/ 0 w 2659224"/>
                <a:gd name="connsiteY2" fmla="*/ 254396 h 502206"/>
                <a:gd name="connsiteX3" fmla="*/ 1332082 w 2659224"/>
                <a:gd name="connsiteY3" fmla="*/ 0 h 502206"/>
                <a:gd name="connsiteX4" fmla="*/ 2664165 w 2659224"/>
                <a:gd name="connsiteY4" fmla="*/ 254396 h 50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9224" h="502206">
                  <a:moveTo>
                    <a:pt x="2664165" y="254396"/>
                  </a:moveTo>
                  <a:cubicBezTo>
                    <a:pt x="2664165" y="394896"/>
                    <a:pt x="2067771" y="508793"/>
                    <a:pt x="1332082" y="508793"/>
                  </a:cubicBezTo>
                  <a:cubicBezTo>
                    <a:pt x="596394" y="508793"/>
                    <a:pt x="0" y="394896"/>
                    <a:pt x="0" y="254396"/>
                  </a:cubicBezTo>
                  <a:cubicBezTo>
                    <a:pt x="0" y="113897"/>
                    <a:pt x="596394" y="0"/>
                    <a:pt x="1332082" y="0"/>
                  </a:cubicBezTo>
                  <a:cubicBezTo>
                    <a:pt x="2067771" y="0"/>
                    <a:pt x="2664165" y="113897"/>
                    <a:pt x="2664165" y="254396"/>
                  </a:cubicBezTo>
                  <a:close/>
                </a:path>
              </a:pathLst>
            </a:custGeom>
            <a:solidFill>
              <a:schemeClr val="accent3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131">
              <a:extLst>
                <a:ext uri="{FF2B5EF4-FFF2-40B4-BE49-F238E27FC236}">
                  <a16:creationId xmlns:a16="http://schemas.microsoft.com/office/drawing/2014/main" xmlns="" id="{56D8E912-DD99-4212-9D1F-10572AF3D632}"/>
                </a:ext>
              </a:extLst>
            </p:cNvPr>
            <p:cNvSpPr/>
            <p:nvPr/>
          </p:nvSpPr>
          <p:spPr>
            <a:xfrm>
              <a:off x="4871769" y="150662"/>
              <a:ext cx="2404005" cy="436343"/>
            </a:xfrm>
            <a:custGeom>
              <a:avLst/>
              <a:gdLst>
                <a:gd name="connsiteX0" fmla="*/ 2410592 w 2404005"/>
                <a:gd name="connsiteY0" fmla="*/ 221465 h 436343"/>
                <a:gd name="connsiteX1" fmla="*/ 1205296 w 2404005"/>
                <a:gd name="connsiteY1" fmla="*/ 442930 h 436343"/>
                <a:gd name="connsiteX2" fmla="*/ 0 w 2404005"/>
                <a:gd name="connsiteY2" fmla="*/ 221465 h 436343"/>
                <a:gd name="connsiteX3" fmla="*/ 1205296 w 2404005"/>
                <a:gd name="connsiteY3" fmla="*/ 0 h 436343"/>
                <a:gd name="connsiteX4" fmla="*/ 2410592 w 2404005"/>
                <a:gd name="connsiteY4" fmla="*/ 221465 h 43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4005" h="436343">
                  <a:moveTo>
                    <a:pt x="2410592" y="221465"/>
                  </a:moveTo>
                  <a:cubicBezTo>
                    <a:pt x="2410592" y="343777"/>
                    <a:pt x="1870962" y="442930"/>
                    <a:pt x="1205296" y="442930"/>
                  </a:cubicBezTo>
                  <a:cubicBezTo>
                    <a:pt x="539629" y="442930"/>
                    <a:pt x="0" y="343776"/>
                    <a:pt x="0" y="221465"/>
                  </a:cubicBezTo>
                  <a:cubicBezTo>
                    <a:pt x="0" y="99153"/>
                    <a:pt x="539629" y="0"/>
                    <a:pt x="1205296" y="0"/>
                  </a:cubicBezTo>
                  <a:cubicBezTo>
                    <a:pt x="1870962" y="0"/>
                    <a:pt x="2410592" y="99153"/>
                    <a:pt x="2410592" y="221465"/>
                  </a:cubicBezTo>
                  <a:close/>
                </a:path>
              </a:pathLst>
            </a:custGeom>
            <a:solidFill>
              <a:schemeClr val="accent2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132">
              <a:extLst>
                <a:ext uri="{FF2B5EF4-FFF2-40B4-BE49-F238E27FC236}">
                  <a16:creationId xmlns:a16="http://schemas.microsoft.com/office/drawing/2014/main" xmlns="" id="{834CD830-9710-4856-9B5F-97AB6CA7BB8F}"/>
                </a:ext>
              </a:extLst>
            </p:cNvPr>
            <p:cNvSpPr/>
            <p:nvPr/>
          </p:nvSpPr>
          <p:spPr>
            <a:xfrm>
              <a:off x="5126988" y="337549"/>
              <a:ext cx="971481" cy="230521"/>
            </a:xfrm>
            <a:custGeom>
              <a:avLst/>
              <a:gdLst>
                <a:gd name="connsiteX0" fmla="*/ 974775 w 971481"/>
                <a:gd name="connsiteY0" fmla="*/ 116084 h 230521"/>
                <a:gd name="connsiteX1" fmla="*/ 487387 w 971481"/>
                <a:gd name="connsiteY1" fmla="*/ 232168 h 230521"/>
                <a:gd name="connsiteX2" fmla="*/ 0 w 971481"/>
                <a:gd name="connsiteY2" fmla="*/ 116084 h 230521"/>
                <a:gd name="connsiteX3" fmla="*/ 487387 w 971481"/>
                <a:gd name="connsiteY3" fmla="*/ 0 h 230521"/>
                <a:gd name="connsiteX4" fmla="*/ 974775 w 971481"/>
                <a:gd name="connsiteY4" fmla="*/ 116084 h 230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481" h="230521">
                  <a:moveTo>
                    <a:pt x="974775" y="116084"/>
                  </a:moveTo>
                  <a:cubicBezTo>
                    <a:pt x="974775" y="180195"/>
                    <a:pt x="756564" y="232168"/>
                    <a:pt x="487387" y="232168"/>
                  </a:cubicBezTo>
                  <a:cubicBezTo>
                    <a:pt x="218211" y="232168"/>
                    <a:pt x="0" y="180195"/>
                    <a:pt x="0" y="116084"/>
                  </a:cubicBezTo>
                  <a:cubicBezTo>
                    <a:pt x="0" y="51972"/>
                    <a:pt x="218211" y="0"/>
                    <a:pt x="487387" y="0"/>
                  </a:cubicBezTo>
                  <a:cubicBezTo>
                    <a:pt x="756564" y="0"/>
                    <a:pt x="974775" y="51972"/>
                    <a:pt x="974775" y="116084"/>
                  </a:cubicBezTo>
                  <a:close/>
                </a:path>
              </a:pathLst>
            </a:custGeom>
            <a:solidFill>
              <a:srgbClr val="666666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133">
              <a:extLst>
                <a:ext uri="{FF2B5EF4-FFF2-40B4-BE49-F238E27FC236}">
                  <a16:creationId xmlns:a16="http://schemas.microsoft.com/office/drawing/2014/main" xmlns="" id="{ABF391B6-56B3-47D8-A28E-FCD03C848A9B}"/>
                </a:ext>
              </a:extLst>
            </p:cNvPr>
            <p:cNvSpPr/>
            <p:nvPr/>
          </p:nvSpPr>
          <p:spPr>
            <a:xfrm>
              <a:off x="5158273" y="372127"/>
              <a:ext cx="905618" cy="189357"/>
            </a:xfrm>
            <a:custGeom>
              <a:avLst/>
              <a:gdLst>
                <a:gd name="connsiteX0" fmla="*/ 912205 w 905618"/>
                <a:gd name="connsiteY0" fmla="*/ 94678 h 189356"/>
                <a:gd name="connsiteX1" fmla="*/ 456102 w 905618"/>
                <a:gd name="connsiteY1" fmla="*/ 189357 h 189356"/>
                <a:gd name="connsiteX2" fmla="*/ 0 w 905618"/>
                <a:gd name="connsiteY2" fmla="*/ 94678 h 189356"/>
                <a:gd name="connsiteX3" fmla="*/ 456102 w 905618"/>
                <a:gd name="connsiteY3" fmla="*/ 0 h 189356"/>
                <a:gd name="connsiteX4" fmla="*/ 912205 w 905618"/>
                <a:gd name="connsiteY4" fmla="*/ 94678 h 1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618" h="189356">
                  <a:moveTo>
                    <a:pt x="912205" y="94678"/>
                  </a:moveTo>
                  <a:cubicBezTo>
                    <a:pt x="912205" y="146968"/>
                    <a:pt x="708001" y="189357"/>
                    <a:pt x="456102" y="189357"/>
                  </a:cubicBezTo>
                  <a:cubicBezTo>
                    <a:pt x="204204" y="189357"/>
                    <a:pt x="0" y="146968"/>
                    <a:pt x="0" y="94678"/>
                  </a:cubicBezTo>
                  <a:cubicBezTo>
                    <a:pt x="0" y="42389"/>
                    <a:pt x="204204" y="0"/>
                    <a:pt x="456102" y="0"/>
                  </a:cubicBezTo>
                  <a:cubicBezTo>
                    <a:pt x="708001" y="0"/>
                    <a:pt x="912205" y="42389"/>
                    <a:pt x="912205" y="94678"/>
                  </a:cubicBezTo>
                  <a:close/>
                </a:path>
              </a:pathLst>
            </a:custGeom>
            <a:solidFill>
              <a:srgbClr val="000000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134">
              <a:extLst>
                <a:ext uri="{FF2B5EF4-FFF2-40B4-BE49-F238E27FC236}">
                  <a16:creationId xmlns:a16="http://schemas.microsoft.com/office/drawing/2014/main" xmlns="" id="{9945FB9D-58ED-4AA3-9888-77F82ECC24B7}"/>
                </a:ext>
              </a:extLst>
            </p:cNvPr>
            <p:cNvSpPr/>
            <p:nvPr/>
          </p:nvSpPr>
          <p:spPr>
            <a:xfrm>
              <a:off x="6070187" y="56554"/>
              <a:ext cx="1350195" cy="378713"/>
            </a:xfrm>
            <a:custGeom>
              <a:avLst/>
              <a:gdLst>
                <a:gd name="connsiteX0" fmla="*/ 1357072 w 1350194"/>
                <a:gd name="connsiteY0" fmla="*/ 144328 h 378713"/>
                <a:gd name="connsiteX1" fmla="*/ 1351309 w 1350194"/>
                <a:gd name="connsiteY1" fmla="*/ 122099 h 378713"/>
                <a:gd name="connsiteX2" fmla="*/ 1210526 w 1350194"/>
                <a:gd name="connsiteY2" fmla="*/ 51297 h 378713"/>
                <a:gd name="connsiteX3" fmla="*/ 952013 w 1350194"/>
                <a:gd name="connsiteY3" fmla="*/ 1076 h 378713"/>
                <a:gd name="connsiteX4" fmla="*/ 742075 w 1350194"/>
                <a:gd name="connsiteY4" fmla="*/ 32361 h 378713"/>
                <a:gd name="connsiteX5" fmla="*/ 573300 w 1350194"/>
                <a:gd name="connsiteY5" fmla="*/ 89168 h 378713"/>
                <a:gd name="connsiteX6" fmla="*/ 124607 w 1350194"/>
                <a:gd name="connsiteY6" fmla="*/ 220071 h 378713"/>
                <a:gd name="connsiteX7" fmla="*/ 25813 w 1350194"/>
                <a:gd name="connsiteY7" fmla="*/ 242300 h 378713"/>
                <a:gd name="connsiteX8" fmla="*/ 1937 w 1350194"/>
                <a:gd name="connsiteY8" fmla="*/ 262882 h 378713"/>
                <a:gd name="connsiteX9" fmla="*/ 229989 w 1350194"/>
                <a:gd name="connsiteY9" fmla="*/ 372379 h 378713"/>
                <a:gd name="connsiteX10" fmla="*/ 599646 w 1350194"/>
                <a:gd name="connsiteY10" fmla="*/ 361677 h 378713"/>
                <a:gd name="connsiteX11" fmla="*/ 1203940 w 1350194"/>
                <a:gd name="connsiteY11" fmla="*/ 237360 h 378713"/>
                <a:gd name="connsiteX12" fmla="*/ 1357072 w 1350194"/>
                <a:gd name="connsiteY12" fmla="*/ 144328 h 378713"/>
                <a:gd name="connsiteX13" fmla="*/ 362538 w 1350194"/>
                <a:gd name="connsiteY13" fmla="*/ 264529 h 378713"/>
                <a:gd name="connsiteX14" fmla="*/ 348542 w 1350194"/>
                <a:gd name="connsiteY14" fmla="*/ 231597 h 378713"/>
                <a:gd name="connsiteX15" fmla="*/ 598822 w 1350194"/>
                <a:gd name="connsiteY15" fmla="*/ 257119 h 378713"/>
                <a:gd name="connsiteX16" fmla="*/ 362538 w 1350194"/>
                <a:gd name="connsiteY16" fmla="*/ 264529 h 378713"/>
                <a:gd name="connsiteX17" fmla="*/ 1152896 w 1350194"/>
                <a:gd name="connsiteY17" fmla="*/ 136095 h 378713"/>
                <a:gd name="connsiteX18" fmla="*/ 1000587 w 1350194"/>
                <a:gd name="connsiteY18" fmla="*/ 213485 h 378713"/>
                <a:gd name="connsiteX19" fmla="*/ 923198 w 1350194"/>
                <a:gd name="connsiteY19" fmla="*/ 232420 h 378713"/>
                <a:gd name="connsiteX20" fmla="*/ 775006 w 1350194"/>
                <a:gd name="connsiteY20" fmla="*/ 228304 h 378713"/>
                <a:gd name="connsiteX21" fmla="*/ 672918 w 1350194"/>
                <a:gd name="connsiteY21" fmla="*/ 150091 h 378713"/>
                <a:gd name="connsiteX22" fmla="*/ 808761 w 1350194"/>
                <a:gd name="connsiteY22" fmla="*/ 68586 h 378713"/>
                <a:gd name="connsiteX23" fmla="*/ 906732 w 1350194"/>
                <a:gd name="connsiteY23" fmla="*/ 45534 h 378713"/>
                <a:gd name="connsiteX24" fmla="*/ 1084563 w 1350194"/>
                <a:gd name="connsiteY24" fmla="*/ 80935 h 378713"/>
                <a:gd name="connsiteX25" fmla="*/ 1152896 w 1350194"/>
                <a:gd name="connsiteY25" fmla="*/ 136095 h 37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0194" h="378713">
                  <a:moveTo>
                    <a:pt x="1357072" y="144328"/>
                  </a:moveTo>
                  <a:cubicBezTo>
                    <a:pt x="1357072" y="137742"/>
                    <a:pt x="1355425" y="130332"/>
                    <a:pt x="1351309" y="122099"/>
                  </a:cubicBezTo>
                  <a:cubicBezTo>
                    <a:pt x="1328257" y="75172"/>
                    <a:pt x="1255807" y="62823"/>
                    <a:pt x="1210526" y="51297"/>
                  </a:cubicBezTo>
                  <a:cubicBezTo>
                    <a:pt x="1125727" y="29068"/>
                    <a:pt x="1039282" y="6839"/>
                    <a:pt x="952013" y="1076"/>
                  </a:cubicBezTo>
                  <a:cubicBezTo>
                    <a:pt x="875447" y="-3864"/>
                    <a:pt x="812877" y="8486"/>
                    <a:pt x="742075" y="32361"/>
                  </a:cubicBezTo>
                  <a:cubicBezTo>
                    <a:pt x="686091" y="51297"/>
                    <a:pt x="630107" y="70232"/>
                    <a:pt x="573300" y="89168"/>
                  </a:cubicBezTo>
                  <a:cubicBezTo>
                    <a:pt x="430048" y="142682"/>
                    <a:pt x="276093" y="202782"/>
                    <a:pt x="124607" y="220071"/>
                  </a:cubicBezTo>
                  <a:cubicBezTo>
                    <a:pt x="90853" y="224187"/>
                    <a:pt x="57098" y="227481"/>
                    <a:pt x="25813" y="242300"/>
                  </a:cubicBezTo>
                  <a:cubicBezTo>
                    <a:pt x="15933" y="246416"/>
                    <a:pt x="6054" y="253002"/>
                    <a:pt x="1937" y="262882"/>
                  </a:cubicBezTo>
                  <a:cubicBezTo>
                    <a:pt x="-22761" y="325452"/>
                    <a:pt x="196234" y="366616"/>
                    <a:pt x="229989" y="372379"/>
                  </a:cubicBezTo>
                  <a:cubicBezTo>
                    <a:pt x="354305" y="392962"/>
                    <a:pt x="476152" y="374026"/>
                    <a:pt x="599646" y="361677"/>
                  </a:cubicBezTo>
                  <a:cubicBezTo>
                    <a:pt x="807114" y="340271"/>
                    <a:pt x="1003880" y="291697"/>
                    <a:pt x="1203940" y="237360"/>
                  </a:cubicBezTo>
                  <a:cubicBezTo>
                    <a:pt x="1245928" y="224187"/>
                    <a:pt x="1357895" y="199489"/>
                    <a:pt x="1357072" y="144328"/>
                  </a:cubicBezTo>
                  <a:close/>
                  <a:moveTo>
                    <a:pt x="362538" y="264529"/>
                  </a:moveTo>
                  <a:cubicBezTo>
                    <a:pt x="354305" y="256296"/>
                    <a:pt x="349365" y="244770"/>
                    <a:pt x="348542" y="231597"/>
                  </a:cubicBezTo>
                  <a:cubicBezTo>
                    <a:pt x="346072" y="164911"/>
                    <a:pt x="622698" y="164087"/>
                    <a:pt x="598822" y="257119"/>
                  </a:cubicBezTo>
                  <a:cubicBezTo>
                    <a:pt x="579886" y="330392"/>
                    <a:pt x="411935" y="313926"/>
                    <a:pt x="362538" y="264529"/>
                  </a:cubicBezTo>
                  <a:close/>
                  <a:moveTo>
                    <a:pt x="1152896" y="136095"/>
                  </a:moveTo>
                  <a:cubicBezTo>
                    <a:pt x="1114201" y="186316"/>
                    <a:pt x="1060688" y="198665"/>
                    <a:pt x="1000587" y="213485"/>
                  </a:cubicBezTo>
                  <a:cubicBezTo>
                    <a:pt x="975065" y="220071"/>
                    <a:pt x="948720" y="225834"/>
                    <a:pt x="923198" y="232420"/>
                  </a:cubicBezTo>
                  <a:cubicBezTo>
                    <a:pt x="874624" y="243946"/>
                    <a:pt x="822757" y="246416"/>
                    <a:pt x="775006" y="228304"/>
                  </a:cubicBezTo>
                  <a:cubicBezTo>
                    <a:pt x="750307" y="219248"/>
                    <a:pt x="675388" y="181376"/>
                    <a:pt x="672918" y="150091"/>
                  </a:cubicBezTo>
                  <a:cubicBezTo>
                    <a:pt x="670448" y="109750"/>
                    <a:pt x="779123" y="78465"/>
                    <a:pt x="808761" y="68586"/>
                  </a:cubicBezTo>
                  <a:cubicBezTo>
                    <a:pt x="839223" y="58706"/>
                    <a:pt x="873801" y="46357"/>
                    <a:pt x="906732" y="45534"/>
                  </a:cubicBezTo>
                  <a:cubicBezTo>
                    <a:pt x="964363" y="44710"/>
                    <a:pt x="1028579" y="69409"/>
                    <a:pt x="1084563" y="80935"/>
                  </a:cubicBezTo>
                  <a:cubicBezTo>
                    <a:pt x="1105145" y="85875"/>
                    <a:pt x="1178418" y="101517"/>
                    <a:pt x="1152896" y="136095"/>
                  </a:cubicBezTo>
                  <a:close/>
                </a:path>
              </a:pathLst>
            </a:custGeom>
            <a:solidFill>
              <a:srgbClr val="4D4D4D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135">
              <a:extLst>
                <a:ext uri="{FF2B5EF4-FFF2-40B4-BE49-F238E27FC236}">
                  <a16:creationId xmlns:a16="http://schemas.microsoft.com/office/drawing/2014/main" xmlns="" id="{6901CAE0-C3C0-4120-B708-1472C31A7850}"/>
                </a:ext>
              </a:extLst>
            </p:cNvPr>
            <p:cNvSpPr/>
            <p:nvPr/>
          </p:nvSpPr>
          <p:spPr>
            <a:xfrm>
              <a:off x="6064424" y="40912"/>
              <a:ext cx="1350195" cy="378713"/>
            </a:xfrm>
            <a:custGeom>
              <a:avLst/>
              <a:gdLst>
                <a:gd name="connsiteX0" fmla="*/ 1357895 w 1350194"/>
                <a:gd name="connsiteY0" fmla="*/ 144328 h 378713"/>
                <a:gd name="connsiteX1" fmla="*/ 1352132 w 1350194"/>
                <a:gd name="connsiteY1" fmla="*/ 122099 h 378713"/>
                <a:gd name="connsiteX2" fmla="*/ 1211350 w 1350194"/>
                <a:gd name="connsiteY2" fmla="*/ 51297 h 378713"/>
                <a:gd name="connsiteX3" fmla="*/ 952837 w 1350194"/>
                <a:gd name="connsiteY3" fmla="*/ 1076 h 378713"/>
                <a:gd name="connsiteX4" fmla="*/ 742075 w 1350194"/>
                <a:gd name="connsiteY4" fmla="*/ 32361 h 378713"/>
                <a:gd name="connsiteX5" fmla="*/ 573300 w 1350194"/>
                <a:gd name="connsiteY5" fmla="*/ 89168 h 378713"/>
                <a:gd name="connsiteX6" fmla="*/ 124608 w 1350194"/>
                <a:gd name="connsiteY6" fmla="*/ 220071 h 378713"/>
                <a:gd name="connsiteX7" fmla="*/ 25813 w 1350194"/>
                <a:gd name="connsiteY7" fmla="*/ 242300 h 378713"/>
                <a:gd name="connsiteX8" fmla="*/ 1937 w 1350194"/>
                <a:gd name="connsiteY8" fmla="*/ 262882 h 378713"/>
                <a:gd name="connsiteX9" fmla="*/ 229989 w 1350194"/>
                <a:gd name="connsiteY9" fmla="*/ 372379 h 378713"/>
                <a:gd name="connsiteX10" fmla="*/ 599646 w 1350194"/>
                <a:gd name="connsiteY10" fmla="*/ 361677 h 378713"/>
                <a:gd name="connsiteX11" fmla="*/ 1203940 w 1350194"/>
                <a:gd name="connsiteY11" fmla="*/ 237360 h 378713"/>
                <a:gd name="connsiteX12" fmla="*/ 1357895 w 1350194"/>
                <a:gd name="connsiteY12" fmla="*/ 144328 h 378713"/>
                <a:gd name="connsiteX13" fmla="*/ 363361 w 1350194"/>
                <a:gd name="connsiteY13" fmla="*/ 264529 h 378713"/>
                <a:gd name="connsiteX14" fmla="*/ 349366 w 1350194"/>
                <a:gd name="connsiteY14" fmla="*/ 231597 h 378713"/>
                <a:gd name="connsiteX15" fmla="*/ 599646 w 1350194"/>
                <a:gd name="connsiteY15" fmla="*/ 257119 h 378713"/>
                <a:gd name="connsiteX16" fmla="*/ 363361 w 1350194"/>
                <a:gd name="connsiteY16" fmla="*/ 264529 h 378713"/>
                <a:gd name="connsiteX17" fmla="*/ 1153719 w 1350194"/>
                <a:gd name="connsiteY17" fmla="*/ 136095 h 378713"/>
                <a:gd name="connsiteX18" fmla="*/ 1001411 w 1350194"/>
                <a:gd name="connsiteY18" fmla="*/ 213485 h 378713"/>
                <a:gd name="connsiteX19" fmla="*/ 924022 w 1350194"/>
                <a:gd name="connsiteY19" fmla="*/ 232420 h 378713"/>
                <a:gd name="connsiteX20" fmla="*/ 775829 w 1350194"/>
                <a:gd name="connsiteY20" fmla="*/ 228304 h 378713"/>
                <a:gd name="connsiteX21" fmla="*/ 673742 w 1350194"/>
                <a:gd name="connsiteY21" fmla="*/ 150091 h 378713"/>
                <a:gd name="connsiteX22" fmla="*/ 809584 w 1350194"/>
                <a:gd name="connsiteY22" fmla="*/ 68586 h 378713"/>
                <a:gd name="connsiteX23" fmla="*/ 907556 w 1350194"/>
                <a:gd name="connsiteY23" fmla="*/ 45534 h 378713"/>
                <a:gd name="connsiteX24" fmla="*/ 1085386 w 1350194"/>
                <a:gd name="connsiteY24" fmla="*/ 80935 h 378713"/>
                <a:gd name="connsiteX25" fmla="*/ 1153719 w 1350194"/>
                <a:gd name="connsiteY25" fmla="*/ 136095 h 37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0194" h="378713">
                  <a:moveTo>
                    <a:pt x="1357895" y="144328"/>
                  </a:moveTo>
                  <a:cubicBezTo>
                    <a:pt x="1357895" y="137742"/>
                    <a:pt x="1356248" y="130332"/>
                    <a:pt x="1352132" y="122099"/>
                  </a:cubicBezTo>
                  <a:cubicBezTo>
                    <a:pt x="1329080" y="75172"/>
                    <a:pt x="1256630" y="62823"/>
                    <a:pt x="1211350" y="51297"/>
                  </a:cubicBezTo>
                  <a:cubicBezTo>
                    <a:pt x="1126551" y="29068"/>
                    <a:pt x="1040105" y="6839"/>
                    <a:pt x="952837" y="1076"/>
                  </a:cubicBezTo>
                  <a:cubicBezTo>
                    <a:pt x="876271" y="-3864"/>
                    <a:pt x="813701" y="8486"/>
                    <a:pt x="742075" y="32361"/>
                  </a:cubicBezTo>
                  <a:cubicBezTo>
                    <a:pt x="686091" y="51297"/>
                    <a:pt x="630107" y="70232"/>
                    <a:pt x="573300" y="89168"/>
                  </a:cubicBezTo>
                  <a:cubicBezTo>
                    <a:pt x="430048" y="142682"/>
                    <a:pt x="276093" y="202782"/>
                    <a:pt x="124608" y="220071"/>
                  </a:cubicBezTo>
                  <a:cubicBezTo>
                    <a:pt x="90853" y="224187"/>
                    <a:pt x="57098" y="227481"/>
                    <a:pt x="25813" y="242300"/>
                  </a:cubicBezTo>
                  <a:cubicBezTo>
                    <a:pt x="15933" y="246416"/>
                    <a:pt x="6054" y="253002"/>
                    <a:pt x="1937" y="262882"/>
                  </a:cubicBezTo>
                  <a:cubicBezTo>
                    <a:pt x="-22761" y="325452"/>
                    <a:pt x="196234" y="366616"/>
                    <a:pt x="229989" y="372379"/>
                  </a:cubicBezTo>
                  <a:cubicBezTo>
                    <a:pt x="354305" y="392962"/>
                    <a:pt x="476152" y="374026"/>
                    <a:pt x="599646" y="361677"/>
                  </a:cubicBezTo>
                  <a:cubicBezTo>
                    <a:pt x="807115" y="340271"/>
                    <a:pt x="1003881" y="291697"/>
                    <a:pt x="1203940" y="237360"/>
                  </a:cubicBezTo>
                  <a:cubicBezTo>
                    <a:pt x="1246751" y="224187"/>
                    <a:pt x="1358719" y="199489"/>
                    <a:pt x="1357895" y="144328"/>
                  </a:cubicBezTo>
                  <a:close/>
                  <a:moveTo>
                    <a:pt x="363361" y="264529"/>
                  </a:moveTo>
                  <a:cubicBezTo>
                    <a:pt x="355128" y="256296"/>
                    <a:pt x="350189" y="244770"/>
                    <a:pt x="349366" y="231597"/>
                  </a:cubicBezTo>
                  <a:cubicBezTo>
                    <a:pt x="346896" y="164911"/>
                    <a:pt x="623521" y="164087"/>
                    <a:pt x="599646" y="257119"/>
                  </a:cubicBezTo>
                  <a:cubicBezTo>
                    <a:pt x="580710" y="330392"/>
                    <a:pt x="412759" y="313926"/>
                    <a:pt x="363361" y="264529"/>
                  </a:cubicBezTo>
                  <a:close/>
                  <a:moveTo>
                    <a:pt x="1153719" y="136095"/>
                  </a:moveTo>
                  <a:cubicBezTo>
                    <a:pt x="1115025" y="186316"/>
                    <a:pt x="1061511" y="198665"/>
                    <a:pt x="1001411" y="213485"/>
                  </a:cubicBezTo>
                  <a:cubicBezTo>
                    <a:pt x="975889" y="220071"/>
                    <a:pt x="949544" y="225834"/>
                    <a:pt x="924022" y="232420"/>
                  </a:cubicBezTo>
                  <a:cubicBezTo>
                    <a:pt x="875447" y="243946"/>
                    <a:pt x="823580" y="246416"/>
                    <a:pt x="775829" y="228304"/>
                  </a:cubicBezTo>
                  <a:cubicBezTo>
                    <a:pt x="751131" y="219248"/>
                    <a:pt x="676211" y="181376"/>
                    <a:pt x="673742" y="150091"/>
                  </a:cubicBezTo>
                  <a:cubicBezTo>
                    <a:pt x="671272" y="109750"/>
                    <a:pt x="779946" y="78465"/>
                    <a:pt x="809584" y="68586"/>
                  </a:cubicBezTo>
                  <a:cubicBezTo>
                    <a:pt x="840046" y="58706"/>
                    <a:pt x="874624" y="46357"/>
                    <a:pt x="907556" y="45534"/>
                  </a:cubicBezTo>
                  <a:cubicBezTo>
                    <a:pt x="965186" y="44710"/>
                    <a:pt x="1029403" y="69409"/>
                    <a:pt x="1085386" y="80935"/>
                  </a:cubicBezTo>
                  <a:cubicBezTo>
                    <a:pt x="1105969" y="85875"/>
                    <a:pt x="1179241" y="101517"/>
                    <a:pt x="1153719" y="136095"/>
                  </a:cubicBezTo>
                  <a:close/>
                </a:path>
              </a:pathLst>
            </a:custGeom>
            <a:solidFill>
              <a:srgbClr val="E6E6E6"/>
            </a:solidFill>
            <a:ln w="82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2" name="그룹 125">
            <a:extLst>
              <a:ext uri="{FF2B5EF4-FFF2-40B4-BE49-F238E27FC236}">
                <a16:creationId xmlns:a16="http://schemas.microsoft.com/office/drawing/2014/main" xmlns="" id="{471CF32F-8DDB-4BC2-93BD-276C1099D7CD}"/>
              </a:ext>
            </a:extLst>
          </p:cNvPr>
          <p:cNvGrpSpPr/>
          <p:nvPr/>
        </p:nvGrpSpPr>
        <p:grpSpPr>
          <a:xfrm rot="954319">
            <a:off x="8033068" y="104459"/>
            <a:ext cx="579577" cy="810708"/>
            <a:chOff x="1019786" y="3002376"/>
            <a:chExt cx="2531613" cy="3541196"/>
          </a:xfrm>
          <a:solidFill>
            <a:schemeClr val="accent1"/>
          </a:solidFill>
        </p:grpSpPr>
        <p:sp>
          <p:nvSpPr>
            <p:cNvPr id="63" name="사각형: 둥근 모서리 132">
              <a:extLst>
                <a:ext uri="{FF2B5EF4-FFF2-40B4-BE49-F238E27FC236}">
                  <a16:creationId xmlns:a16="http://schemas.microsoft.com/office/drawing/2014/main" xmlns="" id="{C7114413-E7E7-4F90-9AD8-9AE080C38E01}"/>
                </a:ext>
              </a:extLst>
            </p:cNvPr>
            <p:cNvSpPr/>
            <p:nvPr/>
          </p:nvSpPr>
          <p:spPr>
            <a:xfrm>
              <a:off x="1719599" y="3938796"/>
              <a:ext cx="1084494" cy="2604776"/>
            </a:xfrm>
            <a:custGeom>
              <a:avLst/>
              <a:gdLst>
                <a:gd name="connsiteX0" fmla="*/ 0 w 626166"/>
                <a:gd name="connsiteY0" fmla="*/ 293202 h 1175728"/>
                <a:gd name="connsiteX1" fmla="*/ 293202 w 626166"/>
                <a:gd name="connsiteY1" fmla="*/ 0 h 1175728"/>
                <a:gd name="connsiteX2" fmla="*/ 332964 w 626166"/>
                <a:gd name="connsiteY2" fmla="*/ 0 h 1175728"/>
                <a:gd name="connsiteX3" fmla="*/ 626166 w 626166"/>
                <a:gd name="connsiteY3" fmla="*/ 293202 h 1175728"/>
                <a:gd name="connsiteX4" fmla="*/ 626166 w 626166"/>
                <a:gd name="connsiteY4" fmla="*/ 882526 h 1175728"/>
                <a:gd name="connsiteX5" fmla="*/ 332964 w 626166"/>
                <a:gd name="connsiteY5" fmla="*/ 1175728 h 1175728"/>
                <a:gd name="connsiteX6" fmla="*/ 293202 w 626166"/>
                <a:gd name="connsiteY6" fmla="*/ 1175728 h 1175728"/>
                <a:gd name="connsiteX7" fmla="*/ 0 w 626166"/>
                <a:gd name="connsiteY7" fmla="*/ 882526 h 1175728"/>
                <a:gd name="connsiteX8" fmla="*/ 0 w 626166"/>
                <a:gd name="connsiteY8" fmla="*/ 293202 h 1175728"/>
                <a:gd name="connsiteX0" fmla="*/ 0 w 626166"/>
                <a:gd name="connsiteY0" fmla="*/ 303142 h 1185668"/>
                <a:gd name="connsiteX1" fmla="*/ 293202 w 626166"/>
                <a:gd name="connsiteY1" fmla="*/ 9940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03142 h 1185668"/>
                <a:gd name="connsiteX1" fmla="*/ 233567 w 626166"/>
                <a:gd name="connsiteY1" fmla="*/ 1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93202 w 626166"/>
                <a:gd name="connsiteY6" fmla="*/ 1205546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53446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32959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03142 w 626166"/>
                <a:gd name="connsiteY6" fmla="*/ 1185668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25711"/>
                <a:gd name="connsiteX1" fmla="*/ 233567 w 626166"/>
                <a:gd name="connsiteY1" fmla="*/ 19879 h 1225711"/>
                <a:gd name="connsiteX2" fmla="*/ 432356 w 626166"/>
                <a:gd name="connsiteY2" fmla="*/ 0 h 1225711"/>
                <a:gd name="connsiteX3" fmla="*/ 626166 w 626166"/>
                <a:gd name="connsiteY3" fmla="*/ 323020 h 1225711"/>
                <a:gd name="connsiteX4" fmla="*/ 626166 w 626166"/>
                <a:gd name="connsiteY4" fmla="*/ 912344 h 1225711"/>
                <a:gd name="connsiteX5" fmla="*/ 332964 w 626166"/>
                <a:gd name="connsiteY5" fmla="*/ 1205546 h 1225711"/>
                <a:gd name="connsiteX6" fmla="*/ 332960 w 626166"/>
                <a:gd name="connsiteY6" fmla="*/ 1225424 h 1225711"/>
                <a:gd name="connsiteX7" fmla="*/ 0 w 626166"/>
                <a:gd name="connsiteY7" fmla="*/ 912344 h 1225711"/>
                <a:gd name="connsiteX8" fmla="*/ 0 w 626166"/>
                <a:gd name="connsiteY8" fmla="*/ 323020 h 1225711"/>
                <a:gd name="connsiteX0" fmla="*/ 0 w 626166"/>
                <a:gd name="connsiteY0" fmla="*/ 303142 h 1205833"/>
                <a:gd name="connsiteX1" fmla="*/ 233567 w 626166"/>
                <a:gd name="connsiteY1" fmla="*/ 1 h 1205833"/>
                <a:gd name="connsiteX2" fmla="*/ 412478 w 626166"/>
                <a:gd name="connsiteY2" fmla="*/ 0 h 1205833"/>
                <a:gd name="connsiteX3" fmla="*/ 626166 w 626166"/>
                <a:gd name="connsiteY3" fmla="*/ 303142 h 1205833"/>
                <a:gd name="connsiteX4" fmla="*/ 626166 w 626166"/>
                <a:gd name="connsiteY4" fmla="*/ 892466 h 1205833"/>
                <a:gd name="connsiteX5" fmla="*/ 332964 w 626166"/>
                <a:gd name="connsiteY5" fmla="*/ 1185668 h 1205833"/>
                <a:gd name="connsiteX6" fmla="*/ 332960 w 626166"/>
                <a:gd name="connsiteY6" fmla="*/ 1205546 h 1205833"/>
                <a:gd name="connsiteX7" fmla="*/ 0 w 626166"/>
                <a:gd name="connsiteY7" fmla="*/ 892466 h 1205833"/>
                <a:gd name="connsiteX8" fmla="*/ 0 w 626166"/>
                <a:gd name="connsiteY8" fmla="*/ 303142 h 1205833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32960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23429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3429 w 626166"/>
                <a:gd name="connsiteY6" fmla="*/ 1205546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0252 w 626166"/>
                <a:gd name="connsiteY6" fmla="*/ 1200437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9124"/>
                <a:gd name="connsiteX1" fmla="*/ 233567 w 626166"/>
                <a:gd name="connsiteY1" fmla="*/ 1 h 1209124"/>
                <a:gd name="connsiteX2" fmla="*/ 412478 w 626166"/>
                <a:gd name="connsiteY2" fmla="*/ 0 h 1209124"/>
                <a:gd name="connsiteX3" fmla="*/ 626166 w 626166"/>
                <a:gd name="connsiteY3" fmla="*/ 303142 h 1209124"/>
                <a:gd name="connsiteX4" fmla="*/ 626166 w 626166"/>
                <a:gd name="connsiteY4" fmla="*/ 892466 h 1209124"/>
                <a:gd name="connsiteX5" fmla="*/ 345672 w 626166"/>
                <a:gd name="connsiteY5" fmla="*/ 1208656 h 1209124"/>
                <a:gd name="connsiteX6" fmla="*/ 313898 w 626166"/>
                <a:gd name="connsiteY6" fmla="*/ 1208099 h 1209124"/>
                <a:gd name="connsiteX7" fmla="*/ 0 w 626166"/>
                <a:gd name="connsiteY7" fmla="*/ 892466 h 1209124"/>
                <a:gd name="connsiteX8" fmla="*/ 0 w 626166"/>
                <a:gd name="connsiteY8" fmla="*/ 303142 h 1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166" h="1209124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막힌 원호 135">
              <a:extLst>
                <a:ext uri="{FF2B5EF4-FFF2-40B4-BE49-F238E27FC236}">
                  <a16:creationId xmlns:a16="http://schemas.microsoft.com/office/drawing/2014/main" xmlns="" id="{C751F068-F36E-4FF9-BF07-4D7414C689FD}"/>
                </a:ext>
              </a:extLst>
            </p:cNvPr>
            <p:cNvSpPr/>
            <p:nvPr/>
          </p:nvSpPr>
          <p:spPr>
            <a:xfrm>
              <a:off x="2103734" y="3002376"/>
              <a:ext cx="861381" cy="963974"/>
            </a:xfrm>
            <a:custGeom>
              <a:avLst/>
              <a:gdLst>
                <a:gd name="connsiteX0" fmla="*/ 6421 w 1188673"/>
                <a:gd name="connsiteY0" fmla="*/ 681464 h 1188673"/>
                <a:gd name="connsiteX1" fmla="*/ 149811 w 1188673"/>
                <a:gd name="connsiteY1" fmla="*/ 199833 h 1188673"/>
                <a:gd name="connsiteX2" fmla="*/ 610993 w 1188673"/>
                <a:gd name="connsiteY2" fmla="*/ 233 h 1188673"/>
                <a:gd name="connsiteX3" fmla="*/ 605291 w 1188673"/>
                <a:gd name="connsiteY3" fmla="*/ 203607 h 1188673"/>
                <a:gd name="connsiteX4" fmla="*/ 301981 w 1188673"/>
                <a:gd name="connsiteY4" fmla="*/ 334880 h 1188673"/>
                <a:gd name="connsiteX5" fmla="*/ 207676 w 1188673"/>
                <a:gd name="connsiteY5" fmla="*/ 651639 h 1188673"/>
                <a:gd name="connsiteX6" fmla="*/ 6421 w 1188673"/>
                <a:gd name="connsiteY6" fmla="*/ 681464 h 1188673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605295 w 610997"/>
                <a:gd name="connsiteY3" fmla="*/ 203607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595567 w 610997"/>
                <a:gd name="connsiteY3" fmla="*/ 154969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0997" h="68376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자유형: 도형 128">
              <a:extLst>
                <a:ext uri="{FF2B5EF4-FFF2-40B4-BE49-F238E27FC236}">
                  <a16:creationId xmlns:a16="http://schemas.microsoft.com/office/drawing/2014/main" xmlns="" id="{6454820F-1221-434A-8DEF-C3CF34DAE491}"/>
                </a:ext>
              </a:extLst>
            </p:cNvPr>
            <p:cNvSpPr/>
            <p:nvPr/>
          </p:nvSpPr>
          <p:spPr>
            <a:xfrm rot="21000000">
              <a:off x="1019786" y="4024649"/>
              <a:ext cx="948277" cy="2492473"/>
            </a:xfrm>
            <a:custGeom>
              <a:avLst/>
              <a:gdLst>
                <a:gd name="connsiteX0" fmla="*/ 810820 w 948279"/>
                <a:gd name="connsiteY0" fmla="*/ 13176 h 2492471"/>
                <a:gd name="connsiteX1" fmla="*/ 890541 w 948279"/>
                <a:gd name="connsiteY1" fmla="*/ 50763 h 2492471"/>
                <a:gd name="connsiteX2" fmla="*/ 948279 w 948279"/>
                <a:gd name="connsiteY2" fmla="*/ 103894 h 2492471"/>
                <a:gd name="connsiteX3" fmla="*/ 938298 w 948279"/>
                <a:gd name="connsiteY3" fmla="*/ 110009 h 2492471"/>
                <a:gd name="connsiteX4" fmla="*/ 693849 w 948279"/>
                <a:gd name="connsiteY4" fmla="*/ 613610 h 2492471"/>
                <a:gd name="connsiteX5" fmla="*/ 473392 w 948279"/>
                <a:gd name="connsiteY5" fmla="*/ 1863884 h 2492471"/>
                <a:gd name="connsiteX6" fmla="*/ 621326 w 948279"/>
                <a:gd name="connsiteY6" fmla="*/ 2455353 h 2492471"/>
                <a:gd name="connsiteX7" fmla="*/ 654526 w 948279"/>
                <a:gd name="connsiteY7" fmla="*/ 2489310 h 2492471"/>
                <a:gd name="connsiteX8" fmla="*/ 632338 w 948279"/>
                <a:gd name="connsiteY8" fmla="*/ 2492471 h 2492471"/>
                <a:gd name="connsiteX9" fmla="*/ 576673 w 948279"/>
                <a:gd name="connsiteY9" fmla="*/ 2488230 h 2492471"/>
                <a:gd name="connsiteX10" fmla="*/ 0 w 948279"/>
                <a:gd name="connsiteY10" fmla="*/ 1842037 h 2492471"/>
                <a:gd name="connsiteX11" fmla="*/ 0 w 948279"/>
                <a:gd name="connsiteY11" fmla="*/ 625681 h 2492471"/>
                <a:gd name="connsiteX12" fmla="*/ 404528 w 948279"/>
                <a:gd name="connsiteY12" fmla="*/ 2 h 2492471"/>
                <a:gd name="connsiteX13" fmla="*/ 714395 w 948279"/>
                <a:gd name="connsiteY13" fmla="*/ 0 h 2492471"/>
                <a:gd name="connsiteX14" fmla="*/ 810820 w 948279"/>
                <a:gd name="connsiteY14" fmla="*/ 13176 h 249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8279" h="2492471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6" name="자유형: 도형 129">
              <a:extLst>
                <a:ext uri="{FF2B5EF4-FFF2-40B4-BE49-F238E27FC236}">
                  <a16:creationId xmlns:a16="http://schemas.microsoft.com/office/drawing/2014/main" xmlns="" id="{12F4B99D-1C72-40BC-992A-304308CAE4A1}"/>
                </a:ext>
              </a:extLst>
            </p:cNvPr>
            <p:cNvSpPr/>
            <p:nvPr/>
          </p:nvSpPr>
          <p:spPr>
            <a:xfrm rot="638553" flipH="1">
              <a:off x="2580804" y="4025901"/>
              <a:ext cx="970595" cy="2486379"/>
            </a:xfrm>
            <a:custGeom>
              <a:avLst/>
              <a:gdLst>
                <a:gd name="connsiteX0" fmla="*/ 810820 w 970595"/>
                <a:gd name="connsiteY0" fmla="*/ 13176 h 2486380"/>
                <a:gd name="connsiteX1" fmla="*/ 714395 w 970595"/>
                <a:gd name="connsiteY1" fmla="*/ 0 h 2486380"/>
                <a:gd name="connsiteX2" fmla="*/ 404528 w 970595"/>
                <a:gd name="connsiteY2" fmla="*/ 2 h 2486380"/>
                <a:gd name="connsiteX3" fmla="*/ 0 w 970595"/>
                <a:gd name="connsiteY3" fmla="*/ 625681 h 2486380"/>
                <a:gd name="connsiteX4" fmla="*/ 0 w 970595"/>
                <a:gd name="connsiteY4" fmla="*/ 1842037 h 2486380"/>
                <a:gd name="connsiteX5" fmla="*/ 560449 w 970595"/>
                <a:gd name="connsiteY5" fmla="*/ 2485181 h 2486380"/>
                <a:gd name="connsiteX6" fmla="*/ 599656 w 970595"/>
                <a:gd name="connsiteY6" fmla="*/ 2473913 h 2486380"/>
                <a:gd name="connsiteX7" fmla="*/ 663413 w 970595"/>
                <a:gd name="connsiteY7" fmla="*/ 2465457 h 2486380"/>
                <a:gd name="connsiteX8" fmla="*/ 641917 w 970595"/>
                <a:gd name="connsiteY8" fmla="*/ 2440471 h 2486380"/>
                <a:gd name="connsiteX9" fmla="*/ 539647 w 970595"/>
                <a:gd name="connsiteY9" fmla="*/ 1853878 h 2486380"/>
                <a:gd name="connsiteX10" fmla="*/ 774111 w 970595"/>
                <a:gd name="connsiteY10" fmla="*/ 606155 h 2486380"/>
                <a:gd name="connsiteX11" fmla="*/ 937077 w 970595"/>
                <a:gd name="connsiteY11" fmla="*/ 171433 h 2486380"/>
                <a:gd name="connsiteX12" fmla="*/ 970595 w 970595"/>
                <a:gd name="connsiteY12" fmla="*/ 134526 h 2486380"/>
                <a:gd name="connsiteX13" fmla="*/ 954745 w 970595"/>
                <a:gd name="connsiteY13" fmla="*/ 109844 h 2486380"/>
                <a:gd name="connsiteX14" fmla="*/ 810820 w 970595"/>
                <a:gd name="connsiteY14" fmla="*/ 13176 h 248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70595" h="2486380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xmlns="" id="{9EBBE74C-047C-4F00-84C6-18E5DDF93C3F}"/>
              </a:ext>
            </a:extLst>
          </p:cNvPr>
          <p:cNvGrpSpPr/>
          <p:nvPr/>
        </p:nvGrpSpPr>
        <p:grpSpPr>
          <a:xfrm>
            <a:off x="1200592" y="1783006"/>
            <a:ext cx="678415" cy="1086317"/>
            <a:chOff x="4180371" y="4337252"/>
            <a:chExt cx="1369013" cy="2192142"/>
          </a:xfrm>
          <a:solidFill>
            <a:schemeClr val="bg1"/>
          </a:solidFill>
        </p:grpSpPr>
        <p:sp>
          <p:nvSpPr>
            <p:cNvPr id="68" name="Freeform: Shape 8">
              <a:extLst>
                <a:ext uri="{FF2B5EF4-FFF2-40B4-BE49-F238E27FC236}">
                  <a16:creationId xmlns:a16="http://schemas.microsoft.com/office/drawing/2014/main" xmlns="" id="{FCA58C4C-C48C-4DFF-9BBC-873D42ED0D72}"/>
                </a:ext>
              </a:extLst>
            </p:cNvPr>
            <p:cNvSpPr/>
            <p:nvPr/>
          </p:nvSpPr>
          <p:spPr>
            <a:xfrm>
              <a:off x="4311134" y="5863156"/>
              <a:ext cx="9525" cy="9525"/>
            </a:xfrm>
            <a:custGeom>
              <a:avLst/>
              <a:gdLst>
                <a:gd name="connsiteX0" fmla="*/ 0 w 0"/>
                <a:gd name="connsiteY0" fmla="*/ 953 h 0"/>
                <a:gd name="connsiteX1" fmla="*/ 5715 w 0"/>
                <a:gd name="connsiteY1" fmla="*/ 0 h 0"/>
                <a:gd name="connsiteX2" fmla="*/ 4763 w 0"/>
                <a:gd name="connsiteY2" fmla="*/ 3810 h 0"/>
                <a:gd name="connsiteX3" fmla="*/ 0 w 0"/>
                <a:gd name="connsiteY3" fmla="*/ 953 h 0"/>
                <a:gd name="connsiteX4" fmla="*/ 0 w 0"/>
                <a:gd name="connsiteY4" fmla="*/ 95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953"/>
                  </a:moveTo>
                  <a:cubicBezTo>
                    <a:pt x="1905" y="953"/>
                    <a:pt x="3810" y="0"/>
                    <a:pt x="5715" y="0"/>
                  </a:cubicBezTo>
                  <a:cubicBezTo>
                    <a:pt x="5715" y="953"/>
                    <a:pt x="5715" y="2858"/>
                    <a:pt x="4763" y="3810"/>
                  </a:cubicBezTo>
                  <a:cubicBezTo>
                    <a:pt x="3810" y="2858"/>
                    <a:pt x="2857" y="953"/>
                    <a:pt x="0" y="953"/>
                  </a:cubicBezTo>
                  <a:cubicBezTo>
                    <a:pt x="952" y="0"/>
                    <a:pt x="0" y="953"/>
                    <a:pt x="0" y="953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9">
              <a:extLst>
                <a:ext uri="{FF2B5EF4-FFF2-40B4-BE49-F238E27FC236}">
                  <a16:creationId xmlns:a16="http://schemas.microsoft.com/office/drawing/2014/main" xmlns="" id="{C46B8B72-D21C-42CC-AE04-F2022F99F8E9}"/>
                </a:ext>
              </a:extLst>
            </p:cNvPr>
            <p:cNvSpPr/>
            <p:nvPr/>
          </p:nvSpPr>
          <p:spPr>
            <a:xfrm>
              <a:off x="4180371" y="4633919"/>
              <a:ext cx="1257300" cy="1895475"/>
            </a:xfrm>
            <a:custGeom>
              <a:avLst/>
              <a:gdLst>
                <a:gd name="connsiteX0" fmla="*/ 271 w 1257300"/>
                <a:gd name="connsiteY0" fmla="*/ 265307 h 1895475"/>
                <a:gd name="connsiteX1" fmla="*/ 114571 w 1257300"/>
                <a:gd name="connsiteY1" fmla="*/ 86237 h 1895475"/>
                <a:gd name="connsiteX2" fmla="*/ 1168036 w 1257300"/>
                <a:gd name="connsiteY2" fmla="*/ 94809 h 1895475"/>
                <a:gd name="connsiteX3" fmla="*/ 1262333 w 1257300"/>
                <a:gd name="connsiteY3" fmla="*/ 204347 h 1895475"/>
                <a:gd name="connsiteX4" fmla="*/ 1110886 w 1257300"/>
                <a:gd name="connsiteY4" fmla="*/ 1710250 h 1895475"/>
                <a:gd name="connsiteX5" fmla="*/ 915623 w 1257300"/>
                <a:gd name="connsiteY5" fmla="*/ 1897892 h 1895475"/>
                <a:gd name="connsiteX6" fmla="*/ 344123 w 1257300"/>
                <a:gd name="connsiteY6" fmla="*/ 1897892 h 1895475"/>
                <a:gd name="connsiteX7" fmla="*/ 156481 w 1257300"/>
                <a:gd name="connsiteY7" fmla="*/ 1718822 h 1895475"/>
                <a:gd name="connsiteX8" fmla="*/ 271 w 1257300"/>
                <a:gd name="connsiteY8" fmla="*/ 265307 h 1895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7300" h="1895475">
                  <a:moveTo>
                    <a:pt x="271" y="265307"/>
                  </a:moveTo>
                  <a:cubicBezTo>
                    <a:pt x="271" y="265307"/>
                    <a:pt x="-11159" y="129100"/>
                    <a:pt x="114571" y="86237"/>
                  </a:cubicBezTo>
                  <a:cubicBezTo>
                    <a:pt x="413656" y="-15680"/>
                    <a:pt x="744173" y="-44255"/>
                    <a:pt x="1168036" y="94809"/>
                  </a:cubicBezTo>
                  <a:cubicBezTo>
                    <a:pt x="1244236" y="119575"/>
                    <a:pt x="1262333" y="163390"/>
                    <a:pt x="1262333" y="204347"/>
                  </a:cubicBezTo>
                  <a:cubicBezTo>
                    <a:pt x="1262333" y="245305"/>
                    <a:pt x="1123268" y="1672150"/>
                    <a:pt x="1110886" y="1710250"/>
                  </a:cubicBezTo>
                  <a:cubicBezTo>
                    <a:pt x="1098503" y="1748350"/>
                    <a:pt x="1055641" y="1897892"/>
                    <a:pt x="915623" y="1897892"/>
                  </a:cubicBezTo>
                  <a:cubicBezTo>
                    <a:pt x="775606" y="1896940"/>
                    <a:pt x="223156" y="1897892"/>
                    <a:pt x="344123" y="1897892"/>
                  </a:cubicBezTo>
                  <a:cubicBezTo>
                    <a:pt x="465091" y="1897892"/>
                    <a:pt x="183151" y="1935040"/>
                    <a:pt x="156481" y="1718822"/>
                  </a:cubicBezTo>
                  <a:cubicBezTo>
                    <a:pt x="129811" y="1502605"/>
                    <a:pt x="271" y="265307"/>
                    <a:pt x="271" y="265307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0">
              <a:extLst>
                <a:ext uri="{FF2B5EF4-FFF2-40B4-BE49-F238E27FC236}">
                  <a16:creationId xmlns:a16="http://schemas.microsoft.com/office/drawing/2014/main" xmlns="" id="{40C6E915-F63E-45C7-A909-814DFBE29E69}"/>
                </a:ext>
              </a:extLst>
            </p:cNvPr>
            <p:cNvSpPr/>
            <p:nvPr/>
          </p:nvSpPr>
          <p:spPr>
            <a:xfrm>
              <a:off x="4267049" y="4720003"/>
              <a:ext cx="1085850" cy="1743075"/>
            </a:xfrm>
            <a:custGeom>
              <a:avLst/>
              <a:gdLst>
                <a:gd name="connsiteX0" fmla="*/ 270 w 1085850"/>
                <a:gd name="connsiteY0" fmla="*/ 243993 h 1743075"/>
                <a:gd name="connsiteX1" fmla="*/ 99330 w 1085850"/>
                <a:gd name="connsiteY1" fmla="*/ 79211 h 1743075"/>
                <a:gd name="connsiteX2" fmla="*/ 1008015 w 1085850"/>
                <a:gd name="connsiteY2" fmla="*/ 86831 h 1743075"/>
                <a:gd name="connsiteX3" fmla="*/ 1089930 w 1085850"/>
                <a:gd name="connsiteY3" fmla="*/ 187796 h 1743075"/>
                <a:gd name="connsiteX4" fmla="*/ 958485 w 1085850"/>
                <a:gd name="connsiteY4" fmla="*/ 1573683 h 1743075"/>
                <a:gd name="connsiteX5" fmla="*/ 789893 w 1085850"/>
                <a:gd name="connsiteY5" fmla="*/ 1746086 h 1743075"/>
                <a:gd name="connsiteX6" fmla="*/ 296498 w 1085850"/>
                <a:gd name="connsiteY6" fmla="*/ 1746086 h 1743075"/>
                <a:gd name="connsiteX7" fmla="*/ 134573 w 1085850"/>
                <a:gd name="connsiteY7" fmla="*/ 1581303 h 1743075"/>
                <a:gd name="connsiteX8" fmla="*/ 270 w 1085850"/>
                <a:gd name="connsiteY8" fmla="*/ 243993 h 174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5850" h="1743075">
                  <a:moveTo>
                    <a:pt x="270" y="243993"/>
                  </a:moveTo>
                  <a:cubicBezTo>
                    <a:pt x="270" y="243993"/>
                    <a:pt x="-10207" y="119216"/>
                    <a:pt x="99330" y="79211"/>
                  </a:cubicBezTo>
                  <a:cubicBezTo>
                    <a:pt x="357458" y="-14134"/>
                    <a:pt x="642255" y="-40804"/>
                    <a:pt x="1008015" y="86831"/>
                  </a:cubicBezTo>
                  <a:cubicBezTo>
                    <a:pt x="1073738" y="109691"/>
                    <a:pt x="1089930" y="149696"/>
                    <a:pt x="1089930" y="187796"/>
                  </a:cubicBezTo>
                  <a:cubicBezTo>
                    <a:pt x="1089930" y="225896"/>
                    <a:pt x="969915" y="1538441"/>
                    <a:pt x="958485" y="1573683"/>
                  </a:cubicBezTo>
                  <a:cubicBezTo>
                    <a:pt x="948008" y="1608926"/>
                    <a:pt x="910860" y="1747038"/>
                    <a:pt x="789893" y="1746086"/>
                  </a:cubicBezTo>
                  <a:cubicBezTo>
                    <a:pt x="668925" y="1745133"/>
                    <a:pt x="192675" y="1746086"/>
                    <a:pt x="296498" y="1746086"/>
                  </a:cubicBezTo>
                  <a:cubicBezTo>
                    <a:pt x="400320" y="1746086"/>
                    <a:pt x="157433" y="1780376"/>
                    <a:pt x="134573" y="1581303"/>
                  </a:cubicBezTo>
                  <a:cubicBezTo>
                    <a:pt x="111713" y="1382231"/>
                    <a:pt x="270" y="243993"/>
                    <a:pt x="270" y="243993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1">
              <a:extLst>
                <a:ext uri="{FF2B5EF4-FFF2-40B4-BE49-F238E27FC236}">
                  <a16:creationId xmlns:a16="http://schemas.microsoft.com/office/drawing/2014/main" xmlns="" id="{88CACD31-7DA9-47E3-914E-7691B1F2769C}"/>
                </a:ext>
              </a:extLst>
            </p:cNvPr>
            <p:cNvSpPr/>
            <p:nvPr/>
          </p:nvSpPr>
          <p:spPr>
            <a:xfrm>
              <a:off x="4368063" y="5264768"/>
              <a:ext cx="885825" cy="1133475"/>
            </a:xfrm>
            <a:custGeom>
              <a:avLst/>
              <a:gdLst>
                <a:gd name="connsiteX0" fmla="*/ 221 w 885825"/>
                <a:gd name="connsiteY0" fmla="*/ 158333 h 1133475"/>
                <a:gd name="connsiteX1" fmla="*/ 81184 w 885825"/>
                <a:gd name="connsiteY1" fmla="*/ 51653 h 1133475"/>
                <a:gd name="connsiteX2" fmla="*/ 822229 w 885825"/>
                <a:gd name="connsiteY2" fmla="*/ 56416 h 1133475"/>
                <a:gd name="connsiteX3" fmla="*/ 888904 w 885825"/>
                <a:gd name="connsiteY3" fmla="*/ 122138 h 1133475"/>
                <a:gd name="connsiteX4" fmla="*/ 782224 w 885825"/>
                <a:gd name="connsiteY4" fmla="*/ 1026061 h 1133475"/>
                <a:gd name="connsiteX5" fmla="*/ 645064 w 885825"/>
                <a:gd name="connsiteY5" fmla="*/ 1138456 h 1133475"/>
                <a:gd name="connsiteX6" fmla="*/ 243109 w 885825"/>
                <a:gd name="connsiteY6" fmla="*/ 1138456 h 1133475"/>
                <a:gd name="connsiteX7" fmla="*/ 110711 w 885825"/>
                <a:gd name="connsiteY7" fmla="*/ 1030824 h 1133475"/>
                <a:gd name="connsiteX8" fmla="*/ 221 w 885825"/>
                <a:gd name="connsiteY8" fmla="*/ 158333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5825" h="1133475">
                  <a:moveTo>
                    <a:pt x="221" y="158333"/>
                  </a:moveTo>
                  <a:cubicBezTo>
                    <a:pt x="221" y="158333"/>
                    <a:pt x="-8351" y="76418"/>
                    <a:pt x="81184" y="51653"/>
                  </a:cubicBezTo>
                  <a:cubicBezTo>
                    <a:pt x="291686" y="-9307"/>
                    <a:pt x="524096" y="-26452"/>
                    <a:pt x="822229" y="56416"/>
                  </a:cubicBezTo>
                  <a:cubicBezTo>
                    <a:pt x="875569" y="71656"/>
                    <a:pt x="888904" y="97373"/>
                    <a:pt x="888904" y="122138"/>
                  </a:cubicBezTo>
                  <a:cubicBezTo>
                    <a:pt x="888904" y="146903"/>
                    <a:pt x="790796" y="1003201"/>
                    <a:pt x="782224" y="1026061"/>
                  </a:cubicBezTo>
                  <a:cubicBezTo>
                    <a:pt x="773651" y="1048921"/>
                    <a:pt x="743171" y="1138456"/>
                    <a:pt x="645064" y="1138456"/>
                  </a:cubicBezTo>
                  <a:cubicBezTo>
                    <a:pt x="546956" y="1138456"/>
                    <a:pt x="158336" y="1138456"/>
                    <a:pt x="243109" y="1138456"/>
                  </a:cubicBezTo>
                  <a:cubicBezTo>
                    <a:pt x="327881" y="1138456"/>
                    <a:pt x="129761" y="1160363"/>
                    <a:pt x="110711" y="1030824"/>
                  </a:cubicBezTo>
                  <a:cubicBezTo>
                    <a:pt x="91661" y="901283"/>
                    <a:pt x="221" y="158333"/>
                    <a:pt x="221" y="158333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2">
              <a:extLst>
                <a:ext uri="{FF2B5EF4-FFF2-40B4-BE49-F238E27FC236}">
                  <a16:creationId xmlns:a16="http://schemas.microsoft.com/office/drawing/2014/main" xmlns="" id="{9E22CDC8-3166-4816-9E48-872B56EDA553}"/>
                </a:ext>
              </a:extLst>
            </p:cNvPr>
            <p:cNvSpPr/>
            <p:nvPr/>
          </p:nvSpPr>
          <p:spPr>
            <a:xfrm>
              <a:off x="4556879" y="5540259"/>
              <a:ext cx="123825" cy="123825"/>
            </a:xfrm>
            <a:custGeom>
              <a:avLst/>
              <a:gdLst>
                <a:gd name="connsiteX0" fmla="*/ 123825 w 123825"/>
                <a:gd name="connsiteY0" fmla="*/ 61913 h 123825"/>
                <a:gd name="connsiteX1" fmla="*/ 61912 w 123825"/>
                <a:gd name="connsiteY1" fmla="*/ 123825 h 123825"/>
                <a:gd name="connsiteX2" fmla="*/ 0 w 123825"/>
                <a:gd name="connsiteY2" fmla="*/ 61913 h 123825"/>
                <a:gd name="connsiteX3" fmla="*/ 61912 w 123825"/>
                <a:gd name="connsiteY3" fmla="*/ 0 h 123825"/>
                <a:gd name="connsiteX4" fmla="*/ 123825 w 123825"/>
                <a:gd name="connsiteY4" fmla="*/ 6191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3825" y="61913"/>
                  </a:moveTo>
                  <a:cubicBezTo>
                    <a:pt x="123825" y="96106"/>
                    <a:pt x="96106" y="123825"/>
                    <a:pt x="61912" y="123825"/>
                  </a:cubicBezTo>
                  <a:cubicBezTo>
                    <a:pt x="27719" y="123825"/>
                    <a:pt x="0" y="96106"/>
                    <a:pt x="0" y="61913"/>
                  </a:cubicBezTo>
                  <a:cubicBezTo>
                    <a:pt x="0" y="27719"/>
                    <a:pt x="27719" y="0"/>
                    <a:pt x="61912" y="0"/>
                  </a:cubicBezTo>
                  <a:cubicBezTo>
                    <a:pt x="96106" y="0"/>
                    <a:pt x="123825" y="27719"/>
                    <a:pt x="123825" y="61913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13">
              <a:extLst>
                <a:ext uri="{FF2B5EF4-FFF2-40B4-BE49-F238E27FC236}">
                  <a16:creationId xmlns:a16="http://schemas.microsoft.com/office/drawing/2014/main" xmlns="" id="{BD9AD7B9-1376-4677-BF2B-99863FF8F58E}"/>
                </a:ext>
              </a:extLst>
            </p:cNvPr>
            <p:cNvSpPr/>
            <p:nvPr/>
          </p:nvSpPr>
          <p:spPr>
            <a:xfrm>
              <a:off x="4461629" y="5436436"/>
              <a:ext cx="85725" cy="85725"/>
            </a:xfrm>
            <a:custGeom>
              <a:avLst/>
              <a:gdLst>
                <a:gd name="connsiteX0" fmla="*/ 87630 w 85725"/>
                <a:gd name="connsiteY0" fmla="*/ 43815 h 85725"/>
                <a:gd name="connsiteX1" fmla="*/ 43815 w 85725"/>
                <a:gd name="connsiteY1" fmla="*/ 87630 h 85725"/>
                <a:gd name="connsiteX2" fmla="*/ 0 w 85725"/>
                <a:gd name="connsiteY2" fmla="*/ 43815 h 85725"/>
                <a:gd name="connsiteX3" fmla="*/ 43815 w 85725"/>
                <a:gd name="connsiteY3" fmla="*/ 0 h 85725"/>
                <a:gd name="connsiteX4" fmla="*/ 87630 w 85725"/>
                <a:gd name="connsiteY4" fmla="*/ 43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14">
              <a:extLst>
                <a:ext uri="{FF2B5EF4-FFF2-40B4-BE49-F238E27FC236}">
                  <a16:creationId xmlns:a16="http://schemas.microsoft.com/office/drawing/2014/main" xmlns="" id="{48B33AA8-5D63-486D-B84D-E34061BC3BF9}"/>
                </a:ext>
              </a:extLst>
            </p:cNvPr>
            <p:cNvSpPr/>
            <p:nvPr/>
          </p:nvSpPr>
          <p:spPr>
            <a:xfrm>
              <a:off x="4687782" y="4337252"/>
              <a:ext cx="861602" cy="2023603"/>
            </a:xfrm>
            <a:custGeom>
              <a:avLst/>
              <a:gdLst>
                <a:gd name="connsiteX0" fmla="*/ 641985 w 638175"/>
                <a:gd name="connsiteY0" fmla="*/ 62865 h 1171575"/>
                <a:gd name="connsiteX1" fmla="*/ 644843 w 638175"/>
                <a:gd name="connsiteY1" fmla="*/ 0 h 1171575"/>
                <a:gd name="connsiteX2" fmla="*/ 356235 w 638175"/>
                <a:gd name="connsiteY2" fmla="*/ 0 h 1171575"/>
                <a:gd name="connsiteX3" fmla="*/ 282893 w 638175"/>
                <a:gd name="connsiteY3" fmla="*/ 57150 h 1171575"/>
                <a:gd name="connsiteX4" fmla="*/ 0 w 638175"/>
                <a:gd name="connsiteY4" fmla="*/ 1163003 h 1171575"/>
                <a:gd name="connsiteX5" fmla="*/ 60008 w 638175"/>
                <a:gd name="connsiteY5" fmla="*/ 1178243 h 1171575"/>
                <a:gd name="connsiteX6" fmla="*/ 325755 w 638175"/>
                <a:gd name="connsiteY6" fmla="*/ 140018 h 1171575"/>
                <a:gd name="connsiteX7" fmla="*/ 403860 w 638175"/>
                <a:gd name="connsiteY7" fmla="*/ 62865 h 1171575"/>
                <a:gd name="connsiteX8" fmla="*/ 641985 w 638175"/>
                <a:gd name="connsiteY8" fmla="*/ 62865 h 1171575"/>
                <a:gd name="connsiteX0" fmla="*/ 858744 w 861602"/>
                <a:gd name="connsiteY0" fmla="*/ 62865 h 2013804"/>
                <a:gd name="connsiteX1" fmla="*/ 861602 w 861602"/>
                <a:gd name="connsiteY1" fmla="*/ 0 h 2013804"/>
                <a:gd name="connsiteX2" fmla="*/ 572994 w 861602"/>
                <a:gd name="connsiteY2" fmla="*/ 0 h 2013804"/>
                <a:gd name="connsiteX3" fmla="*/ 499652 w 861602"/>
                <a:gd name="connsiteY3" fmla="*/ 57150 h 2013804"/>
                <a:gd name="connsiteX4" fmla="*/ 0 w 861602"/>
                <a:gd name="connsiteY4" fmla="*/ 2013782 h 2013804"/>
                <a:gd name="connsiteX5" fmla="*/ 276767 w 861602"/>
                <a:gd name="connsiteY5" fmla="*/ 1178243 h 2013804"/>
                <a:gd name="connsiteX6" fmla="*/ 542514 w 861602"/>
                <a:gd name="connsiteY6" fmla="*/ 140018 h 2013804"/>
                <a:gd name="connsiteX7" fmla="*/ 620619 w 861602"/>
                <a:gd name="connsiteY7" fmla="*/ 62865 h 2013804"/>
                <a:gd name="connsiteX8" fmla="*/ 858744 w 861602"/>
                <a:gd name="connsiteY8" fmla="*/ 62865 h 2013804"/>
                <a:gd name="connsiteX0" fmla="*/ 858744 w 861602"/>
                <a:gd name="connsiteY0" fmla="*/ 62865 h 2023603"/>
                <a:gd name="connsiteX1" fmla="*/ 861602 w 861602"/>
                <a:gd name="connsiteY1" fmla="*/ 0 h 2023603"/>
                <a:gd name="connsiteX2" fmla="*/ 572994 w 861602"/>
                <a:gd name="connsiteY2" fmla="*/ 0 h 2023603"/>
                <a:gd name="connsiteX3" fmla="*/ 499652 w 861602"/>
                <a:gd name="connsiteY3" fmla="*/ 57150 h 2023603"/>
                <a:gd name="connsiteX4" fmla="*/ 0 w 861602"/>
                <a:gd name="connsiteY4" fmla="*/ 2013782 h 2023603"/>
                <a:gd name="connsiteX5" fmla="*/ 54589 w 861602"/>
                <a:gd name="connsiteY5" fmla="*/ 2023603 h 2023603"/>
                <a:gd name="connsiteX6" fmla="*/ 542514 w 861602"/>
                <a:gd name="connsiteY6" fmla="*/ 140018 h 2023603"/>
                <a:gd name="connsiteX7" fmla="*/ 620619 w 861602"/>
                <a:gd name="connsiteY7" fmla="*/ 62865 h 2023603"/>
                <a:gd name="connsiteX8" fmla="*/ 858744 w 861602"/>
                <a:gd name="connsiteY8" fmla="*/ 62865 h 2023603"/>
                <a:gd name="connsiteX0" fmla="*/ 858744 w 861602"/>
                <a:gd name="connsiteY0" fmla="*/ 62865 h 2023603"/>
                <a:gd name="connsiteX1" fmla="*/ 861602 w 861602"/>
                <a:gd name="connsiteY1" fmla="*/ 0 h 2023603"/>
                <a:gd name="connsiteX2" fmla="*/ 572994 w 861602"/>
                <a:gd name="connsiteY2" fmla="*/ 0 h 2023603"/>
                <a:gd name="connsiteX3" fmla="*/ 499652 w 861602"/>
                <a:gd name="connsiteY3" fmla="*/ 57150 h 2023603"/>
                <a:gd name="connsiteX4" fmla="*/ 0 w 861602"/>
                <a:gd name="connsiteY4" fmla="*/ 2013782 h 2023603"/>
                <a:gd name="connsiteX5" fmla="*/ 54589 w 861602"/>
                <a:gd name="connsiteY5" fmla="*/ 2023603 h 2023603"/>
                <a:gd name="connsiteX6" fmla="*/ 542514 w 861602"/>
                <a:gd name="connsiteY6" fmla="*/ 140018 h 2023603"/>
                <a:gd name="connsiteX7" fmla="*/ 620619 w 861602"/>
                <a:gd name="connsiteY7" fmla="*/ 62865 h 2023603"/>
                <a:gd name="connsiteX8" fmla="*/ 858744 w 861602"/>
                <a:gd name="connsiteY8" fmla="*/ 62865 h 202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1602" h="2023603">
                  <a:moveTo>
                    <a:pt x="858744" y="62865"/>
                  </a:moveTo>
                  <a:lnTo>
                    <a:pt x="861602" y="0"/>
                  </a:lnTo>
                  <a:lnTo>
                    <a:pt x="572994" y="0"/>
                  </a:lnTo>
                  <a:cubicBezTo>
                    <a:pt x="538704" y="0"/>
                    <a:pt x="508224" y="23813"/>
                    <a:pt x="499652" y="57150"/>
                  </a:cubicBezTo>
                  <a:lnTo>
                    <a:pt x="0" y="2013782"/>
                  </a:lnTo>
                  <a:cubicBezTo>
                    <a:pt x="20003" y="2018862"/>
                    <a:pt x="34586" y="2018523"/>
                    <a:pt x="54589" y="2023603"/>
                  </a:cubicBezTo>
                  <a:lnTo>
                    <a:pt x="542514" y="140018"/>
                  </a:lnTo>
                  <a:cubicBezTo>
                    <a:pt x="554897" y="97155"/>
                    <a:pt x="551087" y="62865"/>
                    <a:pt x="620619" y="62865"/>
                  </a:cubicBezTo>
                  <a:lnTo>
                    <a:pt x="858744" y="62865"/>
                  </a:lnTo>
                  <a:close/>
                </a:path>
              </a:pathLst>
            </a:custGeom>
            <a:grp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5" name="Graphic 416">
            <a:extLst>
              <a:ext uri="{FF2B5EF4-FFF2-40B4-BE49-F238E27FC236}">
                <a16:creationId xmlns:a16="http://schemas.microsoft.com/office/drawing/2014/main" xmlns="" id="{17F66B18-2B14-463D-983F-E63CB9D8B9E0}"/>
              </a:ext>
            </a:extLst>
          </p:cNvPr>
          <p:cNvGrpSpPr/>
          <p:nvPr/>
        </p:nvGrpSpPr>
        <p:grpSpPr>
          <a:xfrm>
            <a:off x="4222925" y="5297182"/>
            <a:ext cx="805434" cy="1009128"/>
            <a:chOff x="7143391" y="1135118"/>
            <a:chExt cx="1546562" cy="1937688"/>
          </a:xfrm>
          <a:solidFill>
            <a:schemeClr val="accent1"/>
          </a:solidFill>
        </p:grpSpPr>
        <p:sp>
          <p:nvSpPr>
            <p:cNvPr id="76" name="Freeform: Shape 30">
              <a:extLst>
                <a:ext uri="{FF2B5EF4-FFF2-40B4-BE49-F238E27FC236}">
                  <a16:creationId xmlns:a16="http://schemas.microsoft.com/office/drawing/2014/main" xmlns="" id="{7CB64C65-3A9F-4D91-B50A-C7A054074F85}"/>
                </a:ext>
              </a:extLst>
            </p:cNvPr>
            <p:cNvSpPr/>
            <p:nvPr/>
          </p:nvSpPr>
          <p:spPr>
            <a:xfrm>
              <a:off x="7143361" y="1306280"/>
              <a:ext cx="1542974" cy="1765449"/>
            </a:xfrm>
            <a:custGeom>
              <a:avLst/>
              <a:gdLst>
                <a:gd name="connsiteX0" fmla="*/ 1543722 w 1542973"/>
                <a:gd name="connsiteY0" fmla="*/ 1066805 h 1765449"/>
                <a:gd name="connsiteX1" fmla="*/ 1544439 w 1542973"/>
                <a:gd name="connsiteY1" fmla="*/ 1070034 h 1765449"/>
                <a:gd name="connsiteX2" fmla="*/ 1537263 w 1542973"/>
                <a:gd name="connsiteY2" fmla="*/ 1209261 h 1765449"/>
                <a:gd name="connsiteX3" fmla="*/ 1427461 w 1542973"/>
                <a:gd name="connsiteY3" fmla="*/ 1389394 h 1765449"/>
                <a:gd name="connsiteX4" fmla="*/ 1424949 w 1542973"/>
                <a:gd name="connsiteY4" fmla="*/ 1417024 h 1765449"/>
                <a:gd name="connsiteX5" fmla="*/ 1469803 w 1542973"/>
                <a:gd name="connsiteY5" fmla="*/ 1515703 h 1765449"/>
                <a:gd name="connsiteX6" fmla="*/ 1517527 w 1542973"/>
                <a:gd name="connsiteY6" fmla="*/ 1642370 h 1765449"/>
                <a:gd name="connsiteX7" fmla="*/ 1516092 w 1542973"/>
                <a:gd name="connsiteY7" fmla="*/ 1661388 h 1765449"/>
                <a:gd name="connsiteX8" fmla="*/ 1480209 w 1542973"/>
                <a:gd name="connsiteY8" fmla="*/ 1699065 h 1765449"/>
                <a:gd name="connsiteX9" fmla="*/ 1469085 w 1542973"/>
                <a:gd name="connsiteY9" fmla="*/ 1708754 h 1765449"/>
                <a:gd name="connsiteX10" fmla="*/ 1452220 w 1542973"/>
                <a:gd name="connsiteY10" fmla="*/ 1720236 h 1765449"/>
                <a:gd name="connsiteX11" fmla="*/ 1411672 w 1542973"/>
                <a:gd name="connsiteY11" fmla="*/ 1744278 h 1765449"/>
                <a:gd name="connsiteX12" fmla="*/ 1318735 w 1542973"/>
                <a:gd name="connsiteY12" fmla="*/ 1767602 h 1765449"/>
                <a:gd name="connsiteX13" fmla="*/ 1302228 w 1542973"/>
                <a:gd name="connsiteY13" fmla="*/ 1758990 h 1765449"/>
                <a:gd name="connsiteX14" fmla="*/ 1279622 w 1542973"/>
                <a:gd name="connsiteY14" fmla="*/ 1723107 h 1765449"/>
                <a:gd name="connsiteX15" fmla="*/ 1227951 w 1542973"/>
                <a:gd name="connsiteY15" fmla="*/ 1682918 h 1765449"/>
                <a:gd name="connsiteX16" fmla="*/ 1215391 w 1542973"/>
                <a:gd name="connsiteY16" fmla="*/ 1661388 h 1765449"/>
                <a:gd name="connsiteX17" fmla="*/ 1175561 w 1542973"/>
                <a:gd name="connsiteY17" fmla="*/ 1612228 h 1765449"/>
                <a:gd name="connsiteX18" fmla="*/ 1155467 w 1542973"/>
                <a:gd name="connsiteY18" fmla="*/ 1597516 h 1765449"/>
                <a:gd name="connsiteX19" fmla="*/ 1135731 w 1542973"/>
                <a:gd name="connsiteY19" fmla="*/ 1592134 h 1765449"/>
                <a:gd name="connsiteX20" fmla="*/ 1047817 w 1542973"/>
                <a:gd name="connsiteY20" fmla="*/ 1596081 h 1765449"/>
                <a:gd name="connsiteX21" fmla="*/ 1043152 w 1542973"/>
                <a:gd name="connsiteY21" fmla="*/ 1593928 h 1765449"/>
                <a:gd name="connsiteX22" fmla="*/ 983586 w 1542973"/>
                <a:gd name="connsiteY22" fmla="*/ 1583881 h 1765449"/>
                <a:gd name="connsiteX23" fmla="*/ 809195 w 1542973"/>
                <a:gd name="connsiteY23" fmla="*/ 1504938 h 1765449"/>
                <a:gd name="connsiteX24" fmla="*/ 533253 w 1542973"/>
                <a:gd name="connsiteY24" fmla="*/ 1216079 h 1765449"/>
                <a:gd name="connsiteX25" fmla="*/ 198823 w 1542973"/>
                <a:gd name="connsiteY25" fmla="*/ 805217 h 1765449"/>
                <a:gd name="connsiteX26" fmla="*/ 152892 w 1542973"/>
                <a:gd name="connsiteY26" fmla="*/ 761440 h 1765449"/>
                <a:gd name="connsiteX27" fmla="*/ 78256 w 1542973"/>
                <a:gd name="connsiteY27" fmla="*/ 693979 h 1765449"/>
                <a:gd name="connsiteX28" fmla="*/ 19407 w 1542973"/>
                <a:gd name="connsiteY28" fmla="*/ 658814 h 1765449"/>
                <a:gd name="connsiteX29" fmla="*/ 5772 w 1542973"/>
                <a:gd name="connsiteY29" fmla="*/ 657020 h 1765449"/>
                <a:gd name="connsiteX30" fmla="*/ 30 w 1542973"/>
                <a:gd name="connsiteY30" fmla="*/ 649126 h 1765449"/>
                <a:gd name="connsiteX31" fmla="*/ 6489 w 1542973"/>
                <a:gd name="connsiteY31" fmla="*/ 641231 h 1765449"/>
                <a:gd name="connsiteX32" fmla="*/ 24072 w 1542973"/>
                <a:gd name="connsiteY32" fmla="*/ 639078 h 1765449"/>
                <a:gd name="connsiteX33" fmla="*/ 122392 w 1542973"/>
                <a:gd name="connsiteY33" fmla="*/ 661685 h 1765449"/>
                <a:gd name="connsiteX34" fmla="*/ 212458 w 1542973"/>
                <a:gd name="connsiteY34" fmla="*/ 703309 h 1765449"/>
                <a:gd name="connsiteX35" fmla="*/ 227888 w 1542973"/>
                <a:gd name="connsiteY35" fmla="*/ 712280 h 1765449"/>
                <a:gd name="connsiteX36" fmla="*/ 254800 w 1542973"/>
                <a:gd name="connsiteY36" fmla="*/ 727710 h 1765449"/>
                <a:gd name="connsiteX37" fmla="*/ 305037 w 1542973"/>
                <a:gd name="connsiteY37" fmla="*/ 757851 h 1765449"/>
                <a:gd name="connsiteX38" fmla="*/ 367115 w 1542973"/>
                <a:gd name="connsiteY38" fmla="*/ 805576 h 1765449"/>
                <a:gd name="connsiteX39" fmla="*/ 377880 w 1542973"/>
                <a:gd name="connsiteY39" fmla="*/ 814905 h 1765449"/>
                <a:gd name="connsiteX40" fmla="*/ 399768 w 1542973"/>
                <a:gd name="connsiteY40" fmla="*/ 832847 h 1765449"/>
                <a:gd name="connsiteX41" fmla="*/ 502394 w 1542973"/>
                <a:gd name="connsiteY41" fmla="*/ 922196 h 1765449"/>
                <a:gd name="connsiteX42" fmla="*/ 704775 w 1542973"/>
                <a:gd name="connsiteY42" fmla="*/ 1120271 h 1765449"/>
                <a:gd name="connsiteX43" fmla="*/ 1052841 w 1542973"/>
                <a:gd name="connsiteY43" fmla="*/ 1375759 h 1765449"/>
                <a:gd name="connsiteX44" fmla="*/ 1280699 w 1542973"/>
                <a:gd name="connsiteY44" fmla="*/ 1431019 h 1765449"/>
                <a:gd name="connsiteX45" fmla="*/ 1346365 w 1542973"/>
                <a:gd name="connsiteY45" fmla="*/ 1423124 h 1765449"/>
                <a:gd name="connsiteX46" fmla="*/ 1368253 w 1542973"/>
                <a:gd name="connsiteY46" fmla="*/ 1404824 h 1765449"/>
                <a:gd name="connsiteX47" fmla="*/ 1353183 w 1542973"/>
                <a:gd name="connsiteY47" fmla="*/ 1382576 h 1765449"/>
                <a:gd name="connsiteX48" fmla="*/ 1302946 w 1542973"/>
                <a:gd name="connsiteY48" fmla="*/ 1366788 h 1765449"/>
                <a:gd name="connsiteX49" fmla="*/ 1287158 w 1542973"/>
                <a:gd name="connsiteY49" fmla="*/ 1344540 h 1765449"/>
                <a:gd name="connsiteX50" fmla="*/ 1320170 w 1542973"/>
                <a:gd name="connsiteY50" fmla="*/ 1133906 h 1765449"/>
                <a:gd name="connsiteX51" fmla="*/ 1309405 w 1542973"/>
                <a:gd name="connsiteY51" fmla="*/ 1023745 h 1765449"/>
                <a:gd name="connsiteX52" fmla="*/ 1296128 w 1542973"/>
                <a:gd name="connsiteY52" fmla="*/ 960950 h 1765449"/>
                <a:gd name="connsiteX53" fmla="*/ 1293617 w 1542973"/>
                <a:gd name="connsiteY53" fmla="*/ 944443 h 1765449"/>
                <a:gd name="connsiteX54" fmla="*/ 1284287 w 1542973"/>
                <a:gd name="connsiteY54" fmla="*/ 884878 h 1765449"/>
                <a:gd name="connsiteX55" fmla="*/ 1184891 w 1542973"/>
                <a:gd name="connsiteY55" fmla="*/ 538606 h 1765449"/>
                <a:gd name="connsiteX56" fmla="*/ 1154390 w 1542973"/>
                <a:gd name="connsiteY56" fmla="*/ 428444 h 1765449"/>
                <a:gd name="connsiteX57" fmla="*/ 1149366 w 1542973"/>
                <a:gd name="connsiteY57" fmla="*/ 400456 h 1765449"/>
                <a:gd name="connsiteX58" fmla="*/ 1138601 w 1542973"/>
                <a:gd name="connsiteY58" fmla="*/ 361343 h 1765449"/>
                <a:gd name="connsiteX59" fmla="*/ 1139678 w 1542973"/>
                <a:gd name="connsiteY59" fmla="*/ 340172 h 1765449"/>
                <a:gd name="connsiteX60" fmla="*/ 1119225 w 1542973"/>
                <a:gd name="connsiteY60" fmla="*/ 130615 h 1765449"/>
                <a:gd name="connsiteX61" fmla="*/ 1123531 w 1542973"/>
                <a:gd name="connsiteY61" fmla="*/ 72125 h 1765449"/>
                <a:gd name="connsiteX62" fmla="*/ 1142907 w 1542973"/>
                <a:gd name="connsiteY62" fmla="*/ 23683 h 1765449"/>
                <a:gd name="connsiteX63" fmla="*/ 1151519 w 1542973"/>
                <a:gd name="connsiteY63" fmla="*/ 0 h 1765449"/>
                <a:gd name="connsiteX64" fmla="*/ 1157261 w 1542973"/>
                <a:gd name="connsiteY64" fmla="*/ 44495 h 1765449"/>
                <a:gd name="connsiteX65" fmla="*/ 1176638 w 1542973"/>
                <a:gd name="connsiteY65" fmla="*/ 86119 h 1765449"/>
                <a:gd name="connsiteX66" fmla="*/ 1187761 w 1542973"/>
                <a:gd name="connsiteY66" fmla="*/ 141021 h 1765449"/>
                <a:gd name="connsiteX67" fmla="*/ 1271369 w 1542973"/>
                <a:gd name="connsiteY67" fmla="*/ 357037 h 1765449"/>
                <a:gd name="connsiteX68" fmla="*/ 1286799 w 1542973"/>
                <a:gd name="connsiteY68" fmla="*/ 386820 h 1765449"/>
                <a:gd name="connsiteX69" fmla="*/ 1311199 w 1542973"/>
                <a:gd name="connsiteY69" fmla="*/ 433109 h 1765449"/>
                <a:gd name="connsiteX70" fmla="*/ 1319452 w 1542973"/>
                <a:gd name="connsiteY70" fmla="*/ 454639 h 1765449"/>
                <a:gd name="connsiteX71" fmla="*/ 1331653 w 1542973"/>
                <a:gd name="connsiteY71" fmla="*/ 481551 h 1765449"/>
                <a:gd name="connsiteX72" fmla="*/ 1335241 w 1542973"/>
                <a:gd name="connsiteY72" fmla="*/ 504875 h 1765449"/>
                <a:gd name="connsiteX73" fmla="*/ 1410237 w 1542973"/>
                <a:gd name="connsiteY73" fmla="*/ 659890 h 1765449"/>
                <a:gd name="connsiteX74" fmla="*/ 1529010 w 1542973"/>
                <a:gd name="connsiteY74" fmla="*/ 978174 h 1765449"/>
                <a:gd name="connsiteX75" fmla="*/ 1543722 w 1542973"/>
                <a:gd name="connsiteY75" fmla="*/ 1066805 h 176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542973" h="1765449">
                  <a:moveTo>
                    <a:pt x="1543722" y="1066805"/>
                  </a:moveTo>
                  <a:cubicBezTo>
                    <a:pt x="1544081" y="1067881"/>
                    <a:pt x="1544081" y="1068958"/>
                    <a:pt x="1544439" y="1070034"/>
                  </a:cubicBezTo>
                  <a:cubicBezTo>
                    <a:pt x="1545157" y="1116682"/>
                    <a:pt x="1547310" y="1163331"/>
                    <a:pt x="1537263" y="1209261"/>
                  </a:cubicBezTo>
                  <a:cubicBezTo>
                    <a:pt x="1521115" y="1282104"/>
                    <a:pt x="1485950" y="1343105"/>
                    <a:pt x="1427461" y="1389394"/>
                  </a:cubicBezTo>
                  <a:cubicBezTo>
                    <a:pt x="1414543" y="1399800"/>
                    <a:pt x="1415260" y="1405542"/>
                    <a:pt x="1424949" y="1417024"/>
                  </a:cubicBezTo>
                  <a:cubicBezTo>
                    <a:pt x="1448990" y="1445372"/>
                    <a:pt x="1462267" y="1479102"/>
                    <a:pt x="1469803" y="1515703"/>
                  </a:cubicBezTo>
                  <a:cubicBezTo>
                    <a:pt x="1478773" y="1560557"/>
                    <a:pt x="1490256" y="1604334"/>
                    <a:pt x="1517527" y="1642370"/>
                  </a:cubicBezTo>
                  <a:cubicBezTo>
                    <a:pt x="1522910" y="1649547"/>
                    <a:pt x="1521474" y="1654929"/>
                    <a:pt x="1516092" y="1661388"/>
                  </a:cubicBezTo>
                  <a:cubicBezTo>
                    <a:pt x="1505327" y="1675024"/>
                    <a:pt x="1492768" y="1686865"/>
                    <a:pt x="1480209" y="1699065"/>
                  </a:cubicBezTo>
                  <a:cubicBezTo>
                    <a:pt x="1476620" y="1702295"/>
                    <a:pt x="1472673" y="1705524"/>
                    <a:pt x="1469085" y="1708754"/>
                  </a:cubicBezTo>
                  <a:cubicBezTo>
                    <a:pt x="1468367" y="1719878"/>
                    <a:pt x="1460114" y="1719878"/>
                    <a:pt x="1452220" y="1720236"/>
                  </a:cubicBezTo>
                  <a:cubicBezTo>
                    <a:pt x="1438943" y="1728490"/>
                    <a:pt x="1423513" y="1733513"/>
                    <a:pt x="1411672" y="1744278"/>
                  </a:cubicBezTo>
                  <a:cubicBezTo>
                    <a:pt x="1381171" y="1754325"/>
                    <a:pt x="1350312" y="1762579"/>
                    <a:pt x="1318735" y="1767602"/>
                  </a:cubicBezTo>
                  <a:cubicBezTo>
                    <a:pt x="1310123" y="1769037"/>
                    <a:pt x="1305458" y="1766884"/>
                    <a:pt x="1302228" y="1758990"/>
                  </a:cubicBezTo>
                  <a:cubicBezTo>
                    <a:pt x="1296846" y="1745713"/>
                    <a:pt x="1288593" y="1734231"/>
                    <a:pt x="1279622" y="1723107"/>
                  </a:cubicBezTo>
                  <a:cubicBezTo>
                    <a:pt x="1259169" y="1713777"/>
                    <a:pt x="1246610" y="1694401"/>
                    <a:pt x="1227951" y="1682918"/>
                  </a:cubicBezTo>
                  <a:cubicBezTo>
                    <a:pt x="1223286" y="1676100"/>
                    <a:pt x="1215391" y="1671077"/>
                    <a:pt x="1215391" y="1661388"/>
                  </a:cubicBezTo>
                  <a:cubicBezTo>
                    <a:pt x="1202115" y="1644882"/>
                    <a:pt x="1188838" y="1628376"/>
                    <a:pt x="1175561" y="1612228"/>
                  </a:cubicBezTo>
                  <a:cubicBezTo>
                    <a:pt x="1169102" y="1607205"/>
                    <a:pt x="1161567" y="1603257"/>
                    <a:pt x="1155467" y="1597516"/>
                  </a:cubicBezTo>
                  <a:cubicBezTo>
                    <a:pt x="1149725" y="1592134"/>
                    <a:pt x="1143266" y="1592134"/>
                    <a:pt x="1135731" y="1592134"/>
                  </a:cubicBezTo>
                  <a:cubicBezTo>
                    <a:pt x="1106307" y="1592851"/>
                    <a:pt x="1077241" y="1597157"/>
                    <a:pt x="1047817" y="1596081"/>
                  </a:cubicBezTo>
                  <a:cubicBezTo>
                    <a:pt x="1046023" y="1596081"/>
                    <a:pt x="1044588" y="1595363"/>
                    <a:pt x="1043152" y="1593928"/>
                  </a:cubicBezTo>
                  <a:cubicBezTo>
                    <a:pt x="1023417" y="1590698"/>
                    <a:pt x="1003322" y="1588187"/>
                    <a:pt x="983586" y="1583881"/>
                  </a:cubicBezTo>
                  <a:cubicBezTo>
                    <a:pt x="919714" y="1570245"/>
                    <a:pt x="863019" y="1540462"/>
                    <a:pt x="809195" y="1504938"/>
                  </a:cubicBezTo>
                  <a:cubicBezTo>
                    <a:pt x="698316" y="1426713"/>
                    <a:pt x="612555" y="1324446"/>
                    <a:pt x="533253" y="1216079"/>
                  </a:cubicBezTo>
                  <a:cubicBezTo>
                    <a:pt x="428834" y="1073623"/>
                    <a:pt x="322978" y="931884"/>
                    <a:pt x="198823" y="805217"/>
                  </a:cubicBezTo>
                  <a:cubicBezTo>
                    <a:pt x="186623" y="787634"/>
                    <a:pt x="169399" y="774716"/>
                    <a:pt x="152892" y="761440"/>
                  </a:cubicBezTo>
                  <a:cubicBezTo>
                    <a:pt x="135310" y="757492"/>
                    <a:pt x="83638" y="710486"/>
                    <a:pt x="78256" y="693979"/>
                  </a:cubicBezTo>
                  <a:cubicBezTo>
                    <a:pt x="60673" y="678550"/>
                    <a:pt x="40937" y="667426"/>
                    <a:pt x="19407" y="658814"/>
                  </a:cubicBezTo>
                  <a:cubicBezTo>
                    <a:pt x="14742" y="660967"/>
                    <a:pt x="10078" y="659532"/>
                    <a:pt x="5772" y="657020"/>
                  </a:cubicBezTo>
                  <a:cubicBezTo>
                    <a:pt x="2542" y="655226"/>
                    <a:pt x="-328" y="653431"/>
                    <a:pt x="30" y="649126"/>
                  </a:cubicBezTo>
                  <a:cubicBezTo>
                    <a:pt x="748" y="645178"/>
                    <a:pt x="2901" y="642667"/>
                    <a:pt x="6489" y="641231"/>
                  </a:cubicBezTo>
                  <a:cubicBezTo>
                    <a:pt x="12231" y="638719"/>
                    <a:pt x="17972" y="638361"/>
                    <a:pt x="24072" y="639078"/>
                  </a:cubicBezTo>
                  <a:cubicBezTo>
                    <a:pt x="57802" y="643025"/>
                    <a:pt x="90815" y="648767"/>
                    <a:pt x="122392" y="661685"/>
                  </a:cubicBezTo>
                  <a:cubicBezTo>
                    <a:pt x="152892" y="674603"/>
                    <a:pt x="184470" y="685367"/>
                    <a:pt x="212458" y="703309"/>
                  </a:cubicBezTo>
                  <a:cubicBezTo>
                    <a:pt x="217482" y="706539"/>
                    <a:pt x="223223" y="708333"/>
                    <a:pt x="227888" y="712280"/>
                  </a:cubicBezTo>
                  <a:cubicBezTo>
                    <a:pt x="234347" y="721968"/>
                    <a:pt x="245471" y="723045"/>
                    <a:pt x="254800" y="727710"/>
                  </a:cubicBezTo>
                  <a:cubicBezTo>
                    <a:pt x="272024" y="736680"/>
                    <a:pt x="288172" y="748163"/>
                    <a:pt x="305037" y="757851"/>
                  </a:cubicBezTo>
                  <a:cubicBezTo>
                    <a:pt x="324414" y="775793"/>
                    <a:pt x="346661" y="789429"/>
                    <a:pt x="367115" y="805576"/>
                  </a:cubicBezTo>
                  <a:cubicBezTo>
                    <a:pt x="370703" y="808447"/>
                    <a:pt x="375727" y="810241"/>
                    <a:pt x="377880" y="814905"/>
                  </a:cubicBezTo>
                  <a:cubicBezTo>
                    <a:pt x="382544" y="823876"/>
                    <a:pt x="392233" y="827106"/>
                    <a:pt x="399768" y="832847"/>
                  </a:cubicBezTo>
                  <a:cubicBezTo>
                    <a:pt x="435651" y="860477"/>
                    <a:pt x="469023" y="891337"/>
                    <a:pt x="502394" y="922196"/>
                  </a:cubicBezTo>
                  <a:cubicBezTo>
                    <a:pt x="571648" y="986068"/>
                    <a:pt x="636956" y="1054605"/>
                    <a:pt x="704775" y="1120271"/>
                  </a:cubicBezTo>
                  <a:cubicBezTo>
                    <a:pt x="809195" y="1221102"/>
                    <a:pt x="921150" y="1312245"/>
                    <a:pt x="1052841" y="1375759"/>
                  </a:cubicBezTo>
                  <a:cubicBezTo>
                    <a:pt x="1124607" y="1410565"/>
                    <a:pt x="1199962" y="1432454"/>
                    <a:pt x="1280699" y="1431019"/>
                  </a:cubicBezTo>
                  <a:cubicBezTo>
                    <a:pt x="1302587" y="1430660"/>
                    <a:pt x="1324835" y="1428507"/>
                    <a:pt x="1346365" y="1423124"/>
                  </a:cubicBezTo>
                  <a:cubicBezTo>
                    <a:pt x="1356412" y="1420612"/>
                    <a:pt x="1366459" y="1416306"/>
                    <a:pt x="1368253" y="1404824"/>
                  </a:cubicBezTo>
                  <a:cubicBezTo>
                    <a:pt x="1370048" y="1393341"/>
                    <a:pt x="1361436" y="1387600"/>
                    <a:pt x="1353183" y="1382576"/>
                  </a:cubicBezTo>
                  <a:cubicBezTo>
                    <a:pt x="1337753" y="1372888"/>
                    <a:pt x="1321964" y="1365711"/>
                    <a:pt x="1302946" y="1366788"/>
                  </a:cubicBezTo>
                  <a:cubicBezTo>
                    <a:pt x="1286440" y="1367864"/>
                    <a:pt x="1280699" y="1359611"/>
                    <a:pt x="1287158" y="1344540"/>
                  </a:cubicBezTo>
                  <a:cubicBezTo>
                    <a:pt x="1315864" y="1277080"/>
                    <a:pt x="1321964" y="1206031"/>
                    <a:pt x="1320170" y="1133906"/>
                  </a:cubicBezTo>
                  <a:cubicBezTo>
                    <a:pt x="1319094" y="1096947"/>
                    <a:pt x="1316582" y="1059628"/>
                    <a:pt x="1309405" y="1023745"/>
                  </a:cubicBezTo>
                  <a:cubicBezTo>
                    <a:pt x="1305099" y="1002933"/>
                    <a:pt x="1297923" y="982480"/>
                    <a:pt x="1296128" y="960950"/>
                  </a:cubicBezTo>
                  <a:cubicBezTo>
                    <a:pt x="1295411" y="955567"/>
                    <a:pt x="1293617" y="949826"/>
                    <a:pt x="1293617" y="944443"/>
                  </a:cubicBezTo>
                  <a:cubicBezTo>
                    <a:pt x="1296487" y="923631"/>
                    <a:pt x="1288593" y="904613"/>
                    <a:pt x="1284287" y="884878"/>
                  </a:cubicBezTo>
                  <a:cubicBezTo>
                    <a:pt x="1258092" y="767540"/>
                    <a:pt x="1215750" y="654508"/>
                    <a:pt x="1184891" y="538606"/>
                  </a:cubicBezTo>
                  <a:cubicBezTo>
                    <a:pt x="1175202" y="501646"/>
                    <a:pt x="1162643" y="465763"/>
                    <a:pt x="1154390" y="428444"/>
                  </a:cubicBezTo>
                  <a:cubicBezTo>
                    <a:pt x="1156543" y="418397"/>
                    <a:pt x="1148649" y="410144"/>
                    <a:pt x="1149366" y="400456"/>
                  </a:cubicBezTo>
                  <a:cubicBezTo>
                    <a:pt x="1150084" y="386102"/>
                    <a:pt x="1137525" y="375696"/>
                    <a:pt x="1138601" y="361343"/>
                  </a:cubicBezTo>
                  <a:cubicBezTo>
                    <a:pt x="1136807" y="354166"/>
                    <a:pt x="1139678" y="347349"/>
                    <a:pt x="1139678" y="340172"/>
                  </a:cubicBezTo>
                  <a:cubicBezTo>
                    <a:pt x="1124607" y="271276"/>
                    <a:pt x="1119942" y="201304"/>
                    <a:pt x="1119225" y="130615"/>
                  </a:cubicBezTo>
                  <a:cubicBezTo>
                    <a:pt x="1118866" y="110879"/>
                    <a:pt x="1126042" y="91861"/>
                    <a:pt x="1123531" y="72125"/>
                  </a:cubicBezTo>
                  <a:cubicBezTo>
                    <a:pt x="1126401" y="54542"/>
                    <a:pt x="1127119" y="36242"/>
                    <a:pt x="1142907" y="23683"/>
                  </a:cubicBezTo>
                  <a:cubicBezTo>
                    <a:pt x="1147572" y="16865"/>
                    <a:pt x="1144343" y="7535"/>
                    <a:pt x="1151519" y="0"/>
                  </a:cubicBezTo>
                  <a:cubicBezTo>
                    <a:pt x="1156543" y="15071"/>
                    <a:pt x="1149366" y="30859"/>
                    <a:pt x="1157261" y="44495"/>
                  </a:cubicBezTo>
                  <a:cubicBezTo>
                    <a:pt x="1171255" y="54901"/>
                    <a:pt x="1169461" y="72484"/>
                    <a:pt x="1176638" y="86119"/>
                  </a:cubicBezTo>
                  <a:cubicBezTo>
                    <a:pt x="1172690" y="105855"/>
                    <a:pt x="1183097" y="123079"/>
                    <a:pt x="1187761" y="141021"/>
                  </a:cubicBezTo>
                  <a:cubicBezTo>
                    <a:pt x="1206779" y="216375"/>
                    <a:pt x="1238357" y="287065"/>
                    <a:pt x="1271369" y="357037"/>
                  </a:cubicBezTo>
                  <a:cubicBezTo>
                    <a:pt x="1276034" y="367084"/>
                    <a:pt x="1278187" y="378926"/>
                    <a:pt x="1286799" y="386820"/>
                  </a:cubicBezTo>
                  <a:cubicBezTo>
                    <a:pt x="1292899" y="403326"/>
                    <a:pt x="1304381" y="417321"/>
                    <a:pt x="1311199" y="433109"/>
                  </a:cubicBezTo>
                  <a:cubicBezTo>
                    <a:pt x="1310482" y="441721"/>
                    <a:pt x="1319811" y="446386"/>
                    <a:pt x="1319452" y="454639"/>
                  </a:cubicBezTo>
                  <a:cubicBezTo>
                    <a:pt x="1320888" y="464686"/>
                    <a:pt x="1327706" y="472581"/>
                    <a:pt x="1331653" y="481551"/>
                  </a:cubicBezTo>
                  <a:cubicBezTo>
                    <a:pt x="1335241" y="489446"/>
                    <a:pt x="1336317" y="496622"/>
                    <a:pt x="1335241" y="504875"/>
                  </a:cubicBezTo>
                  <a:cubicBezTo>
                    <a:pt x="1360359" y="556547"/>
                    <a:pt x="1384760" y="608219"/>
                    <a:pt x="1410237" y="659890"/>
                  </a:cubicBezTo>
                  <a:cubicBezTo>
                    <a:pt x="1460473" y="762157"/>
                    <a:pt x="1503533" y="866936"/>
                    <a:pt x="1529010" y="978174"/>
                  </a:cubicBezTo>
                  <a:cubicBezTo>
                    <a:pt x="1536545" y="1006521"/>
                    <a:pt x="1539416" y="1037022"/>
                    <a:pt x="1543722" y="1066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1">
              <a:extLst>
                <a:ext uri="{FF2B5EF4-FFF2-40B4-BE49-F238E27FC236}">
                  <a16:creationId xmlns:a16="http://schemas.microsoft.com/office/drawing/2014/main" xmlns="" id="{BD0AAFBD-A824-4A1F-AAEA-0E8CCF2F7973}"/>
                </a:ext>
              </a:extLst>
            </p:cNvPr>
            <p:cNvSpPr/>
            <p:nvPr/>
          </p:nvSpPr>
          <p:spPr>
            <a:xfrm>
              <a:off x="7358824" y="1135088"/>
              <a:ext cx="434186" cy="358831"/>
            </a:xfrm>
            <a:custGeom>
              <a:avLst/>
              <a:gdLst>
                <a:gd name="connsiteX0" fmla="*/ 132275 w 434185"/>
                <a:gd name="connsiteY0" fmla="*/ 350608 h 358831"/>
                <a:gd name="connsiteX1" fmla="*/ 144475 w 434185"/>
                <a:gd name="connsiteY1" fmla="*/ 333025 h 358831"/>
                <a:gd name="connsiteX2" fmla="*/ 232030 w 434185"/>
                <a:gd name="connsiteY2" fmla="*/ 250135 h 358831"/>
                <a:gd name="connsiteX3" fmla="*/ 372691 w 434185"/>
                <a:gd name="connsiteY3" fmla="*/ 213175 h 358831"/>
                <a:gd name="connsiteX4" fmla="*/ 403192 w 434185"/>
                <a:gd name="connsiteY4" fmla="*/ 192722 h 358831"/>
                <a:gd name="connsiteX5" fmla="*/ 415751 w 434185"/>
                <a:gd name="connsiteY5" fmla="*/ 175498 h 358831"/>
                <a:gd name="connsiteX6" fmla="*/ 430463 w 434185"/>
                <a:gd name="connsiteY6" fmla="*/ 158274 h 358831"/>
                <a:gd name="connsiteX7" fmla="*/ 436563 w 434185"/>
                <a:gd name="connsiteY7" fmla="*/ 141409 h 358831"/>
                <a:gd name="connsiteX8" fmla="*/ 338961 w 434185"/>
                <a:gd name="connsiteY8" fmla="*/ 101579 h 358831"/>
                <a:gd name="connsiteX9" fmla="*/ 308819 w 434185"/>
                <a:gd name="connsiteY9" fmla="*/ 120956 h 358831"/>
                <a:gd name="connsiteX10" fmla="*/ 271501 w 434185"/>
                <a:gd name="connsiteY10" fmla="*/ 135309 h 358831"/>
                <a:gd name="connsiteX11" fmla="*/ 291596 w 434185"/>
                <a:gd name="connsiteY11" fmla="*/ 104450 h 358831"/>
                <a:gd name="connsiteX12" fmla="*/ 299490 w 434185"/>
                <a:gd name="connsiteY12" fmla="*/ 78255 h 358831"/>
                <a:gd name="connsiteX13" fmla="*/ 284419 w 434185"/>
                <a:gd name="connsiteY13" fmla="*/ 9718 h 358831"/>
                <a:gd name="connsiteX14" fmla="*/ 260018 w 434185"/>
                <a:gd name="connsiteY14" fmla="*/ 9718 h 358831"/>
                <a:gd name="connsiteX15" fmla="*/ 174617 w 434185"/>
                <a:gd name="connsiteY15" fmla="*/ 32325 h 358831"/>
                <a:gd name="connsiteX16" fmla="*/ 96391 w 434185"/>
                <a:gd name="connsiteY16" fmla="*/ 24789 h 358831"/>
                <a:gd name="connsiteX17" fmla="*/ 77732 w 434185"/>
                <a:gd name="connsiteY17" fmla="*/ 53496 h 358831"/>
                <a:gd name="connsiteX18" fmla="*/ 79885 w 434185"/>
                <a:gd name="connsiteY18" fmla="*/ 89020 h 358831"/>
                <a:gd name="connsiteX19" fmla="*/ 59432 w 434185"/>
                <a:gd name="connsiteY19" fmla="*/ 128491 h 358831"/>
                <a:gd name="connsiteX20" fmla="*/ 11348 w 434185"/>
                <a:gd name="connsiteY20" fmla="*/ 142486 h 358831"/>
                <a:gd name="connsiteX21" fmla="*/ 1660 w 434185"/>
                <a:gd name="connsiteY21" fmla="*/ 159710 h 358831"/>
                <a:gd name="connsiteX22" fmla="*/ 45437 w 434185"/>
                <a:gd name="connsiteY22" fmla="*/ 206716 h 358831"/>
                <a:gd name="connsiteX23" fmla="*/ 66967 w 434185"/>
                <a:gd name="connsiteY23" fmla="*/ 216046 h 358831"/>
                <a:gd name="connsiteX24" fmla="*/ 113615 w 434185"/>
                <a:gd name="connsiteY24" fmla="*/ 217840 h 358831"/>
                <a:gd name="connsiteX25" fmla="*/ 126533 w 434185"/>
                <a:gd name="connsiteY25" fmla="*/ 225376 h 358831"/>
                <a:gd name="connsiteX26" fmla="*/ 114333 w 434185"/>
                <a:gd name="connsiteY26" fmla="*/ 233270 h 358831"/>
                <a:gd name="connsiteX27" fmla="*/ 55126 w 434185"/>
                <a:gd name="connsiteY27" fmla="*/ 253364 h 358831"/>
                <a:gd name="connsiteX28" fmla="*/ 25343 w 434185"/>
                <a:gd name="connsiteY28" fmla="*/ 321184 h 358831"/>
                <a:gd name="connsiteX29" fmla="*/ 43643 w 434185"/>
                <a:gd name="connsiteY29" fmla="*/ 337331 h 358831"/>
                <a:gd name="connsiteX30" fmla="*/ 106080 w 434185"/>
                <a:gd name="connsiteY30" fmla="*/ 356349 h 358831"/>
                <a:gd name="connsiteX31" fmla="*/ 132275 w 434185"/>
                <a:gd name="connsiteY31" fmla="*/ 350608 h 3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34185" h="358831">
                  <a:moveTo>
                    <a:pt x="132275" y="350608"/>
                  </a:moveTo>
                  <a:cubicBezTo>
                    <a:pt x="136222" y="344866"/>
                    <a:pt x="140528" y="338766"/>
                    <a:pt x="144475" y="333025"/>
                  </a:cubicBezTo>
                  <a:cubicBezTo>
                    <a:pt x="168158" y="299295"/>
                    <a:pt x="196505" y="270230"/>
                    <a:pt x="232030" y="250135"/>
                  </a:cubicBezTo>
                  <a:cubicBezTo>
                    <a:pt x="275448" y="225735"/>
                    <a:pt x="323173" y="214611"/>
                    <a:pt x="372691" y="213175"/>
                  </a:cubicBezTo>
                  <a:cubicBezTo>
                    <a:pt x="387762" y="212817"/>
                    <a:pt x="399604" y="210305"/>
                    <a:pt x="403192" y="192722"/>
                  </a:cubicBezTo>
                  <a:cubicBezTo>
                    <a:pt x="404627" y="185545"/>
                    <a:pt x="410369" y="180522"/>
                    <a:pt x="415751" y="175498"/>
                  </a:cubicBezTo>
                  <a:cubicBezTo>
                    <a:pt x="420416" y="169398"/>
                    <a:pt x="422569" y="161863"/>
                    <a:pt x="430463" y="158274"/>
                  </a:cubicBezTo>
                  <a:cubicBezTo>
                    <a:pt x="436922" y="155045"/>
                    <a:pt x="438716" y="148227"/>
                    <a:pt x="436563" y="141409"/>
                  </a:cubicBezTo>
                  <a:cubicBezTo>
                    <a:pt x="421134" y="91890"/>
                    <a:pt x="377715" y="78255"/>
                    <a:pt x="338961" y="101579"/>
                  </a:cubicBezTo>
                  <a:cubicBezTo>
                    <a:pt x="328914" y="107679"/>
                    <a:pt x="319584" y="115573"/>
                    <a:pt x="308819" y="120956"/>
                  </a:cubicBezTo>
                  <a:cubicBezTo>
                    <a:pt x="297696" y="126697"/>
                    <a:pt x="287290" y="134950"/>
                    <a:pt x="271501" y="135309"/>
                  </a:cubicBezTo>
                  <a:cubicBezTo>
                    <a:pt x="275807" y="122032"/>
                    <a:pt x="284778" y="113779"/>
                    <a:pt x="291596" y="104450"/>
                  </a:cubicBezTo>
                  <a:cubicBezTo>
                    <a:pt x="297696" y="96555"/>
                    <a:pt x="300566" y="88302"/>
                    <a:pt x="299490" y="78255"/>
                  </a:cubicBezTo>
                  <a:cubicBezTo>
                    <a:pt x="307743" y="52419"/>
                    <a:pt x="300566" y="30530"/>
                    <a:pt x="284419" y="9718"/>
                  </a:cubicBezTo>
                  <a:cubicBezTo>
                    <a:pt x="275448" y="-1764"/>
                    <a:pt x="270066" y="-4635"/>
                    <a:pt x="260018" y="9718"/>
                  </a:cubicBezTo>
                  <a:cubicBezTo>
                    <a:pt x="240283" y="38425"/>
                    <a:pt x="216959" y="56007"/>
                    <a:pt x="174617" y="32325"/>
                  </a:cubicBezTo>
                  <a:cubicBezTo>
                    <a:pt x="150216" y="18330"/>
                    <a:pt x="123663" y="16895"/>
                    <a:pt x="96391" y="24789"/>
                  </a:cubicBezTo>
                  <a:cubicBezTo>
                    <a:pt x="81321" y="29095"/>
                    <a:pt x="74503" y="37707"/>
                    <a:pt x="77732" y="53496"/>
                  </a:cubicBezTo>
                  <a:cubicBezTo>
                    <a:pt x="80244" y="65337"/>
                    <a:pt x="80962" y="77178"/>
                    <a:pt x="79885" y="89020"/>
                  </a:cubicBezTo>
                  <a:cubicBezTo>
                    <a:pt x="83474" y="111985"/>
                    <a:pt x="80244" y="118444"/>
                    <a:pt x="59432" y="128491"/>
                  </a:cubicBezTo>
                  <a:cubicBezTo>
                    <a:pt x="44002" y="135668"/>
                    <a:pt x="27855" y="139974"/>
                    <a:pt x="11348" y="142486"/>
                  </a:cubicBezTo>
                  <a:cubicBezTo>
                    <a:pt x="-134" y="144280"/>
                    <a:pt x="-1928" y="149303"/>
                    <a:pt x="1660" y="159710"/>
                  </a:cubicBezTo>
                  <a:cubicBezTo>
                    <a:pt x="9195" y="181957"/>
                    <a:pt x="24266" y="197028"/>
                    <a:pt x="45437" y="206716"/>
                  </a:cubicBezTo>
                  <a:cubicBezTo>
                    <a:pt x="49743" y="216046"/>
                    <a:pt x="58355" y="215687"/>
                    <a:pt x="66967" y="216046"/>
                  </a:cubicBezTo>
                  <a:cubicBezTo>
                    <a:pt x="82397" y="216764"/>
                    <a:pt x="98186" y="214970"/>
                    <a:pt x="113615" y="217840"/>
                  </a:cubicBezTo>
                  <a:cubicBezTo>
                    <a:pt x="118639" y="218917"/>
                    <a:pt x="126174" y="218917"/>
                    <a:pt x="126533" y="225376"/>
                  </a:cubicBezTo>
                  <a:cubicBezTo>
                    <a:pt x="126892" y="232193"/>
                    <a:pt x="119357" y="232193"/>
                    <a:pt x="114333" y="233270"/>
                  </a:cubicBezTo>
                  <a:cubicBezTo>
                    <a:pt x="93880" y="237935"/>
                    <a:pt x="73785" y="244035"/>
                    <a:pt x="55126" y="253364"/>
                  </a:cubicBezTo>
                  <a:cubicBezTo>
                    <a:pt x="25702" y="268077"/>
                    <a:pt x="16731" y="289248"/>
                    <a:pt x="25343" y="321184"/>
                  </a:cubicBezTo>
                  <a:cubicBezTo>
                    <a:pt x="28214" y="331231"/>
                    <a:pt x="32878" y="337331"/>
                    <a:pt x="43643" y="337331"/>
                  </a:cubicBezTo>
                  <a:cubicBezTo>
                    <a:pt x="66608" y="337331"/>
                    <a:pt x="87062" y="344508"/>
                    <a:pt x="106080" y="356349"/>
                  </a:cubicBezTo>
                  <a:cubicBezTo>
                    <a:pt x="116486" y="363167"/>
                    <a:pt x="125457" y="360655"/>
                    <a:pt x="132275" y="35060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2">
              <a:extLst>
                <a:ext uri="{FF2B5EF4-FFF2-40B4-BE49-F238E27FC236}">
                  <a16:creationId xmlns:a16="http://schemas.microsoft.com/office/drawing/2014/main" xmlns="" id="{25187D56-17B3-4423-A3A4-BD6ABE466DB3}"/>
                </a:ext>
              </a:extLst>
            </p:cNvPr>
            <p:cNvSpPr/>
            <p:nvPr/>
          </p:nvSpPr>
          <p:spPr>
            <a:xfrm>
              <a:off x="7874716" y="1549785"/>
              <a:ext cx="175827" cy="172239"/>
            </a:xfrm>
            <a:custGeom>
              <a:avLst/>
              <a:gdLst>
                <a:gd name="connsiteX0" fmla="*/ 56668 w 175827"/>
                <a:gd name="connsiteY0" fmla="*/ 37819 h 172238"/>
                <a:gd name="connsiteX1" fmla="*/ 14326 w 175827"/>
                <a:gd name="connsiteY1" fmla="*/ 53966 h 172238"/>
                <a:gd name="connsiteX2" fmla="*/ 4997 w 175827"/>
                <a:gd name="connsiteY2" fmla="*/ 85544 h 172238"/>
                <a:gd name="connsiteX3" fmla="*/ 18991 w 175827"/>
                <a:gd name="connsiteY3" fmla="*/ 111738 h 172238"/>
                <a:gd name="connsiteX4" fmla="*/ 49851 w 175827"/>
                <a:gd name="connsiteY4" fmla="*/ 161616 h 172238"/>
                <a:gd name="connsiteX5" fmla="*/ 70304 w 175827"/>
                <a:gd name="connsiteY5" fmla="*/ 173457 h 172238"/>
                <a:gd name="connsiteX6" fmla="*/ 73534 w 175827"/>
                <a:gd name="connsiteY6" fmla="*/ 172381 h 172238"/>
                <a:gd name="connsiteX7" fmla="*/ 149606 w 175827"/>
                <a:gd name="connsiteY7" fmla="*/ 137215 h 172238"/>
                <a:gd name="connsiteX8" fmla="*/ 153194 w 175827"/>
                <a:gd name="connsiteY8" fmla="*/ 123221 h 172238"/>
                <a:gd name="connsiteX9" fmla="*/ 177953 w 175827"/>
                <a:gd name="connsiteY9" fmla="*/ 76573 h 172238"/>
                <a:gd name="connsiteX10" fmla="*/ 152117 w 175827"/>
                <a:gd name="connsiteY10" fmla="*/ 8036 h 172238"/>
                <a:gd name="connsiteX11" fmla="*/ 129870 w 175827"/>
                <a:gd name="connsiteY11" fmla="*/ 3371 h 172238"/>
                <a:gd name="connsiteX12" fmla="*/ 67075 w 175827"/>
                <a:gd name="connsiteY12" fmla="*/ 37101 h 172238"/>
                <a:gd name="connsiteX13" fmla="*/ 56668 w 175827"/>
                <a:gd name="connsiteY13" fmla="*/ 37819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827" h="172238">
                  <a:moveTo>
                    <a:pt x="56668" y="37819"/>
                  </a:moveTo>
                  <a:cubicBezTo>
                    <a:pt x="43033" y="44278"/>
                    <a:pt x="27603" y="46790"/>
                    <a:pt x="14326" y="53966"/>
                  </a:cubicBezTo>
                  <a:cubicBezTo>
                    <a:pt x="-1462" y="62219"/>
                    <a:pt x="-3615" y="70114"/>
                    <a:pt x="4997" y="85544"/>
                  </a:cubicBezTo>
                  <a:cubicBezTo>
                    <a:pt x="9662" y="94155"/>
                    <a:pt x="18991" y="100614"/>
                    <a:pt x="18991" y="111738"/>
                  </a:cubicBezTo>
                  <a:cubicBezTo>
                    <a:pt x="27962" y="129321"/>
                    <a:pt x="39086" y="145468"/>
                    <a:pt x="49851" y="161616"/>
                  </a:cubicBezTo>
                  <a:cubicBezTo>
                    <a:pt x="54515" y="168792"/>
                    <a:pt x="60616" y="174534"/>
                    <a:pt x="70304" y="173457"/>
                  </a:cubicBezTo>
                  <a:cubicBezTo>
                    <a:pt x="71380" y="173098"/>
                    <a:pt x="72457" y="172739"/>
                    <a:pt x="73534" y="172381"/>
                  </a:cubicBezTo>
                  <a:cubicBezTo>
                    <a:pt x="104034" y="171663"/>
                    <a:pt x="126641" y="154080"/>
                    <a:pt x="149606" y="137215"/>
                  </a:cubicBezTo>
                  <a:cubicBezTo>
                    <a:pt x="154629" y="133627"/>
                    <a:pt x="155347" y="128603"/>
                    <a:pt x="153194" y="123221"/>
                  </a:cubicBezTo>
                  <a:cubicBezTo>
                    <a:pt x="163959" y="108868"/>
                    <a:pt x="173289" y="94155"/>
                    <a:pt x="177953" y="76573"/>
                  </a:cubicBezTo>
                  <a:cubicBezTo>
                    <a:pt x="179389" y="50019"/>
                    <a:pt x="166112" y="28848"/>
                    <a:pt x="152117" y="8036"/>
                  </a:cubicBezTo>
                  <a:cubicBezTo>
                    <a:pt x="145659" y="-1294"/>
                    <a:pt x="139558" y="-2011"/>
                    <a:pt x="129870" y="3371"/>
                  </a:cubicBezTo>
                  <a:cubicBezTo>
                    <a:pt x="109058" y="14854"/>
                    <a:pt x="89681" y="28489"/>
                    <a:pt x="67075" y="37101"/>
                  </a:cubicBezTo>
                  <a:cubicBezTo>
                    <a:pt x="63845" y="39254"/>
                    <a:pt x="60257" y="36025"/>
                    <a:pt x="56668" y="3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3">
              <a:extLst>
                <a:ext uri="{FF2B5EF4-FFF2-40B4-BE49-F238E27FC236}">
                  <a16:creationId xmlns:a16="http://schemas.microsoft.com/office/drawing/2014/main" xmlns="" id="{AAA99A0A-E3BF-4FEF-8FFA-BA94538AF780}"/>
                </a:ext>
              </a:extLst>
            </p:cNvPr>
            <p:cNvSpPr/>
            <p:nvPr/>
          </p:nvSpPr>
          <p:spPr>
            <a:xfrm>
              <a:off x="7629099" y="1501105"/>
              <a:ext cx="172239" cy="157886"/>
            </a:xfrm>
            <a:custGeom>
              <a:avLst/>
              <a:gdLst>
                <a:gd name="connsiteX0" fmla="*/ 22038 w 172238"/>
                <a:gd name="connsiteY0" fmla="*/ 103364 h 157885"/>
                <a:gd name="connsiteX1" fmla="*/ 40698 w 172238"/>
                <a:gd name="connsiteY1" fmla="*/ 144988 h 157885"/>
                <a:gd name="connsiteX2" fmla="*/ 73351 w 172238"/>
                <a:gd name="connsiteY2" fmla="*/ 157189 h 157885"/>
                <a:gd name="connsiteX3" fmla="*/ 91293 w 172238"/>
                <a:gd name="connsiteY3" fmla="*/ 150730 h 157885"/>
                <a:gd name="connsiteX4" fmla="*/ 164135 w 172238"/>
                <a:gd name="connsiteY4" fmla="*/ 90446 h 157885"/>
                <a:gd name="connsiteX5" fmla="*/ 169518 w 172238"/>
                <a:gd name="connsiteY5" fmla="*/ 67840 h 157885"/>
                <a:gd name="connsiteX6" fmla="*/ 167006 w 172238"/>
                <a:gd name="connsiteY6" fmla="*/ 34109 h 157885"/>
                <a:gd name="connsiteX7" fmla="*/ 155523 w 172238"/>
                <a:gd name="connsiteY7" fmla="*/ 16168 h 157885"/>
                <a:gd name="connsiteX8" fmla="*/ 126817 w 172238"/>
                <a:gd name="connsiteY8" fmla="*/ 21 h 157885"/>
                <a:gd name="connsiteX9" fmla="*/ 13068 w 172238"/>
                <a:gd name="connsiteY9" fmla="*/ 36980 h 157885"/>
                <a:gd name="connsiteX10" fmla="*/ 4814 w 172238"/>
                <a:gd name="connsiteY10" fmla="*/ 67122 h 157885"/>
                <a:gd name="connsiteX11" fmla="*/ 23115 w 172238"/>
                <a:gd name="connsiteY11" fmla="*/ 96187 h 157885"/>
                <a:gd name="connsiteX12" fmla="*/ 22038 w 172238"/>
                <a:gd name="connsiteY12" fmla="*/ 103364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2238" h="157885">
                  <a:moveTo>
                    <a:pt x="22038" y="103364"/>
                  </a:moveTo>
                  <a:cubicBezTo>
                    <a:pt x="24191" y="119152"/>
                    <a:pt x="37109" y="129917"/>
                    <a:pt x="40698" y="144988"/>
                  </a:cubicBezTo>
                  <a:cubicBezTo>
                    <a:pt x="51462" y="161853"/>
                    <a:pt x="55051" y="163289"/>
                    <a:pt x="73351" y="157189"/>
                  </a:cubicBezTo>
                  <a:cubicBezTo>
                    <a:pt x="79451" y="155036"/>
                    <a:pt x="85193" y="152524"/>
                    <a:pt x="91293" y="150730"/>
                  </a:cubicBezTo>
                  <a:cubicBezTo>
                    <a:pt x="117487" y="132788"/>
                    <a:pt x="143682" y="114846"/>
                    <a:pt x="164135" y="90446"/>
                  </a:cubicBezTo>
                  <a:cubicBezTo>
                    <a:pt x="168800" y="83628"/>
                    <a:pt x="165571" y="75016"/>
                    <a:pt x="169518" y="67840"/>
                  </a:cubicBezTo>
                  <a:cubicBezTo>
                    <a:pt x="176695" y="55998"/>
                    <a:pt x="175977" y="44874"/>
                    <a:pt x="167006" y="34109"/>
                  </a:cubicBezTo>
                  <a:cubicBezTo>
                    <a:pt x="162341" y="28727"/>
                    <a:pt x="158753" y="22268"/>
                    <a:pt x="155523" y="16168"/>
                  </a:cubicBezTo>
                  <a:cubicBezTo>
                    <a:pt x="149423" y="3968"/>
                    <a:pt x="140453" y="-338"/>
                    <a:pt x="126817" y="21"/>
                  </a:cubicBezTo>
                  <a:cubicBezTo>
                    <a:pt x="85193" y="1815"/>
                    <a:pt x="47874" y="14374"/>
                    <a:pt x="13068" y="36980"/>
                  </a:cubicBezTo>
                  <a:cubicBezTo>
                    <a:pt x="508" y="45233"/>
                    <a:pt x="-4515" y="53845"/>
                    <a:pt x="4814" y="67122"/>
                  </a:cubicBezTo>
                  <a:cubicBezTo>
                    <a:pt x="12709" y="75734"/>
                    <a:pt x="18091" y="85781"/>
                    <a:pt x="23115" y="96187"/>
                  </a:cubicBezTo>
                  <a:cubicBezTo>
                    <a:pt x="22038" y="98340"/>
                    <a:pt x="21321" y="100852"/>
                    <a:pt x="22038" y="10336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34">
              <a:extLst>
                <a:ext uri="{FF2B5EF4-FFF2-40B4-BE49-F238E27FC236}">
                  <a16:creationId xmlns:a16="http://schemas.microsoft.com/office/drawing/2014/main" xmlns="" id="{509A6FF3-0ECF-423E-ACFE-C6AFAC6683DF}"/>
                </a:ext>
              </a:extLst>
            </p:cNvPr>
            <p:cNvSpPr/>
            <p:nvPr/>
          </p:nvSpPr>
          <p:spPr>
            <a:xfrm>
              <a:off x="7823216" y="1430832"/>
              <a:ext cx="143532" cy="154297"/>
            </a:xfrm>
            <a:custGeom>
              <a:avLst/>
              <a:gdLst>
                <a:gd name="connsiteX0" fmla="*/ 159 w 143532"/>
                <a:gd name="connsiteY0" fmla="*/ 105818 h 154297"/>
                <a:gd name="connsiteX1" fmla="*/ 159 w 143532"/>
                <a:gd name="connsiteY1" fmla="*/ 148877 h 154297"/>
                <a:gd name="connsiteX2" fmla="*/ 68696 w 143532"/>
                <a:gd name="connsiteY2" fmla="*/ 146007 h 154297"/>
                <a:gd name="connsiteX3" fmla="*/ 137592 w 143532"/>
                <a:gd name="connsiteY3" fmla="*/ 112277 h 154297"/>
                <a:gd name="connsiteX4" fmla="*/ 143333 w 143532"/>
                <a:gd name="connsiteY4" fmla="*/ 91464 h 154297"/>
                <a:gd name="connsiteX5" fmla="*/ 93097 w 143532"/>
                <a:gd name="connsiteY5" fmla="*/ 6780 h 154297"/>
                <a:gd name="connsiteX6" fmla="*/ 76949 w 143532"/>
                <a:gd name="connsiteY6" fmla="*/ 1398 h 154297"/>
                <a:gd name="connsiteX7" fmla="*/ 159 w 143532"/>
                <a:gd name="connsiteY7" fmla="*/ 105818 h 15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532" h="154297">
                  <a:moveTo>
                    <a:pt x="159" y="105818"/>
                  </a:moveTo>
                  <a:cubicBezTo>
                    <a:pt x="-199" y="120171"/>
                    <a:pt x="159" y="134524"/>
                    <a:pt x="159" y="148877"/>
                  </a:cubicBezTo>
                  <a:cubicBezTo>
                    <a:pt x="23484" y="157489"/>
                    <a:pt x="46449" y="159283"/>
                    <a:pt x="68696" y="146007"/>
                  </a:cubicBezTo>
                  <a:cubicBezTo>
                    <a:pt x="92020" y="135601"/>
                    <a:pt x="116421" y="127706"/>
                    <a:pt x="137592" y="112277"/>
                  </a:cubicBezTo>
                  <a:cubicBezTo>
                    <a:pt x="145486" y="106535"/>
                    <a:pt x="149074" y="101153"/>
                    <a:pt x="143333" y="91464"/>
                  </a:cubicBezTo>
                  <a:cubicBezTo>
                    <a:pt x="126468" y="63476"/>
                    <a:pt x="109603" y="35128"/>
                    <a:pt x="93097" y="6780"/>
                  </a:cubicBezTo>
                  <a:cubicBezTo>
                    <a:pt x="89150" y="-38"/>
                    <a:pt x="84844" y="-1473"/>
                    <a:pt x="76949" y="1398"/>
                  </a:cubicBezTo>
                  <a:cubicBezTo>
                    <a:pt x="32095" y="17545"/>
                    <a:pt x="1954" y="58093"/>
                    <a:pt x="159" y="10581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35">
              <a:extLst>
                <a:ext uri="{FF2B5EF4-FFF2-40B4-BE49-F238E27FC236}">
                  <a16:creationId xmlns:a16="http://schemas.microsoft.com/office/drawing/2014/main" xmlns="" id="{DE4538BF-2A5C-4E80-9541-58FFACF80581}"/>
                </a:ext>
              </a:extLst>
            </p:cNvPr>
            <p:cNvSpPr/>
            <p:nvPr/>
          </p:nvSpPr>
          <p:spPr>
            <a:xfrm>
              <a:off x="7713732" y="1346074"/>
              <a:ext cx="161474" cy="114826"/>
            </a:xfrm>
            <a:custGeom>
              <a:avLst/>
              <a:gdLst>
                <a:gd name="connsiteX0" fmla="*/ 560 w 161473"/>
                <a:gd name="connsiteY0" fmla="*/ 52785 h 114825"/>
                <a:gd name="connsiteX1" fmla="*/ 60843 w 161473"/>
                <a:gd name="connsiteY1" fmla="*/ 117733 h 114825"/>
                <a:gd name="connsiteX2" fmla="*/ 154498 w 161473"/>
                <a:gd name="connsiteY2" fmla="*/ 62114 h 114825"/>
                <a:gd name="connsiteX3" fmla="*/ 162392 w 161473"/>
                <a:gd name="connsiteY3" fmla="*/ 23002 h 114825"/>
                <a:gd name="connsiteX4" fmla="*/ 135480 w 161473"/>
                <a:gd name="connsiteY4" fmla="*/ 395 h 114825"/>
                <a:gd name="connsiteX5" fmla="*/ 8095 w 161473"/>
                <a:gd name="connsiteY5" fmla="*/ 43096 h 114825"/>
                <a:gd name="connsiteX6" fmla="*/ 560 w 161473"/>
                <a:gd name="connsiteY6" fmla="*/ 52785 h 11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473" h="114825">
                  <a:moveTo>
                    <a:pt x="560" y="52785"/>
                  </a:moveTo>
                  <a:cubicBezTo>
                    <a:pt x="-4823" y="84721"/>
                    <a:pt x="29625" y="123474"/>
                    <a:pt x="60843" y="117733"/>
                  </a:cubicBezTo>
                  <a:cubicBezTo>
                    <a:pt x="98162" y="110915"/>
                    <a:pt x="130456" y="92615"/>
                    <a:pt x="154498" y="62114"/>
                  </a:cubicBezTo>
                  <a:cubicBezTo>
                    <a:pt x="163469" y="50632"/>
                    <a:pt x="165622" y="37355"/>
                    <a:pt x="162392" y="23002"/>
                  </a:cubicBezTo>
                  <a:cubicBezTo>
                    <a:pt x="158804" y="7572"/>
                    <a:pt x="151269" y="-2117"/>
                    <a:pt x="135480" y="395"/>
                  </a:cubicBezTo>
                  <a:cubicBezTo>
                    <a:pt x="87397" y="1831"/>
                    <a:pt x="46131" y="17619"/>
                    <a:pt x="8095" y="43096"/>
                  </a:cubicBezTo>
                  <a:cubicBezTo>
                    <a:pt x="4507" y="45608"/>
                    <a:pt x="1277" y="48120"/>
                    <a:pt x="560" y="5278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36">
              <a:extLst>
                <a:ext uri="{FF2B5EF4-FFF2-40B4-BE49-F238E27FC236}">
                  <a16:creationId xmlns:a16="http://schemas.microsoft.com/office/drawing/2014/main" xmlns="" id="{0765700F-7AFA-4DB1-A85D-91C37C71335F}"/>
                </a:ext>
              </a:extLst>
            </p:cNvPr>
            <p:cNvSpPr/>
            <p:nvPr/>
          </p:nvSpPr>
          <p:spPr>
            <a:xfrm>
              <a:off x="7574840" y="1382353"/>
              <a:ext cx="136356" cy="132768"/>
            </a:xfrm>
            <a:custGeom>
              <a:avLst/>
              <a:gdLst>
                <a:gd name="connsiteX0" fmla="*/ 134427 w 136355"/>
                <a:gd name="connsiteY0" fmla="*/ 67819 h 132767"/>
                <a:gd name="connsiteX1" fmla="*/ 110027 w 136355"/>
                <a:gd name="connsiteY1" fmla="*/ 30142 h 132767"/>
                <a:gd name="connsiteX2" fmla="*/ 54049 w 136355"/>
                <a:gd name="connsiteY2" fmla="*/ 0 h 132767"/>
                <a:gd name="connsiteX3" fmla="*/ 4889 w 136355"/>
                <a:gd name="connsiteY3" fmla="*/ 19018 h 132767"/>
                <a:gd name="connsiteX4" fmla="*/ 4530 w 136355"/>
                <a:gd name="connsiteY4" fmla="*/ 54901 h 132767"/>
                <a:gd name="connsiteX5" fmla="*/ 8836 w 136355"/>
                <a:gd name="connsiteY5" fmla="*/ 90425 h 132767"/>
                <a:gd name="connsiteX6" fmla="*/ 26060 w 136355"/>
                <a:gd name="connsiteY6" fmla="*/ 129179 h 132767"/>
                <a:gd name="connsiteX7" fmla="*/ 45437 w 136355"/>
                <a:gd name="connsiteY7" fmla="*/ 133126 h 132767"/>
                <a:gd name="connsiteX8" fmla="*/ 128327 w 136355"/>
                <a:gd name="connsiteY8" fmla="*/ 87196 h 132767"/>
                <a:gd name="connsiteX9" fmla="*/ 134427 w 136355"/>
                <a:gd name="connsiteY9" fmla="*/ 67819 h 13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355" h="132767">
                  <a:moveTo>
                    <a:pt x="134427" y="67819"/>
                  </a:moveTo>
                  <a:cubicBezTo>
                    <a:pt x="126174" y="55619"/>
                    <a:pt x="119356" y="41983"/>
                    <a:pt x="110027" y="30142"/>
                  </a:cubicBezTo>
                  <a:cubicBezTo>
                    <a:pt x="96032" y="11841"/>
                    <a:pt x="77373" y="359"/>
                    <a:pt x="54049" y="0"/>
                  </a:cubicBezTo>
                  <a:cubicBezTo>
                    <a:pt x="35390" y="1076"/>
                    <a:pt x="17807" y="6100"/>
                    <a:pt x="4889" y="19018"/>
                  </a:cubicBezTo>
                  <a:cubicBezTo>
                    <a:pt x="-5517" y="29424"/>
                    <a:pt x="3813" y="43060"/>
                    <a:pt x="4530" y="54901"/>
                  </a:cubicBezTo>
                  <a:cubicBezTo>
                    <a:pt x="5248" y="66743"/>
                    <a:pt x="7042" y="78584"/>
                    <a:pt x="8836" y="90425"/>
                  </a:cubicBezTo>
                  <a:cubicBezTo>
                    <a:pt x="10989" y="104779"/>
                    <a:pt x="17807" y="117338"/>
                    <a:pt x="26060" y="129179"/>
                  </a:cubicBezTo>
                  <a:cubicBezTo>
                    <a:pt x="31802" y="137073"/>
                    <a:pt x="37184" y="138150"/>
                    <a:pt x="45437" y="133126"/>
                  </a:cubicBezTo>
                  <a:cubicBezTo>
                    <a:pt x="72708" y="117338"/>
                    <a:pt x="100338" y="101908"/>
                    <a:pt x="128327" y="87196"/>
                  </a:cubicBezTo>
                  <a:cubicBezTo>
                    <a:pt x="137657" y="82172"/>
                    <a:pt x="140886" y="77149"/>
                    <a:pt x="134427" y="6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37">
              <a:extLst>
                <a:ext uri="{FF2B5EF4-FFF2-40B4-BE49-F238E27FC236}">
                  <a16:creationId xmlns:a16="http://schemas.microsoft.com/office/drawing/2014/main" xmlns="" id="{FB83F106-7DFF-4E87-8263-E15CACDC985F}"/>
                </a:ext>
              </a:extLst>
            </p:cNvPr>
            <p:cNvSpPr/>
            <p:nvPr/>
          </p:nvSpPr>
          <p:spPr>
            <a:xfrm>
              <a:off x="7436197" y="1497762"/>
              <a:ext cx="150709" cy="118414"/>
            </a:xfrm>
            <a:custGeom>
              <a:avLst/>
              <a:gdLst>
                <a:gd name="connsiteX0" fmla="*/ 149991 w 150709"/>
                <a:gd name="connsiteY0" fmla="*/ 74054 h 118414"/>
                <a:gd name="connsiteX1" fmla="*/ 89349 w 150709"/>
                <a:gd name="connsiteY1" fmla="*/ 493 h 118414"/>
                <a:gd name="connsiteX2" fmla="*/ 0 w 150709"/>
                <a:gd name="connsiteY2" fmla="*/ 99531 h 118414"/>
                <a:gd name="connsiteX3" fmla="*/ 43419 w 150709"/>
                <a:gd name="connsiteY3" fmla="*/ 119267 h 118414"/>
                <a:gd name="connsiteX4" fmla="*/ 149991 w 150709"/>
                <a:gd name="connsiteY4" fmla="*/ 74054 h 118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9" h="118414">
                  <a:moveTo>
                    <a:pt x="149991" y="74054"/>
                  </a:moveTo>
                  <a:cubicBezTo>
                    <a:pt x="160398" y="40324"/>
                    <a:pt x="122720" y="-5248"/>
                    <a:pt x="89349" y="493"/>
                  </a:cubicBezTo>
                  <a:cubicBezTo>
                    <a:pt x="49160" y="7311"/>
                    <a:pt x="3229" y="58265"/>
                    <a:pt x="0" y="99531"/>
                  </a:cubicBezTo>
                  <a:cubicBezTo>
                    <a:pt x="8971" y="118549"/>
                    <a:pt x="25477" y="121061"/>
                    <a:pt x="43419" y="119267"/>
                  </a:cubicBezTo>
                  <a:cubicBezTo>
                    <a:pt x="83608" y="114961"/>
                    <a:pt x="119132" y="100607"/>
                    <a:pt x="149991" y="7405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38">
              <a:extLst>
                <a:ext uri="{FF2B5EF4-FFF2-40B4-BE49-F238E27FC236}">
                  <a16:creationId xmlns:a16="http://schemas.microsoft.com/office/drawing/2014/main" xmlns="" id="{CBDA3307-37B4-4AED-903D-D087F1020C20}"/>
                </a:ext>
              </a:extLst>
            </p:cNvPr>
            <p:cNvSpPr/>
            <p:nvPr/>
          </p:nvSpPr>
          <p:spPr>
            <a:xfrm>
              <a:off x="7948111" y="2069789"/>
              <a:ext cx="204534" cy="172239"/>
            </a:xfrm>
            <a:custGeom>
              <a:avLst/>
              <a:gdLst>
                <a:gd name="connsiteX0" fmla="*/ 7314 w 204533"/>
                <a:gd name="connsiteY0" fmla="*/ 120293 h 172238"/>
                <a:gd name="connsiteX1" fmla="*/ 39609 w 204533"/>
                <a:gd name="connsiteY1" fmla="*/ 168017 h 172238"/>
                <a:gd name="connsiteX2" fmla="*/ 61498 w 204533"/>
                <a:gd name="connsiteY2" fmla="*/ 171605 h 172238"/>
                <a:gd name="connsiteX3" fmla="*/ 97022 w 204533"/>
                <a:gd name="connsiteY3" fmla="*/ 154740 h 172238"/>
                <a:gd name="connsiteX4" fmla="*/ 161612 w 204533"/>
                <a:gd name="connsiteY4" fmla="*/ 130340 h 172238"/>
                <a:gd name="connsiteX5" fmla="*/ 205030 w 204533"/>
                <a:gd name="connsiteY5" fmla="*/ 72209 h 172238"/>
                <a:gd name="connsiteX6" fmla="*/ 89846 w 204533"/>
                <a:gd name="connsiteY6" fmla="*/ 9055 h 172238"/>
                <a:gd name="connsiteX7" fmla="*/ 58986 w 204533"/>
                <a:gd name="connsiteY7" fmla="*/ 26638 h 172238"/>
                <a:gd name="connsiteX8" fmla="*/ 138 w 204533"/>
                <a:gd name="connsiteY8" fmla="*/ 104863 h 172238"/>
                <a:gd name="connsiteX9" fmla="*/ 7314 w 204533"/>
                <a:gd name="connsiteY9" fmla="*/ 120293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533" h="172238">
                  <a:moveTo>
                    <a:pt x="7314" y="120293"/>
                  </a:moveTo>
                  <a:cubicBezTo>
                    <a:pt x="10544" y="141464"/>
                    <a:pt x="26691" y="153664"/>
                    <a:pt x="39609" y="168017"/>
                  </a:cubicBezTo>
                  <a:cubicBezTo>
                    <a:pt x="46427" y="175553"/>
                    <a:pt x="52886" y="176629"/>
                    <a:pt x="61498" y="171605"/>
                  </a:cubicBezTo>
                  <a:cubicBezTo>
                    <a:pt x="72981" y="165146"/>
                    <a:pt x="85181" y="160123"/>
                    <a:pt x="97022" y="154740"/>
                  </a:cubicBezTo>
                  <a:cubicBezTo>
                    <a:pt x="121423" y="154382"/>
                    <a:pt x="140082" y="138952"/>
                    <a:pt x="161612" y="130340"/>
                  </a:cubicBezTo>
                  <a:cubicBezTo>
                    <a:pt x="187806" y="119934"/>
                    <a:pt x="208619" y="105222"/>
                    <a:pt x="205030" y="72209"/>
                  </a:cubicBezTo>
                  <a:cubicBezTo>
                    <a:pt x="189242" y="10849"/>
                    <a:pt x="141876" y="-15346"/>
                    <a:pt x="89846" y="9055"/>
                  </a:cubicBezTo>
                  <a:cubicBezTo>
                    <a:pt x="79081" y="14079"/>
                    <a:pt x="69033" y="20896"/>
                    <a:pt x="58986" y="26638"/>
                  </a:cubicBezTo>
                  <a:cubicBezTo>
                    <a:pt x="29921" y="32738"/>
                    <a:pt x="-2374" y="75798"/>
                    <a:pt x="138" y="104863"/>
                  </a:cubicBezTo>
                  <a:cubicBezTo>
                    <a:pt x="497" y="111322"/>
                    <a:pt x="1932" y="117063"/>
                    <a:pt x="7314" y="12029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39">
              <a:extLst>
                <a:ext uri="{FF2B5EF4-FFF2-40B4-BE49-F238E27FC236}">
                  <a16:creationId xmlns:a16="http://schemas.microsoft.com/office/drawing/2014/main" xmlns="" id="{C5F7D0A3-8259-4740-9B5A-1EA8A71DF664}"/>
                </a:ext>
              </a:extLst>
            </p:cNvPr>
            <p:cNvSpPr/>
            <p:nvPr/>
          </p:nvSpPr>
          <p:spPr>
            <a:xfrm>
              <a:off x="8146844" y="1966373"/>
              <a:ext cx="204534" cy="150709"/>
            </a:xfrm>
            <a:custGeom>
              <a:avLst/>
              <a:gdLst>
                <a:gd name="connsiteX0" fmla="*/ 4504 w 204533"/>
                <a:gd name="connsiteY0" fmla="*/ 82688 h 150709"/>
                <a:gd name="connsiteX1" fmla="*/ 557 w 204533"/>
                <a:gd name="connsiteY1" fmla="*/ 103141 h 150709"/>
                <a:gd name="connsiteX2" fmla="*/ 65505 w 204533"/>
                <a:gd name="connsiteY2" fmla="*/ 151942 h 150709"/>
                <a:gd name="connsiteX3" fmla="*/ 93853 w 204533"/>
                <a:gd name="connsiteY3" fmla="*/ 146201 h 150709"/>
                <a:gd name="connsiteX4" fmla="*/ 174949 w 204533"/>
                <a:gd name="connsiteY4" fmla="*/ 104218 h 150709"/>
                <a:gd name="connsiteX5" fmla="*/ 194684 w 204533"/>
                <a:gd name="connsiteY5" fmla="*/ 44293 h 150709"/>
                <a:gd name="connsiteX6" fmla="*/ 173154 w 204533"/>
                <a:gd name="connsiteY6" fmla="*/ 13792 h 150709"/>
                <a:gd name="connsiteX7" fmla="*/ 140860 w 204533"/>
                <a:gd name="connsiteY7" fmla="*/ 157 h 150709"/>
                <a:gd name="connsiteX8" fmla="*/ 4504 w 204533"/>
                <a:gd name="connsiteY8" fmla="*/ 82688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533" h="150709">
                  <a:moveTo>
                    <a:pt x="4504" y="82688"/>
                  </a:moveTo>
                  <a:cubicBezTo>
                    <a:pt x="1633" y="89147"/>
                    <a:pt x="-1237" y="95606"/>
                    <a:pt x="557" y="103141"/>
                  </a:cubicBezTo>
                  <a:cubicBezTo>
                    <a:pt x="7733" y="130771"/>
                    <a:pt x="35005" y="151942"/>
                    <a:pt x="65505" y="151942"/>
                  </a:cubicBezTo>
                  <a:cubicBezTo>
                    <a:pt x="74476" y="152301"/>
                    <a:pt x="84164" y="150148"/>
                    <a:pt x="93853" y="146201"/>
                  </a:cubicBezTo>
                  <a:cubicBezTo>
                    <a:pt x="122201" y="134359"/>
                    <a:pt x="148395" y="118930"/>
                    <a:pt x="174949" y="104218"/>
                  </a:cubicBezTo>
                  <a:cubicBezTo>
                    <a:pt x="211549" y="84482"/>
                    <a:pt x="211908" y="82688"/>
                    <a:pt x="194684" y="44293"/>
                  </a:cubicBezTo>
                  <a:cubicBezTo>
                    <a:pt x="189661" y="32810"/>
                    <a:pt x="182484" y="22404"/>
                    <a:pt x="173154" y="13792"/>
                  </a:cubicBezTo>
                  <a:cubicBezTo>
                    <a:pt x="164184" y="5180"/>
                    <a:pt x="153419" y="874"/>
                    <a:pt x="140860" y="157"/>
                  </a:cubicBezTo>
                  <a:cubicBezTo>
                    <a:pt x="87753" y="-2714"/>
                    <a:pt x="26034" y="34245"/>
                    <a:pt x="4504" y="8268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40">
              <a:extLst>
                <a:ext uri="{FF2B5EF4-FFF2-40B4-BE49-F238E27FC236}">
                  <a16:creationId xmlns:a16="http://schemas.microsoft.com/office/drawing/2014/main" xmlns="" id="{7585F369-0FE3-41B4-A939-A26F4146848D}"/>
                </a:ext>
              </a:extLst>
            </p:cNvPr>
            <p:cNvSpPr/>
            <p:nvPr/>
          </p:nvSpPr>
          <p:spPr>
            <a:xfrm>
              <a:off x="8052021" y="1817256"/>
              <a:ext cx="204534" cy="161474"/>
            </a:xfrm>
            <a:custGeom>
              <a:avLst/>
              <a:gdLst>
                <a:gd name="connsiteX0" fmla="*/ 3519 w 204533"/>
                <a:gd name="connsiteY0" fmla="*/ 76431 h 161474"/>
                <a:gd name="connsiteX1" fmla="*/ 3519 w 204533"/>
                <a:gd name="connsiteY1" fmla="*/ 99755 h 161474"/>
                <a:gd name="connsiteX2" fmla="*/ 37967 w 204533"/>
                <a:gd name="connsiteY2" fmla="*/ 156450 h 161474"/>
                <a:gd name="connsiteX3" fmla="*/ 56626 w 204533"/>
                <a:gd name="connsiteY3" fmla="*/ 162192 h 161474"/>
                <a:gd name="connsiteX4" fmla="*/ 195494 w 204533"/>
                <a:gd name="connsiteY4" fmla="*/ 87555 h 161474"/>
                <a:gd name="connsiteX5" fmla="*/ 204465 w 204533"/>
                <a:gd name="connsiteY5" fmla="*/ 72125 h 161474"/>
                <a:gd name="connsiteX6" fmla="*/ 121575 w 204533"/>
                <a:gd name="connsiteY6" fmla="*/ 0 h 161474"/>
                <a:gd name="connsiteX7" fmla="*/ 3519 w 204533"/>
                <a:gd name="connsiteY7" fmla="*/ 7643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61474">
                  <a:moveTo>
                    <a:pt x="3519" y="76431"/>
                  </a:moveTo>
                  <a:cubicBezTo>
                    <a:pt x="-428" y="84325"/>
                    <a:pt x="-1863" y="91502"/>
                    <a:pt x="3519" y="99755"/>
                  </a:cubicBezTo>
                  <a:cubicBezTo>
                    <a:pt x="15360" y="118414"/>
                    <a:pt x="26843" y="137432"/>
                    <a:pt x="37967" y="156450"/>
                  </a:cubicBezTo>
                  <a:cubicBezTo>
                    <a:pt x="42632" y="164703"/>
                    <a:pt x="47655" y="167215"/>
                    <a:pt x="56626" y="162192"/>
                  </a:cubicBezTo>
                  <a:cubicBezTo>
                    <a:pt x="102915" y="137073"/>
                    <a:pt x="149204" y="112314"/>
                    <a:pt x="195494" y="87555"/>
                  </a:cubicBezTo>
                  <a:cubicBezTo>
                    <a:pt x="201594" y="84325"/>
                    <a:pt x="205541" y="80737"/>
                    <a:pt x="204465" y="72125"/>
                  </a:cubicBezTo>
                  <a:cubicBezTo>
                    <a:pt x="199441" y="33012"/>
                    <a:pt x="164275" y="718"/>
                    <a:pt x="121575" y="0"/>
                  </a:cubicBezTo>
                  <a:cubicBezTo>
                    <a:pt x="71697" y="5382"/>
                    <a:pt x="28637" y="26195"/>
                    <a:pt x="3519" y="7643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41">
              <a:extLst>
                <a:ext uri="{FF2B5EF4-FFF2-40B4-BE49-F238E27FC236}">
                  <a16:creationId xmlns:a16="http://schemas.microsoft.com/office/drawing/2014/main" xmlns="" id="{C6F48FF6-3AC5-411F-806E-1EFEACAFB948}"/>
                </a:ext>
              </a:extLst>
            </p:cNvPr>
            <p:cNvSpPr/>
            <p:nvPr/>
          </p:nvSpPr>
          <p:spPr>
            <a:xfrm>
              <a:off x="7771521" y="1765880"/>
              <a:ext cx="200945" cy="161474"/>
            </a:xfrm>
            <a:custGeom>
              <a:avLst/>
              <a:gdLst>
                <a:gd name="connsiteX0" fmla="*/ 32478 w 200945"/>
                <a:gd name="connsiteY0" fmla="*/ 154361 h 161474"/>
                <a:gd name="connsiteX1" fmla="*/ 54008 w 200945"/>
                <a:gd name="connsiteY1" fmla="*/ 160820 h 161474"/>
                <a:gd name="connsiteX2" fmla="*/ 195388 w 200945"/>
                <a:gd name="connsiteY2" fmla="*/ 82953 h 161474"/>
                <a:gd name="connsiteX3" fmla="*/ 204000 w 200945"/>
                <a:gd name="connsiteY3" fmla="*/ 69318 h 161474"/>
                <a:gd name="connsiteX4" fmla="*/ 115010 w 200945"/>
                <a:gd name="connsiteY4" fmla="*/ 63 h 161474"/>
                <a:gd name="connsiteX5" fmla="*/ 4131 w 200945"/>
                <a:gd name="connsiteY5" fmla="*/ 71830 h 161474"/>
                <a:gd name="connsiteX6" fmla="*/ 4490 w 200945"/>
                <a:gd name="connsiteY6" fmla="*/ 102330 h 161474"/>
                <a:gd name="connsiteX7" fmla="*/ 32478 w 200945"/>
                <a:gd name="connsiteY7" fmla="*/ 15436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945" h="161474">
                  <a:moveTo>
                    <a:pt x="32478" y="154361"/>
                  </a:moveTo>
                  <a:cubicBezTo>
                    <a:pt x="37861" y="164767"/>
                    <a:pt x="43961" y="166202"/>
                    <a:pt x="54008" y="160820"/>
                  </a:cubicBezTo>
                  <a:cubicBezTo>
                    <a:pt x="101015" y="134625"/>
                    <a:pt x="148381" y="108789"/>
                    <a:pt x="195388" y="82953"/>
                  </a:cubicBezTo>
                  <a:cubicBezTo>
                    <a:pt x="200770" y="80083"/>
                    <a:pt x="205435" y="77212"/>
                    <a:pt x="204000" y="69318"/>
                  </a:cubicBezTo>
                  <a:cubicBezTo>
                    <a:pt x="196823" y="34870"/>
                    <a:pt x="172781" y="-1731"/>
                    <a:pt x="115010" y="63"/>
                  </a:cubicBezTo>
                  <a:cubicBezTo>
                    <a:pt x="75538" y="5087"/>
                    <a:pt x="29608" y="20876"/>
                    <a:pt x="4131" y="71830"/>
                  </a:cubicBezTo>
                  <a:cubicBezTo>
                    <a:pt x="-893" y="82236"/>
                    <a:pt x="-1969" y="91565"/>
                    <a:pt x="4490" y="102330"/>
                  </a:cubicBezTo>
                  <a:cubicBezTo>
                    <a:pt x="14178" y="119554"/>
                    <a:pt x="23508" y="136778"/>
                    <a:pt x="32478" y="15436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42">
              <a:extLst>
                <a:ext uri="{FF2B5EF4-FFF2-40B4-BE49-F238E27FC236}">
                  <a16:creationId xmlns:a16="http://schemas.microsoft.com/office/drawing/2014/main" xmlns="" id="{3378BBF3-B5A5-4967-8311-B37D450E42AE}"/>
                </a:ext>
              </a:extLst>
            </p:cNvPr>
            <p:cNvSpPr/>
            <p:nvPr/>
          </p:nvSpPr>
          <p:spPr>
            <a:xfrm>
              <a:off x="7672603" y="2029452"/>
              <a:ext cx="211710" cy="161474"/>
            </a:xfrm>
            <a:custGeom>
              <a:avLst/>
              <a:gdLst>
                <a:gd name="connsiteX0" fmla="*/ 145032 w 211710"/>
                <a:gd name="connsiteY0" fmla="*/ 120800 h 161474"/>
                <a:gd name="connsiteX1" fmla="*/ 197062 w 211710"/>
                <a:gd name="connsiteY1" fmla="*/ 89940 h 161474"/>
                <a:gd name="connsiteX2" fmla="*/ 211415 w 211710"/>
                <a:gd name="connsiteY2" fmla="*/ 66257 h 161474"/>
                <a:gd name="connsiteX3" fmla="*/ 190244 w 211710"/>
                <a:gd name="connsiteY3" fmla="*/ 31092 h 161474"/>
                <a:gd name="connsiteX4" fmla="*/ 168356 w 211710"/>
                <a:gd name="connsiteY4" fmla="*/ 11356 h 161474"/>
                <a:gd name="connsiteX5" fmla="*/ 86901 w 211710"/>
                <a:gd name="connsiteY5" fmla="*/ 2744 h 161474"/>
                <a:gd name="connsiteX6" fmla="*/ 47430 w 211710"/>
                <a:gd name="connsiteY6" fmla="*/ 22480 h 161474"/>
                <a:gd name="connsiteX7" fmla="*/ 64 w 211710"/>
                <a:gd name="connsiteY7" fmla="*/ 96040 h 161474"/>
                <a:gd name="connsiteX8" fmla="*/ 37023 w 211710"/>
                <a:gd name="connsiteY8" fmla="*/ 155247 h 161474"/>
                <a:gd name="connsiteX9" fmla="*/ 57118 w 211710"/>
                <a:gd name="connsiteY9" fmla="*/ 159912 h 161474"/>
                <a:gd name="connsiteX10" fmla="*/ 118837 w 211710"/>
                <a:gd name="connsiteY10" fmla="*/ 127617 h 161474"/>
                <a:gd name="connsiteX11" fmla="*/ 145032 w 211710"/>
                <a:gd name="connsiteY11" fmla="*/ 120800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710" h="161474">
                  <a:moveTo>
                    <a:pt x="145032" y="120800"/>
                  </a:moveTo>
                  <a:cubicBezTo>
                    <a:pt x="162256" y="110035"/>
                    <a:pt x="180197" y="100705"/>
                    <a:pt x="197062" y="89940"/>
                  </a:cubicBezTo>
                  <a:cubicBezTo>
                    <a:pt x="206033" y="84199"/>
                    <a:pt x="214645" y="78458"/>
                    <a:pt x="211415" y="66257"/>
                  </a:cubicBezTo>
                  <a:cubicBezTo>
                    <a:pt x="207827" y="52622"/>
                    <a:pt x="209621" y="35398"/>
                    <a:pt x="190244" y="31092"/>
                  </a:cubicBezTo>
                  <a:cubicBezTo>
                    <a:pt x="184144" y="23556"/>
                    <a:pt x="179121" y="13868"/>
                    <a:pt x="168356" y="11356"/>
                  </a:cubicBezTo>
                  <a:cubicBezTo>
                    <a:pt x="141443" y="4897"/>
                    <a:pt x="115249" y="-4791"/>
                    <a:pt x="86901" y="2744"/>
                  </a:cubicBezTo>
                  <a:cubicBezTo>
                    <a:pt x="73624" y="9203"/>
                    <a:pt x="59271" y="14227"/>
                    <a:pt x="47430" y="22480"/>
                  </a:cubicBezTo>
                  <a:cubicBezTo>
                    <a:pt x="21594" y="40063"/>
                    <a:pt x="-1371" y="60157"/>
                    <a:pt x="64" y="96040"/>
                  </a:cubicBezTo>
                  <a:cubicBezTo>
                    <a:pt x="12264" y="115776"/>
                    <a:pt x="25182" y="135153"/>
                    <a:pt x="37023" y="155247"/>
                  </a:cubicBezTo>
                  <a:cubicBezTo>
                    <a:pt x="42765" y="164936"/>
                    <a:pt x="48147" y="164936"/>
                    <a:pt x="57118" y="159912"/>
                  </a:cubicBezTo>
                  <a:cubicBezTo>
                    <a:pt x="77213" y="148430"/>
                    <a:pt x="98025" y="138382"/>
                    <a:pt x="118837" y="127617"/>
                  </a:cubicBezTo>
                  <a:cubicBezTo>
                    <a:pt x="127808" y="127617"/>
                    <a:pt x="136779" y="125823"/>
                    <a:pt x="145032" y="12080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43">
              <a:extLst>
                <a:ext uri="{FF2B5EF4-FFF2-40B4-BE49-F238E27FC236}">
                  <a16:creationId xmlns:a16="http://schemas.microsoft.com/office/drawing/2014/main" xmlns="" id="{F88867DB-F7F9-4111-8DA2-82C0233EE7A2}"/>
                </a:ext>
              </a:extLst>
            </p:cNvPr>
            <p:cNvSpPr/>
            <p:nvPr/>
          </p:nvSpPr>
          <p:spPr>
            <a:xfrm>
              <a:off x="7861270" y="1924142"/>
              <a:ext cx="204534" cy="143532"/>
            </a:xfrm>
            <a:custGeom>
              <a:avLst/>
              <a:gdLst>
                <a:gd name="connsiteX0" fmla="*/ 30642 w 204533"/>
                <a:gd name="connsiteY0" fmla="*/ 130660 h 143532"/>
                <a:gd name="connsiteX1" fmla="*/ 33513 w 204533"/>
                <a:gd name="connsiteY1" fmla="*/ 132813 h 143532"/>
                <a:gd name="connsiteX2" fmla="*/ 66167 w 204533"/>
                <a:gd name="connsiteY2" fmla="*/ 139989 h 143532"/>
                <a:gd name="connsiteX3" fmla="*/ 200011 w 204533"/>
                <a:gd name="connsiteY3" fmla="*/ 80782 h 143532"/>
                <a:gd name="connsiteX4" fmla="*/ 205034 w 204533"/>
                <a:gd name="connsiteY4" fmla="*/ 68582 h 143532"/>
                <a:gd name="connsiteX5" fmla="*/ 138650 w 204533"/>
                <a:gd name="connsiteY5" fmla="*/ 404 h 143532"/>
                <a:gd name="connsiteX6" fmla="*/ 32078 w 204533"/>
                <a:gd name="connsiteY6" fmla="*/ 33775 h 143532"/>
                <a:gd name="connsiteX7" fmla="*/ 30642 w 204533"/>
                <a:gd name="connsiteY7" fmla="*/ 130660 h 1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43532">
                  <a:moveTo>
                    <a:pt x="30642" y="130660"/>
                  </a:moveTo>
                  <a:cubicBezTo>
                    <a:pt x="31360" y="131377"/>
                    <a:pt x="32436" y="132095"/>
                    <a:pt x="33513" y="132813"/>
                  </a:cubicBezTo>
                  <a:cubicBezTo>
                    <a:pt x="43919" y="148242"/>
                    <a:pt x="51454" y="149678"/>
                    <a:pt x="66167" y="139989"/>
                  </a:cubicBezTo>
                  <a:cubicBezTo>
                    <a:pt x="115685" y="131019"/>
                    <a:pt x="155874" y="101594"/>
                    <a:pt x="200011" y="80782"/>
                  </a:cubicBezTo>
                  <a:cubicBezTo>
                    <a:pt x="205034" y="78270"/>
                    <a:pt x="205752" y="73964"/>
                    <a:pt x="205034" y="68582"/>
                  </a:cubicBezTo>
                  <a:cubicBezTo>
                    <a:pt x="201805" y="34852"/>
                    <a:pt x="171304" y="2198"/>
                    <a:pt x="138650" y="404"/>
                  </a:cubicBezTo>
                  <a:cubicBezTo>
                    <a:pt x="99179" y="-2108"/>
                    <a:pt x="61143" y="6863"/>
                    <a:pt x="32078" y="33775"/>
                  </a:cubicBezTo>
                  <a:cubicBezTo>
                    <a:pt x="-9906" y="72888"/>
                    <a:pt x="-10982" y="94059"/>
                    <a:pt x="30642" y="130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44">
              <a:extLst>
                <a:ext uri="{FF2B5EF4-FFF2-40B4-BE49-F238E27FC236}">
                  <a16:creationId xmlns:a16="http://schemas.microsoft.com/office/drawing/2014/main" xmlns="" id="{67594A50-4910-4108-B93A-501F910562AF}"/>
                </a:ext>
              </a:extLst>
            </p:cNvPr>
            <p:cNvSpPr/>
            <p:nvPr/>
          </p:nvSpPr>
          <p:spPr>
            <a:xfrm>
              <a:off x="7976206" y="1687437"/>
              <a:ext cx="190180" cy="139944"/>
            </a:xfrm>
            <a:custGeom>
              <a:avLst/>
              <a:gdLst>
                <a:gd name="connsiteX0" fmla="*/ 20127 w 190180"/>
                <a:gd name="connsiteY0" fmla="*/ 46929 h 139944"/>
                <a:gd name="connsiteX1" fmla="*/ 3621 w 190180"/>
                <a:gd name="connsiteY1" fmla="*/ 76712 h 139944"/>
                <a:gd name="connsiteX2" fmla="*/ 1109 w 190180"/>
                <a:gd name="connsiteY2" fmla="*/ 95372 h 139944"/>
                <a:gd name="connsiteX3" fmla="*/ 74310 w 190180"/>
                <a:gd name="connsiteY3" fmla="*/ 142020 h 139944"/>
                <a:gd name="connsiteX4" fmla="*/ 153971 w 190180"/>
                <a:gd name="connsiteY4" fmla="*/ 107213 h 139944"/>
                <a:gd name="connsiteX5" fmla="*/ 191289 w 190180"/>
                <a:gd name="connsiteY5" fmla="*/ 46929 h 139944"/>
                <a:gd name="connsiteX6" fmla="*/ 163659 w 190180"/>
                <a:gd name="connsiteY6" fmla="*/ 10329 h 139944"/>
                <a:gd name="connsiteX7" fmla="*/ 108758 w 190180"/>
                <a:gd name="connsiteY7" fmla="*/ 2793 h 139944"/>
                <a:gd name="connsiteX8" fmla="*/ 33762 w 190180"/>
                <a:gd name="connsiteY8" fmla="*/ 23964 h 139944"/>
                <a:gd name="connsiteX9" fmla="*/ 20127 w 190180"/>
                <a:gd name="connsiteY9" fmla="*/ 46929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180" h="139944">
                  <a:moveTo>
                    <a:pt x="20127" y="46929"/>
                  </a:moveTo>
                  <a:cubicBezTo>
                    <a:pt x="14744" y="56977"/>
                    <a:pt x="9003" y="66665"/>
                    <a:pt x="3621" y="76712"/>
                  </a:cubicBezTo>
                  <a:cubicBezTo>
                    <a:pt x="750" y="82454"/>
                    <a:pt x="-1403" y="88195"/>
                    <a:pt x="1109" y="95372"/>
                  </a:cubicBezTo>
                  <a:cubicBezTo>
                    <a:pt x="11156" y="128025"/>
                    <a:pt x="40580" y="147402"/>
                    <a:pt x="74310" y="142020"/>
                  </a:cubicBezTo>
                  <a:cubicBezTo>
                    <a:pt x="103734" y="137355"/>
                    <a:pt x="130647" y="125872"/>
                    <a:pt x="153971" y="107213"/>
                  </a:cubicBezTo>
                  <a:cubicBezTo>
                    <a:pt x="172989" y="91783"/>
                    <a:pt x="189854" y="73842"/>
                    <a:pt x="191289" y="46929"/>
                  </a:cubicBezTo>
                  <a:cubicBezTo>
                    <a:pt x="195236" y="26117"/>
                    <a:pt x="188060" y="16429"/>
                    <a:pt x="163659" y="10329"/>
                  </a:cubicBezTo>
                  <a:cubicBezTo>
                    <a:pt x="145359" y="7817"/>
                    <a:pt x="127058" y="5305"/>
                    <a:pt x="108758" y="2793"/>
                  </a:cubicBezTo>
                  <a:cubicBezTo>
                    <a:pt x="78975" y="-6895"/>
                    <a:pt x="57086" y="10687"/>
                    <a:pt x="33762" y="23964"/>
                  </a:cubicBezTo>
                  <a:cubicBezTo>
                    <a:pt x="25150" y="28988"/>
                    <a:pt x="20127" y="36523"/>
                    <a:pt x="20127" y="4692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45">
              <a:extLst>
                <a:ext uri="{FF2B5EF4-FFF2-40B4-BE49-F238E27FC236}">
                  <a16:creationId xmlns:a16="http://schemas.microsoft.com/office/drawing/2014/main" xmlns="" id="{42CC1D44-5AC5-4F59-9C98-844E1FC71329}"/>
                </a:ext>
              </a:extLst>
            </p:cNvPr>
            <p:cNvSpPr/>
            <p:nvPr/>
          </p:nvSpPr>
          <p:spPr>
            <a:xfrm>
              <a:off x="7691071" y="1625139"/>
              <a:ext cx="197357" cy="150709"/>
            </a:xfrm>
            <a:custGeom>
              <a:avLst/>
              <a:gdLst>
                <a:gd name="connsiteX0" fmla="*/ 69510 w 197357"/>
                <a:gd name="connsiteY0" fmla="*/ 152646 h 150709"/>
                <a:gd name="connsiteX1" fmla="*/ 182900 w 197357"/>
                <a:gd name="connsiteY1" fmla="*/ 80162 h 150709"/>
                <a:gd name="connsiteX2" fmla="*/ 194024 w 197357"/>
                <a:gd name="connsiteY2" fmla="*/ 42843 h 150709"/>
                <a:gd name="connsiteX3" fmla="*/ 186130 w 197357"/>
                <a:gd name="connsiteY3" fmla="*/ 25261 h 150709"/>
                <a:gd name="connsiteX4" fmla="*/ 99293 w 197357"/>
                <a:gd name="connsiteY4" fmla="*/ 4090 h 150709"/>
                <a:gd name="connsiteX5" fmla="*/ 71304 w 197357"/>
                <a:gd name="connsiteY5" fmla="*/ 15931 h 150709"/>
                <a:gd name="connsiteX6" fmla="*/ 57668 w 197357"/>
                <a:gd name="connsiteY6" fmla="*/ 26696 h 150709"/>
                <a:gd name="connsiteX7" fmla="*/ 6714 w 197357"/>
                <a:gd name="connsiteY7" fmla="*/ 67244 h 150709"/>
                <a:gd name="connsiteX8" fmla="*/ 614 w 197357"/>
                <a:gd name="connsiteY8" fmla="*/ 92003 h 150709"/>
                <a:gd name="connsiteX9" fmla="*/ 69510 w 197357"/>
                <a:gd name="connsiteY9" fmla="*/ 152646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7357" h="150709">
                  <a:moveTo>
                    <a:pt x="69510" y="152646"/>
                  </a:moveTo>
                  <a:cubicBezTo>
                    <a:pt x="117593" y="145469"/>
                    <a:pt x="157064" y="123580"/>
                    <a:pt x="182900" y="80162"/>
                  </a:cubicBezTo>
                  <a:cubicBezTo>
                    <a:pt x="197971" y="70115"/>
                    <a:pt x="201918" y="58273"/>
                    <a:pt x="194024" y="42843"/>
                  </a:cubicBezTo>
                  <a:cubicBezTo>
                    <a:pt x="191153" y="37102"/>
                    <a:pt x="189359" y="30643"/>
                    <a:pt x="186130" y="25261"/>
                  </a:cubicBezTo>
                  <a:cubicBezTo>
                    <a:pt x="161370" y="1219"/>
                    <a:pt x="132305" y="-5240"/>
                    <a:pt x="99293" y="4090"/>
                  </a:cubicBezTo>
                  <a:cubicBezTo>
                    <a:pt x="89604" y="6960"/>
                    <a:pt x="80992" y="12343"/>
                    <a:pt x="71304" y="15931"/>
                  </a:cubicBezTo>
                  <a:cubicBezTo>
                    <a:pt x="66280" y="18802"/>
                    <a:pt x="63768" y="24543"/>
                    <a:pt x="57668" y="26696"/>
                  </a:cubicBezTo>
                  <a:cubicBezTo>
                    <a:pt x="35780" y="33873"/>
                    <a:pt x="21785" y="51455"/>
                    <a:pt x="6714" y="67244"/>
                  </a:cubicBezTo>
                  <a:cubicBezTo>
                    <a:pt x="-104" y="74420"/>
                    <a:pt x="-821" y="82674"/>
                    <a:pt x="614" y="92003"/>
                  </a:cubicBezTo>
                  <a:cubicBezTo>
                    <a:pt x="-1539" y="127886"/>
                    <a:pt x="31474" y="158387"/>
                    <a:pt x="69510" y="15264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46">
              <a:extLst>
                <a:ext uri="{FF2B5EF4-FFF2-40B4-BE49-F238E27FC236}">
                  <a16:creationId xmlns:a16="http://schemas.microsoft.com/office/drawing/2014/main" xmlns="" id="{52526C56-AC09-4B6F-AE9A-A157BC849F44}"/>
                </a:ext>
              </a:extLst>
            </p:cNvPr>
            <p:cNvSpPr/>
            <p:nvPr/>
          </p:nvSpPr>
          <p:spPr>
            <a:xfrm>
              <a:off x="8215579" y="2125245"/>
              <a:ext cx="183004" cy="150709"/>
            </a:xfrm>
            <a:custGeom>
              <a:avLst/>
              <a:gdLst>
                <a:gd name="connsiteX0" fmla="*/ 38394 w 183003"/>
                <a:gd name="connsiteY0" fmla="*/ 53713 h 150709"/>
                <a:gd name="connsiteX1" fmla="*/ 30141 w 183003"/>
                <a:gd name="connsiteY1" fmla="*/ 55507 h 150709"/>
                <a:gd name="connsiteX2" fmla="*/ 2870 w 183003"/>
                <a:gd name="connsiteY2" fmla="*/ 93543 h 150709"/>
                <a:gd name="connsiteX3" fmla="*/ 28705 w 183003"/>
                <a:gd name="connsiteY3" fmla="*/ 137320 h 150709"/>
                <a:gd name="connsiteX4" fmla="*/ 53465 w 183003"/>
                <a:gd name="connsiteY4" fmla="*/ 150238 h 150709"/>
                <a:gd name="connsiteX5" fmla="*/ 56335 w 183003"/>
                <a:gd name="connsiteY5" fmla="*/ 151315 h 150709"/>
                <a:gd name="connsiteX6" fmla="*/ 181567 w 183003"/>
                <a:gd name="connsiteY6" fmla="*/ 96414 h 150709"/>
                <a:gd name="connsiteX7" fmla="*/ 155373 w 183003"/>
                <a:gd name="connsiteY7" fmla="*/ 8500 h 150709"/>
                <a:gd name="connsiteX8" fmla="*/ 129537 w 183003"/>
                <a:gd name="connsiteY8" fmla="*/ 3835 h 150709"/>
                <a:gd name="connsiteX9" fmla="*/ 38394 w 183003"/>
                <a:gd name="connsiteY9" fmla="*/ 53713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003" h="150709">
                  <a:moveTo>
                    <a:pt x="38394" y="53713"/>
                  </a:moveTo>
                  <a:cubicBezTo>
                    <a:pt x="35882" y="55866"/>
                    <a:pt x="33011" y="55507"/>
                    <a:pt x="30141" y="55507"/>
                  </a:cubicBezTo>
                  <a:cubicBezTo>
                    <a:pt x="4305" y="55866"/>
                    <a:pt x="-5384" y="69501"/>
                    <a:pt x="2870" y="93543"/>
                  </a:cubicBezTo>
                  <a:cubicBezTo>
                    <a:pt x="8611" y="109690"/>
                    <a:pt x="18658" y="123685"/>
                    <a:pt x="28705" y="137320"/>
                  </a:cubicBezTo>
                  <a:cubicBezTo>
                    <a:pt x="34447" y="145574"/>
                    <a:pt x="42341" y="151315"/>
                    <a:pt x="53465" y="150238"/>
                  </a:cubicBezTo>
                  <a:cubicBezTo>
                    <a:pt x="54541" y="150597"/>
                    <a:pt x="55618" y="150597"/>
                    <a:pt x="56335" y="151315"/>
                  </a:cubicBezTo>
                  <a:cubicBezTo>
                    <a:pt x="110878" y="161721"/>
                    <a:pt x="149990" y="137320"/>
                    <a:pt x="181567" y="96414"/>
                  </a:cubicBezTo>
                  <a:cubicBezTo>
                    <a:pt x="192691" y="61248"/>
                    <a:pt x="177262" y="33977"/>
                    <a:pt x="155373" y="8500"/>
                  </a:cubicBezTo>
                  <a:cubicBezTo>
                    <a:pt x="147478" y="-830"/>
                    <a:pt x="140661" y="-2624"/>
                    <a:pt x="129537" y="3835"/>
                  </a:cubicBezTo>
                  <a:cubicBezTo>
                    <a:pt x="99395" y="21059"/>
                    <a:pt x="68894" y="36848"/>
                    <a:pt x="38394" y="5371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47">
              <a:extLst>
                <a:ext uri="{FF2B5EF4-FFF2-40B4-BE49-F238E27FC236}">
                  <a16:creationId xmlns:a16="http://schemas.microsoft.com/office/drawing/2014/main" xmlns="" id="{BAA96F91-F2A8-439B-B305-226C976BB910}"/>
                </a:ext>
              </a:extLst>
            </p:cNvPr>
            <p:cNvSpPr/>
            <p:nvPr/>
          </p:nvSpPr>
          <p:spPr>
            <a:xfrm>
              <a:off x="7600193" y="1892475"/>
              <a:ext cx="175827" cy="150709"/>
            </a:xfrm>
            <a:custGeom>
              <a:avLst/>
              <a:gdLst>
                <a:gd name="connsiteX0" fmla="*/ 122710 w 175827"/>
                <a:gd name="connsiteY0" fmla="*/ 124649 h 150709"/>
                <a:gd name="connsiteX1" fmla="*/ 158235 w 175827"/>
                <a:gd name="connsiteY1" fmla="*/ 97737 h 150709"/>
                <a:gd name="connsiteX2" fmla="*/ 168641 w 175827"/>
                <a:gd name="connsiteY2" fmla="*/ 23818 h 150709"/>
                <a:gd name="connsiteX3" fmla="*/ 113022 w 175827"/>
                <a:gd name="connsiteY3" fmla="*/ 1929 h 150709"/>
                <a:gd name="connsiteX4" fmla="*/ 55609 w 175827"/>
                <a:gd name="connsiteY4" fmla="*/ 22024 h 150709"/>
                <a:gd name="connsiteX5" fmla="*/ 1426 w 175827"/>
                <a:gd name="connsiteY5" fmla="*/ 110296 h 150709"/>
                <a:gd name="connsiteX6" fmla="*/ 13267 w 175827"/>
                <a:gd name="connsiteY6" fmla="*/ 117114 h 150709"/>
                <a:gd name="connsiteX7" fmla="*/ 60992 w 175827"/>
                <a:gd name="connsiteY7" fmla="*/ 146897 h 150709"/>
                <a:gd name="connsiteX8" fmla="*/ 77498 w 175827"/>
                <a:gd name="connsiteY8" fmla="*/ 149409 h 150709"/>
                <a:gd name="connsiteX9" fmla="*/ 122710 w 175827"/>
                <a:gd name="connsiteY9" fmla="*/ 124649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827" h="150709">
                  <a:moveTo>
                    <a:pt x="122710" y="124649"/>
                  </a:moveTo>
                  <a:cubicBezTo>
                    <a:pt x="134552" y="115679"/>
                    <a:pt x="147470" y="107426"/>
                    <a:pt x="158235" y="97737"/>
                  </a:cubicBezTo>
                  <a:cubicBezTo>
                    <a:pt x="179047" y="79437"/>
                    <a:pt x="182276" y="51089"/>
                    <a:pt x="168641" y="23818"/>
                  </a:cubicBezTo>
                  <a:cubicBezTo>
                    <a:pt x="157158" y="853"/>
                    <a:pt x="146034" y="-3094"/>
                    <a:pt x="113022" y="1929"/>
                  </a:cubicBezTo>
                  <a:cubicBezTo>
                    <a:pt x="92569" y="5159"/>
                    <a:pt x="73909" y="12694"/>
                    <a:pt x="55609" y="22024"/>
                  </a:cubicBezTo>
                  <a:cubicBezTo>
                    <a:pt x="19367" y="40324"/>
                    <a:pt x="-6469" y="65084"/>
                    <a:pt x="1426" y="110296"/>
                  </a:cubicBezTo>
                  <a:cubicBezTo>
                    <a:pt x="4655" y="113885"/>
                    <a:pt x="8243" y="117473"/>
                    <a:pt x="13267" y="117114"/>
                  </a:cubicBezTo>
                  <a:cubicBezTo>
                    <a:pt x="36591" y="115679"/>
                    <a:pt x="51662" y="126444"/>
                    <a:pt x="60992" y="146897"/>
                  </a:cubicBezTo>
                  <a:cubicBezTo>
                    <a:pt x="64939" y="155509"/>
                    <a:pt x="71398" y="152638"/>
                    <a:pt x="77498" y="149409"/>
                  </a:cubicBezTo>
                  <a:cubicBezTo>
                    <a:pt x="92569" y="141156"/>
                    <a:pt x="107640" y="132903"/>
                    <a:pt x="122710" y="12464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48">
              <a:extLst>
                <a:ext uri="{FF2B5EF4-FFF2-40B4-BE49-F238E27FC236}">
                  <a16:creationId xmlns:a16="http://schemas.microsoft.com/office/drawing/2014/main" xmlns="" id="{DD4A0701-6D7D-4D1F-9629-EE6D9D2420E1}"/>
                </a:ext>
              </a:extLst>
            </p:cNvPr>
            <p:cNvSpPr/>
            <p:nvPr/>
          </p:nvSpPr>
          <p:spPr>
            <a:xfrm>
              <a:off x="7530044" y="1739838"/>
              <a:ext cx="190180" cy="147121"/>
            </a:xfrm>
            <a:custGeom>
              <a:avLst/>
              <a:gdLst>
                <a:gd name="connsiteX0" fmla="*/ 186400 w 190180"/>
                <a:gd name="connsiteY0" fmla="*/ 107201 h 147120"/>
                <a:gd name="connsiteX1" fmla="*/ 187476 w 190180"/>
                <a:gd name="connsiteY1" fmla="*/ 93206 h 147120"/>
                <a:gd name="connsiteX2" fmla="*/ 136522 w 190180"/>
                <a:gd name="connsiteY2" fmla="*/ 6728 h 147120"/>
                <a:gd name="connsiteX3" fmla="*/ 120734 w 190180"/>
                <a:gd name="connsiteY3" fmla="*/ 2422 h 147120"/>
                <a:gd name="connsiteX4" fmla="*/ 8061 w 190180"/>
                <a:gd name="connsiteY4" fmla="*/ 65218 h 147120"/>
                <a:gd name="connsiteX5" fmla="*/ 525 w 190180"/>
                <a:gd name="connsiteY5" fmla="*/ 81365 h 147120"/>
                <a:gd name="connsiteX6" fmla="*/ 88798 w 190180"/>
                <a:gd name="connsiteY6" fmla="*/ 147749 h 147120"/>
                <a:gd name="connsiteX7" fmla="*/ 186400 w 190180"/>
                <a:gd name="connsiteY7" fmla="*/ 107201 h 14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180" h="147120">
                  <a:moveTo>
                    <a:pt x="186400" y="107201"/>
                  </a:moveTo>
                  <a:cubicBezTo>
                    <a:pt x="192500" y="102895"/>
                    <a:pt x="190347" y="98230"/>
                    <a:pt x="187476" y="93206"/>
                  </a:cubicBezTo>
                  <a:cubicBezTo>
                    <a:pt x="170253" y="64500"/>
                    <a:pt x="153388" y="35793"/>
                    <a:pt x="136522" y="6728"/>
                  </a:cubicBezTo>
                  <a:cubicBezTo>
                    <a:pt x="132217" y="-449"/>
                    <a:pt x="127910" y="-1884"/>
                    <a:pt x="120734" y="2422"/>
                  </a:cubicBezTo>
                  <a:cubicBezTo>
                    <a:pt x="83415" y="23593"/>
                    <a:pt x="45738" y="44405"/>
                    <a:pt x="8061" y="65218"/>
                  </a:cubicBezTo>
                  <a:cubicBezTo>
                    <a:pt x="1602" y="68806"/>
                    <a:pt x="-1269" y="73112"/>
                    <a:pt x="525" y="81365"/>
                  </a:cubicBezTo>
                  <a:cubicBezTo>
                    <a:pt x="9137" y="117248"/>
                    <a:pt x="46456" y="147390"/>
                    <a:pt x="88798" y="147749"/>
                  </a:cubicBezTo>
                  <a:cubicBezTo>
                    <a:pt x="121810" y="145596"/>
                    <a:pt x="154823" y="128372"/>
                    <a:pt x="186400" y="10720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49">
              <a:extLst>
                <a:ext uri="{FF2B5EF4-FFF2-40B4-BE49-F238E27FC236}">
                  <a16:creationId xmlns:a16="http://schemas.microsoft.com/office/drawing/2014/main" xmlns="" id="{A5EF010A-DCF9-42B4-B43F-95B3E35A4206}"/>
                </a:ext>
              </a:extLst>
            </p:cNvPr>
            <p:cNvSpPr/>
            <p:nvPr/>
          </p:nvSpPr>
          <p:spPr>
            <a:xfrm>
              <a:off x="7478936" y="1615703"/>
              <a:ext cx="179416" cy="150709"/>
            </a:xfrm>
            <a:custGeom>
              <a:avLst/>
              <a:gdLst>
                <a:gd name="connsiteX0" fmla="*/ 71369 w 179415"/>
                <a:gd name="connsiteY0" fmla="*/ 148805 h 150709"/>
                <a:gd name="connsiteX1" fmla="*/ 157848 w 179415"/>
                <a:gd name="connsiteY1" fmla="*/ 93186 h 150709"/>
                <a:gd name="connsiteX2" fmla="*/ 175072 w 179415"/>
                <a:gd name="connsiteY2" fmla="*/ 77038 h 150709"/>
                <a:gd name="connsiteX3" fmla="*/ 172201 w 179415"/>
                <a:gd name="connsiteY3" fmla="*/ 22137 h 150709"/>
                <a:gd name="connsiteX4" fmla="*/ 142418 w 179415"/>
                <a:gd name="connsiteY4" fmla="*/ 2402 h 150709"/>
                <a:gd name="connsiteX5" fmla="*/ 71010 w 179415"/>
                <a:gd name="connsiteY5" fmla="*/ 12808 h 150709"/>
                <a:gd name="connsiteX6" fmla="*/ 59169 w 179415"/>
                <a:gd name="connsiteY6" fmla="*/ 14961 h 150709"/>
                <a:gd name="connsiteX7" fmla="*/ 25798 w 179415"/>
                <a:gd name="connsiteY7" fmla="*/ 29314 h 150709"/>
                <a:gd name="connsiteX8" fmla="*/ 11086 w 179415"/>
                <a:gd name="connsiteY8" fmla="*/ 39002 h 150709"/>
                <a:gd name="connsiteX9" fmla="*/ 4986 w 179415"/>
                <a:gd name="connsiteY9" fmla="*/ 64121 h 150709"/>
                <a:gd name="connsiteX10" fmla="*/ 21492 w 179415"/>
                <a:gd name="connsiteY10" fmla="*/ 93186 h 150709"/>
                <a:gd name="connsiteX11" fmla="*/ 51992 w 179415"/>
                <a:gd name="connsiteY11" fmla="*/ 143063 h 150709"/>
                <a:gd name="connsiteX12" fmla="*/ 71369 w 179415"/>
                <a:gd name="connsiteY12" fmla="*/ 148805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415" h="150709">
                  <a:moveTo>
                    <a:pt x="71369" y="148805"/>
                  </a:moveTo>
                  <a:cubicBezTo>
                    <a:pt x="101152" y="131581"/>
                    <a:pt x="132012" y="116151"/>
                    <a:pt x="157848" y="93186"/>
                  </a:cubicBezTo>
                  <a:cubicBezTo>
                    <a:pt x="167177" y="91751"/>
                    <a:pt x="171483" y="84933"/>
                    <a:pt x="175072" y="77038"/>
                  </a:cubicBezTo>
                  <a:cubicBezTo>
                    <a:pt x="184042" y="58020"/>
                    <a:pt x="180454" y="40079"/>
                    <a:pt x="172201" y="22137"/>
                  </a:cubicBezTo>
                  <a:cubicBezTo>
                    <a:pt x="164665" y="11731"/>
                    <a:pt x="160001" y="-6569"/>
                    <a:pt x="142418" y="2402"/>
                  </a:cubicBezTo>
                  <a:cubicBezTo>
                    <a:pt x="119094" y="13884"/>
                    <a:pt x="96129" y="18190"/>
                    <a:pt x="71010" y="12808"/>
                  </a:cubicBezTo>
                  <a:cubicBezTo>
                    <a:pt x="66705" y="12449"/>
                    <a:pt x="61322" y="13525"/>
                    <a:pt x="59169" y="14961"/>
                  </a:cubicBezTo>
                  <a:cubicBezTo>
                    <a:pt x="48763" y="21420"/>
                    <a:pt x="32616" y="14602"/>
                    <a:pt x="25798" y="29314"/>
                  </a:cubicBezTo>
                  <a:cubicBezTo>
                    <a:pt x="20774" y="32543"/>
                    <a:pt x="16109" y="36491"/>
                    <a:pt x="11086" y="39002"/>
                  </a:cubicBezTo>
                  <a:cubicBezTo>
                    <a:pt x="-756" y="45103"/>
                    <a:pt x="-3626" y="52279"/>
                    <a:pt x="4986" y="64121"/>
                  </a:cubicBezTo>
                  <a:cubicBezTo>
                    <a:pt x="11445" y="73091"/>
                    <a:pt x="18621" y="82062"/>
                    <a:pt x="21492" y="93186"/>
                  </a:cubicBezTo>
                  <a:cubicBezTo>
                    <a:pt x="34051" y="108257"/>
                    <a:pt x="42304" y="126198"/>
                    <a:pt x="51992" y="143063"/>
                  </a:cubicBezTo>
                  <a:cubicBezTo>
                    <a:pt x="57016" y="152393"/>
                    <a:pt x="62040" y="154187"/>
                    <a:pt x="71369" y="148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50">
              <a:extLst>
                <a:ext uri="{FF2B5EF4-FFF2-40B4-BE49-F238E27FC236}">
                  <a16:creationId xmlns:a16="http://schemas.microsoft.com/office/drawing/2014/main" xmlns="" id="{7CA43D8B-3610-4D21-84E8-9000E58BDC6B}"/>
                </a:ext>
              </a:extLst>
            </p:cNvPr>
            <p:cNvSpPr/>
            <p:nvPr/>
          </p:nvSpPr>
          <p:spPr>
            <a:xfrm>
              <a:off x="8002940" y="2287237"/>
              <a:ext cx="427009" cy="315771"/>
            </a:xfrm>
            <a:custGeom>
              <a:avLst/>
              <a:gdLst>
                <a:gd name="connsiteX0" fmla="*/ 419684 w 427008"/>
                <a:gd name="connsiteY0" fmla="*/ 24847 h 315771"/>
                <a:gd name="connsiteX1" fmla="*/ 406049 w 427008"/>
                <a:gd name="connsiteY1" fmla="*/ 11212 h 315771"/>
                <a:gd name="connsiteX2" fmla="*/ 362630 w 427008"/>
                <a:gd name="connsiteY2" fmla="*/ 14441 h 315771"/>
                <a:gd name="connsiteX3" fmla="*/ 349712 w 427008"/>
                <a:gd name="connsiteY3" fmla="*/ 31306 h 315771"/>
                <a:gd name="connsiteX4" fmla="*/ 146614 w 427008"/>
                <a:gd name="connsiteY4" fmla="*/ 168738 h 315771"/>
                <a:gd name="connsiteX5" fmla="*/ 14923 w 427008"/>
                <a:gd name="connsiteY5" fmla="*/ 201392 h 315771"/>
                <a:gd name="connsiteX6" fmla="*/ 2364 w 427008"/>
                <a:gd name="connsiteY6" fmla="*/ 216463 h 315771"/>
                <a:gd name="connsiteX7" fmla="*/ 85254 w 427008"/>
                <a:gd name="connsiteY7" fmla="*/ 312988 h 315771"/>
                <a:gd name="connsiteX8" fmla="*/ 110372 w 427008"/>
                <a:gd name="connsiteY8" fmla="*/ 314783 h 315771"/>
                <a:gd name="connsiteX9" fmla="*/ 415737 w 427008"/>
                <a:gd name="connsiteY9" fmla="*/ 149003 h 315771"/>
                <a:gd name="connsiteX10" fmla="*/ 426502 w 427008"/>
                <a:gd name="connsiteY10" fmla="*/ 136085 h 315771"/>
                <a:gd name="connsiteX11" fmla="*/ 419684 w 427008"/>
                <a:gd name="connsiteY11" fmla="*/ 24847 h 31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008" h="315771">
                  <a:moveTo>
                    <a:pt x="419684" y="24847"/>
                  </a:moveTo>
                  <a:cubicBezTo>
                    <a:pt x="415020" y="20182"/>
                    <a:pt x="411072" y="15159"/>
                    <a:pt x="406049" y="11212"/>
                  </a:cubicBezTo>
                  <a:cubicBezTo>
                    <a:pt x="386313" y="-4577"/>
                    <a:pt x="378778" y="-3859"/>
                    <a:pt x="362630" y="14441"/>
                  </a:cubicBezTo>
                  <a:cubicBezTo>
                    <a:pt x="358324" y="20182"/>
                    <a:pt x="354377" y="26282"/>
                    <a:pt x="349712" y="31306"/>
                  </a:cubicBezTo>
                  <a:cubicBezTo>
                    <a:pt x="291940" y="91590"/>
                    <a:pt x="224121" y="137520"/>
                    <a:pt x="146614" y="168738"/>
                  </a:cubicBezTo>
                  <a:cubicBezTo>
                    <a:pt x="104272" y="185962"/>
                    <a:pt x="60494" y="197086"/>
                    <a:pt x="14923" y="201392"/>
                  </a:cubicBezTo>
                  <a:cubicBezTo>
                    <a:pt x="7029" y="202110"/>
                    <a:pt x="-5172" y="201033"/>
                    <a:pt x="2364" y="216463"/>
                  </a:cubicBezTo>
                  <a:cubicBezTo>
                    <a:pt x="21741" y="255934"/>
                    <a:pt x="47935" y="289306"/>
                    <a:pt x="85254" y="312988"/>
                  </a:cubicBezTo>
                  <a:cubicBezTo>
                    <a:pt x="93507" y="318371"/>
                    <a:pt x="101401" y="319447"/>
                    <a:pt x="110372" y="314783"/>
                  </a:cubicBezTo>
                  <a:cubicBezTo>
                    <a:pt x="214792" y="264546"/>
                    <a:pt x="317776" y="211080"/>
                    <a:pt x="415737" y="149003"/>
                  </a:cubicBezTo>
                  <a:cubicBezTo>
                    <a:pt x="420761" y="145773"/>
                    <a:pt x="426861" y="142903"/>
                    <a:pt x="426502" y="136085"/>
                  </a:cubicBezTo>
                  <a:cubicBezTo>
                    <a:pt x="425067" y="99125"/>
                    <a:pt x="433320" y="61089"/>
                    <a:pt x="419684" y="24847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51">
              <a:extLst>
                <a:ext uri="{FF2B5EF4-FFF2-40B4-BE49-F238E27FC236}">
                  <a16:creationId xmlns:a16="http://schemas.microsoft.com/office/drawing/2014/main" xmlns="" id="{8E3DA6C8-A197-4052-A546-5962FF239468}"/>
                </a:ext>
              </a:extLst>
            </p:cNvPr>
            <p:cNvSpPr/>
            <p:nvPr/>
          </p:nvSpPr>
          <p:spPr>
            <a:xfrm>
              <a:off x="8032358" y="2217277"/>
              <a:ext cx="218887" cy="190180"/>
            </a:xfrm>
            <a:custGeom>
              <a:avLst/>
              <a:gdLst>
                <a:gd name="connsiteX0" fmla="*/ 26411 w 218886"/>
                <a:gd name="connsiteY0" fmla="*/ 157602 h 190180"/>
                <a:gd name="connsiteX1" fmla="*/ 102483 w 218886"/>
                <a:gd name="connsiteY1" fmla="*/ 189179 h 190180"/>
                <a:gd name="connsiteX2" fmla="*/ 189321 w 218886"/>
                <a:gd name="connsiteY2" fmla="*/ 147914 h 190180"/>
                <a:gd name="connsiteX3" fmla="*/ 218027 w 218886"/>
                <a:gd name="connsiteY3" fmla="*/ 69689 h 190180"/>
                <a:gd name="connsiteX4" fmla="*/ 174250 w 218886"/>
                <a:gd name="connsiteY4" fmla="*/ 9405 h 190180"/>
                <a:gd name="connsiteX5" fmla="*/ 143390 w 218886"/>
                <a:gd name="connsiteY5" fmla="*/ 4381 h 190180"/>
                <a:gd name="connsiteX6" fmla="*/ 92795 w 218886"/>
                <a:gd name="connsiteY6" fmla="*/ 30576 h 190180"/>
                <a:gd name="connsiteX7" fmla="*/ 11340 w 218886"/>
                <a:gd name="connsiteY7" fmla="*/ 75789 h 190180"/>
                <a:gd name="connsiteX8" fmla="*/ 575 w 218886"/>
                <a:gd name="connsiteY8" fmla="*/ 93730 h 190180"/>
                <a:gd name="connsiteX9" fmla="*/ 26411 w 218886"/>
                <a:gd name="connsiteY9" fmla="*/ 157602 h 1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886" h="190180">
                  <a:moveTo>
                    <a:pt x="26411" y="157602"/>
                  </a:moveTo>
                  <a:cubicBezTo>
                    <a:pt x="45070" y="183797"/>
                    <a:pt x="70189" y="195280"/>
                    <a:pt x="102483" y="189179"/>
                  </a:cubicBezTo>
                  <a:cubicBezTo>
                    <a:pt x="135137" y="183079"/>
                    <a:pt x="163126" y="166932"/>
                    <a:pt x="189321" y="147914"/>
                  </a:cubicBezTo>
                  <a:cubicBezTo>
                    <a:pt x="215515" y="128537"/>
                    <a:pt x="228074" y="102701"/>
                    <a:pt x="218027" y="69689"/>
                  </a:cubicBezTo>
                  <a:cubicBezTo>
                    <a:pt x="207262" y="46724"/>
                    <a:pt x="191832" y="27705"/>
                    <a:pt x="174250" y="9405"/>
                  </a:cubicBezTo>
                  <a:cubicBezTo>
                    <a:pt x="164561" y="-642"/>
                    <a:pt x="155949" y="-3154"/>
                    <a:pt x="143390" y="4381"/>
                  </a:cubicBezTo>
                  <a:cubicBezTo>
                    <a:pt x="127243" y="14070"/>
                    <a:pt x="109660" y="21964"/>
                    <a:pt x="92795" y="30576"/>
                  </a:cubicBezTo>
                  <a:cubicBezTo>
                    <a:pt x="65524" y="45647"/>
                    <a:pt x="38612" y="60718"/>
                    <a:pt x="11340" y="75789"/>
                  </a:cubicBezTo>
                  <a:cubicBezTo>
                    <a:pt x="4164" y="79736"/>
                    <a:pt x="-1936" y="83324"/>
                    <a:pt x="575" y="93730"/>
                  </a:cubicBezTo>
                  <a:cubicBezTo>
                    <a:pt x="5958" y="115978"/>
                    <a:pt x="12776" y="138225"/>
                    <a:pt x="26411" y="157602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52">
              <a:extLst>
                <a:ext uri="{FF2B5EF4-FFF2-40B4-BE49-F238E27FC236}">
                  <a16:creationId xmlns:a16="http://schemas.microsoft.com/office/drawing/2014/main" xmlns="" id="{3380404A-F816-4769-99E7-C5F129DDC4EE}"/>
                </a:ext>
              </a:extLst>
            </p:cNvPr>
            <p:cNvSpPr/>
            <p:nvPr/>
          </p:nvSpPr>
          <p:spPr>
            <a:xfrm>
              <a:off x="7747012" y="2182112"/>
              <a:ext cx="204534" cy="139944"/>
            </a:xfrm>
            <a:custGeom>
              <a:avLst/>
              <a:gdLst>
                <a:gd name="connsiteX0" fmla="*/ 186525 w 204533"/>
                <a:gd name="connsiteY0" fmla="*/ 94806 h 139944"/>
                <a:gd name="connsiteX1" fmla="*/ 187602 w 204533"/>
                <a:gd name="connsiteY1" fmla="*/ 22323 h 139944"/>
                <a:gd name="connsiteX2" fmla="*/ 119424 w 204533"/>
                <a:gd name="connsiteY2" fmla="*/ 2946 h 139944"/>
                <a:gd name="connsiteX3" fmla="*/ 11416 w 204533"/>
                <a:gd name="connsiteY3" fmla="*/ 58564 h 139944"/>
                <a:gd name="connsiteX4" fmla="*/ 292 w 204533"/>
                <a:gd name="connsiteY4" fmla="*/ 73994 h 139944"/>
                <a:gd name="connsiteX5" fmla="*/ 63805 w 204533"/>
                <a:gd name="connsiteY5" fmla="*/ 141813 h 139944"/>
                <a:gd name="connsiteX6" fmla="*/ 186525 w 204533"/>
                <a:gd name="connsiteY6" fmla="*/ 94806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533" h="139944">
                  <a:moveTo>
                    <a:pt x="186525" y="94806"/>
                  </a:moveTo>
                  <a:cubicBezTo>
                    <a:pt x="210926" y="64306"/>
                    <a:pt x="210208" y="53541"/>
                    <a:pt x="187602" y="22323"/>
                  </a:cubicBezTo>
                  <a:cubicBezTo>
                    <a:pt x="168943" y="1510"/>
                    <a:pt x="145977" y="-4231"/>
                    <a:pt x="119424" y="2946"/>
                  </a:cubicBezTo>
                  <a:cubicBezTo>
                    <a:pt x="83541" y="21605"/>
                    <a:pt x="47299" y="39905"/>
                    <a:pt x="11416" y="58564"/>
                  </a:cubicBezTo>
                  <a:cubicBezTo>
                    <a:pt x="5316" y="61794"/>
                    <a:pt x="-1502" y="63947"/>
                    <a:pt x="292" y="73994"/>
                  </a:cubicBezTo>
                  <a:cubicBezTo>
                    <a:pt x="5316" y="104854"/>
                    <a:pt x="33304" y="138225"/>
                    <a:pt x="63805" y="141813"/>
                  </a:cubicBezTo>
                  <a:cubicBezTo>
                    <a:pt x="111888" y="147196"/>
                    <a:pt x="154948" y="134278"/>
                    <a:pt x="186525" y="9480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53">
              <a:extLst>
                <a:ext uri="{FF2B5EF4-FFF2-40B4-BE49-F238E27FC236}">
                  <a16:creationId xmlns:a16="http://schemas.microsoft.com/office/drawing/2014/main" xmlns="" id="{1096373B-74BB-4B58-8854-26F76714B46C}"/>
                </a:ext>
              </a:extLst>
            </p:cNvPr>
            <p:cNvSpPr/>
            <p:nvPr/>
          </p:nvSpPr>
          <p:spPr>
            <a:xfrm>
              <a:off x="8159601" y="2486087"/>
              <a:ext cx="258358" cy="179416"/>
            </a:xfrm>
            <a:custGeom>
              <a:avLst/>
              <a:gdLst>
                <a:gd name="connsiteX0" fmla="*/ 238623 w 258358"/>
                <a:gd name="connsiteY0" fmla="*/ 30 h 179415"/>
                <a:gd name="connsiteX1" fmla="*/ 230728 w 258358"/>
                <a:gd name="connsiteY1" fmla="*/ 12230 h 179415"/>
                <a:gd name="connsiteX2" fmla="*/ 213146 w 258358"/>
                <a:gd name="connsiteY2" fmla="*/ 42731 h 179415"/>
                <a:gd name="connsiteX3" fmla="*/ 161474 w 258358"/>
                <a:gd name="connsiteY3" fmla="*/ 77537 h 179415"/>
                <a:gd name="connsiteX4" fmla="*/ 35883 w 258358"/>
                <a:gd name="connsiteY4" fmla="*/ 129927 h 179415"/>
                <a:gd name="connsiteX5" fmla="*/ 0 w 258358"/>
                <a:gd name="connsiteY5" fmla="*/ 156480 h 179415"/>
                <a:gd name="connsiteX6" fmla="*/ 94014 w 258358"/>
                <a:gd name="connsiteY6" fmla="*/ 175498 h 179415"/>
                <a:gd name="connsiteX7" fmla="*/ 158962 w 258358"/>
                <a:gd name="connsiteY7" fmla="*/ 175139 h 179415"/>
                <a:gd name="connsiteX8" fmla="*/ 260153 w 258358"/>
                <a:gd name="connsiteY8" fmla="*/ 33042 h 179415"/>
                <a:gd name="connsiteX9" fmla="*/ 255847 w 258358"/>
                <a:gd name="connsiteY9" fmla="*/ 8642 h 179415"/>
                <a:gd name="connsiteX10" fmla="*/ 238623 w 258358"/>
                <a:gd name="connsiteY10" fmla="*/ 30 h 1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358" h="179415">
                  <a:moveTo>
                    <a:pt x="238623" y="30"/>
                  </a:moveTo>
                  <a:cubicBezTo>
                    <a:pt x="231087" y="389"/>
                    <a:pt x="231446" y="6848"/>
                    <a:pt x="230728" y="12230"/>
                  </a:cubicBezTo>
                  <a:cubicBezTo>
                    <a:pt x="228216" y="24430"/>
                    <a:pt x="221758" y="34119"/>
                    <a:pt x="213146" y="42731"/>
                  </a:cubicBezTo>
                  <a:cubicBezTo>
                    <a:pt x="198075" y="57802"/>
                    <a:pt x="180133" y="68208"/>
                    <a:pt x="161474" y="77537"/>
                  </a:cubicBezTo>
                  <a:cubicBezTo>
                    <a:pt x="120926" y="97991"/>
                    <a:pt x="76790" y="110191"/>
                    <a:pt x="35883" y="129927"/>
                  </a:cubicBezTo>
                  <a:cubicBezTo>
                    <a:pt x="24400" y="135309"/>
                    <a:pt x="11483" y="139615"/>
                    <a:pt x="0" y="156480"/>
                  </a:cubicBezTo>
                  <a:cubicBezTo>
                    <a:pt x="36960" y="150739"/>
                    <a:pt x="64948" y="165092"/>
                    <a:pt x="94014" y="175498"/>
                  </a:cubicBezTo>
                  <a:cubicBezTo>
                    <a:pt x="115544" y="183034"/>
                    <a:pt x="137432" y="183034"/>
                    <a:pt x="158962" y="175139"/>
                  </a:cubicBezTo>
                  <a:cubicBezTo>
                    <a:pt x="216016" y="153610"/>
                    <a:pt x="258358" y="94044"/>
                    <a:pt x="260153" y="33042"/>
                  </a:cubicBezTo>
                  <a:cubicBezTo>
                    <a:pt x="260511" y="24789"/>
                    <a:pt x="260511" y="16177"/>
                    <a:pt x="255847" y="8642"/>
                  </a:cubicBezTo>
                  <a:cubicBezTo>
                    <a:pt x="251541" y="2542"/>
                    <a:pt x="245799" y="-329"/>
                    <a:pt x="238623" y="3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54">
              <a:extLst>
                <a:ext uri="{FF2B5EF4-FFF2-40B4-BE49-F238E27FC236}">
                  <a16:creationId xmlns:a16="http://schemas.microsoft.com/office/drawing/2014/main" xmlns="" id="{FE3DE040-6DE0-4959-9691-E62CFF945583}"/>
                </a:ext>
              </a:extLst>
            </p:cNvPr>
            <p:cNvSpPr/>
            <p:nvPr/>
          </p:nvSpPr>
          <p:spPr>
            <a:xfrm>
              <a:off x="7870194" y="2319672"/>
              <a:ext cx="168651" cy="150709"/>
            </a:xfrm>
            <a:custGeom>
              <a:avLst/>
              <a:gdLst>
                <a:gd name="connsiteX0" fmla="*/ 168839 w 168650"/>
                <a:gd name="connsiteY0" fmla="*/ 75660 h 150709"/>
                <a:gd name="connsiteX1" fmla="*/ 141209 w 168650"/>
                <a:gd name="connsiteY1" fmla="*/ 8918 h 150709"/>
                <a:gd name="connsiteX2" fmla="*/ 117885 w 168650"/>
                <a:gd name="connsiteY2" fmla="*/ 3535 h 150709"/>
                <a:gd name="connsiteX3" fmla="*/ 16336 w 168650"/>
                <a:gd name="connsiteY3" fmla="*/ 60589 h 150709"/>
                <a:gd name="connsiteX4" fmla="*/ 12030 w 168650"/>
                <a:gd name="connsiteY4" fmla="*/ 92525 h 150709"/>
                <a:gd name="connsiteX5" fmla="*/ 34278 w 168650"/>
                <a:gd name="connsiteY5" fmla="*/ 110467 h 150709"/>
                <a:gd name="connsiteX6" fmla="*/ 65496 w 168650"/>
                <a:gd name="connsiteY6" fmla="*/ 134150 h 150709"/>
                <a:gd name="connsiteX7" fmla="*/ 121474 w 168650"/>
                <a:gd name="connsiteY7" fmla="*/ 141685 h 150709"/>
                <a:gd name="connsiteX8" fmla="*/ 152692 w 168650"/>
                <a:gd name="connsiteY8" fmla="*/ 118002 h 150709"/>
                <a:gd name="connsiteX9" fmla="*/ 168839 w 168650"/>
                <a:gd name="connsiteY9" fmla="*/ 75660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650" h="150709">
                  <a:moveTo>
                    <a:pt x="168839" y="75660"/>
                  </a:moveTo>
                  <a:cubicBezTo>
                    <a:pt x="167763" y="50183"/>
                    <a:pt x="155563" y="29371"/>
                    <a:pt x="141209" y="8918"/>
                  </a:cubicBezTo>
                  <a:cubicBezTo>
                    <a:pt x="134392" y="-771"/>
                    <a:pt x="128650" y="-2565"/>
                    <a:pt x="117885" y="3535"/>
                  </a:cubicBezTo>
                  <a:cubicBezTo>
                    <a:pt x="84514" y="23271"/>
                    <a:pt x="50425" y="41571"/>
                    <a:pt x="16336" y="60589"/>
                  </a:cubicBezTo>
                  <a:cubicBezTo>
                    <a:pt x="-4476" y="72072"/>
                    <a:pt x="-4835" y="74943"/>
                    <a:pt x="12030" y="92525"/>
                  </a:cubicBezTo>
                  <a:cubicBezTo>
                    <a:pt x="18489" y="99343"/>
                    <a:pt x="26383" y="105084"/>
                    <a:pt x="34278" y="110467"/>
                  </a:cubicBezTo>
                  <a:cubicBezTo>
                    <a:pt x="45043" y="118002"/>
                    <a:pt x="56166" y="124820"/>
                    <a:pt x="65496" y="134150"/>
                  </a:cubicBezTo>
                  <a:cubicBezTo>
                    <a:pt x="89897" y="158192"/>
                    <a:pt x="89897" y="158192"/>
                    <a:pt x="121474" y="141685"/>
                  </a:cubicBezTo>
                  <a:cubicBezTo>
                    <a:pt x="133315" y="135585"/>
                    <a:pt x="143721" y="127691"/>
                    <a:pt x="152692" y="118002"/>
                  </a:cubicBezTo>
                  <a:cubicBezTo>
                    <a:pt x="163457" y="105802"/>
                    <a:pt x="169557" y="91808"/>
                    <a:pt x="168839" y="75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1" name="Graphic 3">
            <a:extLst>
              <a:ext uri="{FF2B5EF4-FFF2-40B4-BE49-F238E27FC236}">
                <a16:creationId xmlns:a16="http://schemas.microsoft.com/office/drawing/2014/main" xmlns="" id="{98383BE5-63BE-4A4C-B4BD-117BAB80F130}"/>
              </a:ext>
            </a:extLst>
          </p:cNvPr>
          <p:cNvGrpSpPr/>
          <p:nvPr/>
        </p:nvGrpSpPr>
        <p:grpSpPr>
          <a:xfrm>
            <a:off x="9564522" y="4519696"/>
            <a:ext cx="857661" cy="724247"/>
            <a:chOff x="6787249" y="2420621"/>
            <a:chExt cx="1072164" cy="905383"/>
          </a:xfrm>
        </p:grpSpPr>
        <p:sp>
          <p:nvSpPr>
            <p:cNvPr id="102" name="Freeform: Shape 56">
              <a:extLst>
                <a:ext uri="{FF2B5EF4-FFF2-40B4-BE49-F238E27FC236}">
                  <a16:creationId xmlns:a16="http://schemas.microsoft.com/office/drawing/2014/main" xmlns="" id="{5E74264A-6B9F-4673-9D0D-44E8F4706866}"/>
                </a:ext>
              </a:extLst>
            </p:cNvPr>
            <p:cNvSpPr/>
            <p:nvPr/>
          </p:nvSpPr>
          <p:spPr>
            <a:xfrm>
              <a:off x="6787689" y="2479504"/>
              <a:ext cx="1072946" cy="845478"/>
            </a:xfrm>
            <a:custGeom>
              <a:avLst/>
              <a:gdLst>
                <a:gd name="connsiteX0" fmla="*/ 1063214 w 1072946"/>
                <a:gd name="connsiteY0" fmla="*/ 303610 h 845478"/>
                <a:gd name="connsiteX1" fmla="*/ 1059470 w 1072946"/>
                <a:gd name="connsiteY1" fmla="*/ 288293 h 845478"/>
                <a:gd name="connsiteX2" fmla="*/ 937618 w 1072946"/>
                <a:gd name="connsiteY2" fmla="*/ 98367 h 845478"/>
                <a:gd name="connsiteX3" fmla="*/ 671789 w 1072946"/>
                <a:gd name="connsiteY3" fmla="*/ 10551 h 845478"/>
                <a:gd name="connsiteX4" fmla="*/ 425702 w 1072946"/>
                <a:gd name="connsiteY4" fmla="*/ 7488 h 845478"/>
                <a:gd name="connsiteX5" fmla="*/ 264027 w 1072946"/>
                <a:gd name="connsiteY5" fmla="*/ 41185 h 845478"/>
                <a:gd name="connsiteX6" fmla="*/ 65932 w 1072946"/>
                <a:gd name="connsiteY6" fmla="*/ 184821 h 845478"/>
                <a:gd name="connsiteX7" fmla="*/ 11813 w 1072946"/>
                <a:gd name="connsiteY7" fmla="*/ 479921 h 845478"/>
                <a:gd name="connsiteX8" fmla="*/ 202079 w 1072946"/>
                <a:gd name="connsiteY8" fmla="*/ 731114 h 845478"/>
                <a:gd name="connsiteX9" fmla="*/ 319507 w 1072946"/>
                <a:gd name="connsiteY9" fmla="*/ 785573 h 845478"/>
                <a:gd name="connsiteX10" fmla="*/ 466547 w 1072946"/>
                <a:gd name="connsiteY10" fmla="*/ 828460 h 845478"/>
                <a:gd name="connsiteX11" fmla="*/ 538365 w 1072946"/>
                <a:gd name="connsiteY11" fmla="*/ 845478 h 845478"/>
                <a:gd name="connsiteX12" fmla="*/ 596908 w 1072946"/>
                <a:gd name="connsiteY12" fmla="*/ 831182 h 845478"/>
                <a:gd name="connsiteX13" fmla="*/ 800449 w 1072946"/>
                <a:gd name="connsiteY13" fmla="*/ 762087 h 845478"/>
                <a:gd name="connsiteX14" fmla="*/ 1033943 w 1072946"/>
                <a:gd name="connsiteY14" fmla="*/ 556845 h 845478"/>
                <a:gd name="connsiteX15" fmla="*/ 1063214 w 1072946"/>
                <a:gd name="connsiteY15" fmla="*/ 303610 h 845478"/>
                <a:gd name="connsiteX16" fmla="*/ 1059811 w 1072946"/>
                <a:gd name="connsiteY16" fmla="*/ 293058 h 845478"/>
                <a:gd name="connsiteX17" fmla="*/ 1059811 w 1072946"/>
                <a:gd name="connsiteY17" fmla="*/ 293058 h 845478"/>
                <a:gd name="connsiteX18" fmla="*/ 1059811 w 1072946"/>
                <a:gd name="connsiteY18" fmla="*/ 293058 h 845478"/>
                <a:gd name="connsiteX19" fmla="*/ 1059811 w 1072946"/>
                <a:gd name="connsiteY19" fmla="*/ 293058 h 845478"/>
                <a:gd name="connsiteX20" fmla="*/ 577167 w 1072946"/>
                <a:gd name="connsiteY20" fmla="*/ 0 h 845478"/>
                <a:gd name="connsiteX21" fmla="*/ 577507 w 1072946"/>
                <a:gd name="connsiteY21" fmla="*/ 340 h 845478"/>
                <a:gd name="connsiteX22" fmla="*/ 577167 w 1072946"/>
                <a:gd name="connsiteY22" fmla="*/ 0 h 845478"/>
                <a:gd name="connsiteX23" fmla="*/ 577167 w 1072946"/>
                <a:gd name="connsiteY23" fmla="*/ 0 h 845478"/>
                <a:gd name="connsiteX24" fmla="*/ 577167 w 1072946"/>
                <a:gd name="connsiteY24" fmla="*/ 0 h 845478"/>
                <a:gd name="connsiteX25" fmla="*/ 577167 w 1072946"/>
                <a:gd name="connsiteY25" fmla="*/ 0 h 845478"/>
                <a:gd name="connsiteX26" fmla="*/ 9090 w 1072946"/>
                <a:gd name="connsiteY26" fmla="*/ 307013 h 845478"/>
                <a:gd name="connsiteX27" fmla="*/ 9090 w 1072946"/>
                <a:gd name="connsiteY27" fmla="*/ 307013 h 845478"/>
                <a:gd name="connsiteX28" fmla="*/ 9090 w 1072946"/>
                <a:gd name="connsiteY28" fmla="*/ 307013 h 845478"/>
                <a:gd name="connsiteX29" fmla="*/ 9090 w 1072946"/>
                <a:gd name="connsiteY29" fmla="*/ 307013 h 84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72946" h="845478">
                  <a:moveTo>
                    <a:pt x="1063214" y="303610"/>
                  </a:moveTo>
                  <a:cubicBezTo>
                    <a:pt x="1062193" y="298504"/>
                    <a:pt x="1060832" y="293399"/>
                    <a:pt x="1059470" y="288293"/>
                  </a:cubicBezTo>
                  <a:cubicBezTo>
                    <a:pt x="1039388" y="215114"/>
                    <a:pt x="994800" y="148061"/>
                    <a:pt x="937618" y="98367"/>
                  </a:cubicBezTo>
                  <a:cubicBezTo>
                    <a:pt x="866140" y="36420"/>
                    <a:pt x="764710" y="6807"/>
                    <a:pt x="671789" y="10551"/>
                  </a:cubicBezTo>
                  <a:cubicBezTo>
                    <a:pt x="616990" y="12934"/>
                    <a:pt x="554022" y="18380"/>
                    <a:pt x="425702" y="7488"/>
                  </a:cubicBezTo>
                  <a:cubicBezTo>
                    <a:pt x="370222" y="2723"/>
                    <a:pt x="314742" y="20422"/>
                    <a:pt x="264027" y="41185"/>
                  </a:cubicBezTo>
                  <a:cubicBezTo>
                    <a:pt x="188124" y="72158"/>
                    <a:pt x="116306" y="119129"/>
                    <a:pt x="65932" y="184821"/>
                  </a:cubicBezTo>
                  <a:cubicBezTo>
                    <a:pt x="1942" y="268552"/>
                    <a:pt x="-14055" y="378831"/>
                    <a:pt x="11813" y="479921"/>
                  </a:cubicBezTo>
                  <a:cubicBezTo>
                    <a:pt x="39383" y="587138"/>
                    <a:pt x="108818" y="673251"/>
                    <a:pt x="202079" y="731114"/>
                  </a:cubicBezTo>
                  <a:cubicBezTo>
                    <a:pt x="238839" y="753919"/>
                    <a:pt x="278322" y="772299"/>
                    <a:pt x="319507" y="785573"/>
                  </a:cubicBezTo>
                  <a:cubicBezTo>
                    <a:pt x="368180" y="801570"/>
                    <a:pt x="417193" y="815866"/>
                    <a:pt x="466547" y="828460"/>
                  </a:cubicBezTo>
                  <a:cubicBezTo>
                    <a:pt x="488330" y="833905"/>
                    <a:pt x="515560" y="845478"/>
                    <a:pt x="538365" y="845478"/>
                  </a:cubicBezTo>
                  <a:cubicBezTo>
                    <a:pt x="557425" y="845478"/>
                    <a:pt x="578528" y="835948"/>
                    <a:pt x="596908" y="831182"/>
                  </a:cubicBezTo>
                  <a:cubicBezTo>
                    <a:pt x="665322" y="813143"/>
                    <a:pt x="735098" y="791700"/>
                    <a:pt x="800449" y="762087"/>
                  </a:cubicBezTo>
                  <a:cubicBezTo>
                    <a:pt x="898476" y="717839"/>
                    <a:pt x="984589" y="654871"/>
                    <a:pt x="1033943" y="556845"/>
                  </a:cubicBezTo>
                  <a:cubicBezTo>
                    <a:pt x="1073085" y="479240"/>
                    <a:pt x="1082615" y="388362"/>
                    <a:pt x="1063214" y="303610"/>
                  </a:cubicBezTo>
                  <a:close/>
                  <a:moveTo>
                    <a:pt x="1059811" y="293058"/>
                  </a:moveTo>
                  <a:cubicBezTo>
                    <a:pt x="1059811" y="293058"/>
                    <a:pt x="1059811" y="293058"/>
                    <a:pt x="1059811" y="293058"/>
                  </a:cubicBezTo>
                  <a:cubicBezTo>
                    <a:pt x="1059811" y="293058"/>
                    <a:pt x="1059811" y="293058"/>
                    <a:pt x="1059811" y="293058"/>
                  </a:cubicBezTo>
                  <a:lnTo>
                    <a:pt x="1059811" y="293058"/>
                  </a:lnTo>
                  <a:close/>
                  <a:moveTo>
                    <a:pt x="577167" y="0"/>
                  </a:moveTo>
                  <a:cubicBezTo>
                    <a:pt x="577167" y="0"/>
                    <a:pt x="577507" y="340"/>
                    <a:pt x="577507" y="340"/>
                  </a:cubicBezTo>
                  <a:cubicBezTo>
                    <a:pt x="577507" y="340"/>
                    <a:pt x="577507" y="34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lnTo>
                    <a:pt x="577167" y="0"/>
                  </a:lnTo>
                  <a:close/>
                  <a:moveTo>
                    <a:pt x="9090" y="307013"/>
                  </a:move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lose/>
                </a:path>
              </a:pathLst>
            </a:custGeom>
            <a:solidFill>
              <a:schemeClr val="accent1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57">
              <a:extLst>
                <a:ext uri="{FF2B5EF4-FFF2-40B4-BE49-F238E27FC236}">
                  <a16:creationId xmlns:a16="http://schemas.microsoft.com/office/drawing/2014/main" xmlns="" id="{7853C2C3-E954-4CE4-A6CC-2C99DD663135}"/>
                </a:ext>
              </a:extLst>
            </p:cNvPr>
            <p:cNvSpPr/>
            <p:nvPr/>
          </p:nvSpPr>
          <p:spPr>
            <a:xfrm>
              <a:off x="7040483" y="2420876"/>
              <a:ext cx="609271" cy="246382"/>
            </a:xfrm>
            <a:custGeom>
              <a:avLst/>
              <a:gdLst>
                <a:gd name="connsiteX0" fmla="*/ 173588 w 609271"/>
                <a:gd name="connsiteY0" fmla="*/ 234599 h 246382"/>
                <a:gd name="connsiteX1" fmla="*/ 188565 w 609271"/>
                <a:gd name="connsiteY1" fmla="*/ 222686 h 246382"/>
                <a:gd name="connsiteX2" fmla="*/ 204902 w 609271"/>
                <a:gd name="connsiteY2" fmla="*/ 205327 h 246382"/>
                <a:gd name="connsiteX3" fmla="*/ 219198 w 609271"/>
                <a:gd name="connsiteY3" fmla="*/ 185586 h 246382"/>
                <a:gd name="connsiteX4" fmla="*/ 226346 w 609271"/>
                <a:gd name="connsiteY4" fmla="*/ 175034 h 246382"/>
                <a:gd name="connsiteX5" fmla="*/ 233153 w 609271"/>
                <a:gd name="connsiteY5" fmla="*/ 165164 h 246382"/>
                <a:gd name="connsiteX6" fmla="*/ 0 w 609271"/>
                <a:gd name="connsiteY6" fmla="*/ 120235 h 246382"/>
                <a:gd name="connsiteX7" fmla="*/ 21443 w 609271"/>
                <a:gd name="connsiteY7" fmla="*/ 112406 h 246382"/>
                <a:gd name="connsiteX8" fmla="*/ 49013 w 609271"/>
                <a:gd name="connsiteY8" fmla="*/ 113768 h 246382"/>
                <a:gd name="connsiteX9" fmla="*/ 87815 w 609271"/>
                <a:gd name="connsiteY9" fmla="*/ 117852 h 246382"/>
                <a:gd name="connsiteX10" fmla="*/ 105174 w 609271"/>
                <a:gd name="connsiteY10" fmla="*/ 116150 h 246382"/>
                <a:gd name="connsiteX11" fmla="*/ 123554 w 609271"/>
                <a:gd name="connsiteY11" fmla="*/ 116150 h 246382"/>
                <a:gd name="connsiteX12" fmla="*/ 156570 w 609271"/>
                <a:gd name="connsiteY12" fmla="*/ 104237 h 246382"/>
                <a:gd name="connsiteX13" fmla="*/ 203541 w 609271"/>
                <a:gd name="connsiteY13" fmla="*/ 67478 h 246382"/>
                <a:gd name="connsiteX14" fmla="*/ 181417 w 609271"/>
                <a:gd name="connsiteY14" fmla="*/ 28675 h 246382"/>
                <a:gd name="connsiteX15" fmla="*/ 169164 w 609271"/>
                <a:gd name="connsiteY15" fmla="*/ 13018 h 246382"/>
                <a:gd name="connsiteX16" fmla="*/ 168143 w 609271"/>
                <a:gd name="connsiteY16" fmla="*/ 1106 h 246382"/>
                <a:gd name="connsiteX17" fmla="*/ 188224 w 609271"/>
                <a:gd name="connsiteY17" fmla="*/ 12678 h 246382"/>
                <a:gd name="connsiteX18" fmla="*/ 250512 w 609271"/>
                <a:gd name="connsiteY18" fmla="*/ 54544 h 246382"/>
                <a:gd name="connsiteX19" fmla="*/ 273317 w 609271"/>
                <a:gd name="connsiteY19" fmla="*/ 65776 h 246382"/>
                <a:gd name="connsiteX20" fmla="*/ 329137 w 609271"/>
                <a:gd name="connsiteY20" fmla="*/ 65776 h 246382"/>
                <a:gd name="connsiteX21" fmla="*/ 433971 w 609271"/>
                <a:gd name="connsiteY21" fmla="*/ 6211 h 246382"/>
                <a:gd name="connsiteX22" fmla="*/ 408784 w 609271"/>
                <a:gd name="connsiteY22" fmla="*/ 49098 h 246382"/>
                <a:gd name="connsiteX23" fmla="*/ 416272 w 609271"/>
                <a:gd name="connsiteY23" fmla="*/ 69860 h 246382"/>
                <a:gd name="connsiteX24" fmla="*/ 500003 w 609271"/>
                <a:gd name="connsiteY24" fmla="*/ 74966 h 246382"/>
                <a:gd name="connsiteX25" fmla="*/ 499662 w 609271"/>
                <a:gd name="connsiteY25" fmla="*/ 74966 h 246382"/>
                <a:gd name="connsiteX26" fmla="*/ 525190 w 609271"/>
                <a:gd name="connsiteY26" fmla="*/ 80412 h 246382"/>
                <a:gd name="connsiteX27" fmla="*/ 472093 w 609271"/>
                <a:gd name="connsiteY27" fmla="*/ 85177 h 246382"/>
                <a:gd name="connsiteX28" fmla="*/ 422058 w 609271"/>
                <a:gd name="connsiteY28" fmla="*/ 85517 h 246382"/>
                <a:gd name="connsiteX29" fmla="*/ 435673 w 609271"/>
                <a:gd name="connsiteY29" fmla="*/ 98451 h 246382"/>
                <a:gd name="connsiteX30" fmla="*/ 450649 w 609271"/>
                <a:gd name="connsiteY30" fmla="*/ 108662 h 246382"/>
                <a:gd name="connsiteX31" fmla="*/ 484686 w 609271"/>
                <a:gd name="connsiteY31" fmla="*/ 117512 h 246382"/>
                <a:gd name="connsiteX32" fmla="*/ 543230 w 609271"/>
                <a:gd name="connsiteY32" fmla="*/ 116831 h 246382"/>
                <a:gd name="connsiteX33" fmla="*/ 598710 w 609271"/>
                <a:gd name="connsiteY33" fmla="*/ 111045 h 246382"/>
                <a:gd name="connsiteX34" fmla="*/ 609261 w 609271"/>
                <a:gd name="connsiteY34" fmla="*/ 117512 h 246382"/>
                <a:gd name="connsiteX35" fmla="*/ 598710 w 609271"/>
                <a:gd name="connsiteY35" fmla="*/ 122958 h 246382"/>
                <a:gd name="connsiteX36" fmla="*/ 475156 w 609271"/>
                <a:gd name="connsiteY36" fmla="*/ 165164 h 246382"/>
                <a:gd name="connsiteX37" fmla="*/ 369982 w 609271"/>
                <a:gd name="connsiteY37" fmla="*/ 164823 h 246382"/>
                <a:gd name="connsiteX38" fmla="*/ 390063 w 609271"/>
                <a:gd name="connsiteY38" fmla="*/ 192053 h 246382"/>
                <a:gd name="connsiteX39" fmla="*/ 431929 w 609271"/>
                <a:gd name="connsiteY39" fmla="*/ 238343 h 246382"/>
                <a:gd name="connsiteX40" fmla="*/ 402998 w 609271"/>
                <a:gd name="connsiteY40" fmla="*/ 225069 h 246382"/>
                <a:gd name="connsiteX41" fmla="*/ 365897 w 609271"/>
                <a:gd name="connsiteY41" fmla="*/ 214177 h 246382"/>
                <a:gd name="connsiteX42" fmla="*/ 350921 w 609271"/>
                <a:gd name="connsiteY42" fmla="*/ 209412 h 246382"/>
                <a:gd name="connsiteX43" fmla="*/ 310077 w 609271"/>
                <a:gd name="connsiteY43" fmla="*/ 184565 h 246382"/>
                <a:gd name="connsiteX44" fmla="*/ 286932 w 609271"/>
                <a:gd name="connsiteY44" fmla="*/ 185586 h 246382"/>
                <a:gd name="connsiteX45" fmla="*/ 276040 w 609271"/>
                <a:gd name="connsiteY45" fmla="*/ 196137 h 246382"/>
                <a:gd name="connsiteX46" fmla="*/ 230771 w 609271"/>
                <a:gd name="connsiteY46" fmla="*/ 220984 h 246382"/>
                <a:gd name="connsiteX47" fmla="*/ 206604 w 609271"/>
                <a:gd name="connsiteY47" fmla="*/ 229834 h 246382"/>
                <a:gd name="connsiteX48" fmla="*/ 180736 w 609271"/>
                <a:gd name="connsiteY48" fmla="*/ 244810 h 246382"/>
                <a:gd name="connsiteX49" fmla="*/ 172908 w 609271"/>
                <a:gd name="connsiteY49" fmla="*/ 245491 h 246382"/>
                <a:gd name="connsiteX50" fmla="*/ 171546 w 609271"/>
                <a:gd name="connsiteY50" fmla="*/ 239024 h 246382"/>
                <a:gd name="connsiteX51" fmla="*/ 173588 w 609271"/>
                <a:gd name="connsiteY51" fmla="*/ 234599 h 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9271" h="246382">
                  <a:moveTo>
                    <a:pt x="173588" y="234599"/>
                  </a:moveTo>
                  <a:cubicBezTo>
                    <a:pt x="177333" y="229834"/>
                    <a:pt x="184480" y="226430"/>
                    <a:pt x="188565" y="222686"/>
                  </a:cubicBezTo>
                  <a:cubicBezTo>
                    <a:pt x="194351" y="217240"/>
                    <a:pt x="199797" y="211454"/>
                    <a:pt x="204902" y="205327"/>
                  </a:cubicBezTo>
                  <a:cubicBezTo>
                    <a:pt x="210008" y="198860"/>
                    <a:pt x="214773" y="192393"/>
                    <a:pt x="219198" y="185586"/>
                  </a:cubicBezTo>
                  <a:cubicBezTo>
                    <a:pt x="221581" y="182182"/>
                    <a:pt x="223963" y="178438"/>
                    <a:pt x="226346" y="175034"/>
                  </a:cubicBezTo>
                  <a:cubicBezTo>
                    <a:pt x="227367" y="173333"/>
                    <a:pt x="231451" y="165504"/>
                    <a:pt x="233153" y="165164"/>
                  </a:cubicBezTo>
                  <a:cubicBezTo>
                    <a:pt x="147380" y="181842"/>
                    <a:pt x="74541" y="151889"/>
                    <a:pt x="0" y="120235"/>
                  </a:cubicBezTo>
                  <a:cubicBezTo>
                    <a:pt x="4084" y="114108"/>
                    <a:pt x="14636" y="113087"/>
                    <a:pt x="21443" y="112406"/>
                  </a:cubicBezTo>
                  <a:cubicBezTo>
                    <a:pt x="30633" y="111385"/>
                    <a:pt x="39823" y="112406"/>
                    <a:pt x="49013" y="113768"/>
                  </a:cubicBezTo>
                  <a:cubicBezTo>
                    <a:pt x="61947" y="115470"/>
                    <a:pt x="74881" y="118533"/>
                    <a:pt x="87815" y="117852"/>
                  </a:cubicBezTo>
                  <a:cubicBezTo>
                    <a:pt x="93602" y="117852"/>
                    <a:pt x="99388" y="116150"/>
                    <a:pt x="105174" y="116150"/>
                  </a:cubicBezTo>
                  <a:cubicBezTo>
                    <a:pt x="111301" y="116150"/>
                    <a:pt x="117427" y="116150"/>
                    <a:pt x="123554" y="116150"/>
                  </a:cubicBezTo>
                  <a:cubicBezTo>
                    <a:pt x="135467" y="116150"/>
                    <a:pt x="146699" y="110705"/>
                    <a:pt x="156570" y="104237"/>
                  </a:cubicBezTo>
                  <a:cubicBezTo>
                    <a:pt x="173248" y="93346"/>
                    <a:pt x="186863" y="78029"/>
                    <a:pt x="203541" y="67478"/>
                  </a:cubicBezTo>
                  <a:cubicBezTo>
                    <a:pt x="201158" y="50799"/>
                    <a:pt x="188565" y="42631"/>
                    <a:pt x="181417" y="28675"/>
                  </a:cubicBezTo>
                  <a:cubicBezTo>
                    <a:pt x="179034" y="25612"/>
                    <a:pt x="170865" y="16422"/>
                    <a:pt x="169164" y="13018"/>
                  </a:cubicBezTo>
                  <a:cubicBezTo>
                    <a:pt x="167121" y="8934"/>
                    <a:pt x="163718" y="4509"/>
                    <a:pt x="168143" y="1106"/>
                  </a:cubicBezTo>
                  <a:cubicBezTo>
                    <a:pt x="173929" y="-3660"/>
                    <a:pt x="184480" y="8253"/>
                    <a:pt x="188224" y="12678"/>
                  </a:cubicBezTo>
                  <a:cubicBezTo>
                    <a:pt x="208306" y="30718"/>
                    <a:pt x="225665" y="43992"/>
                    <a:pt x="250512" y="54544"/>
                  </a:cubicBezTo>
                  <a:cubicBezTo>
                    <a:pt x="253575" y="56245"/>
                    <a:pt x="270253" y="64755"/>
                    <a:pt x="273317" y="65776"/>
                  </a:cubicBezTo>
                  <a:cubicBezTo>
                    <a:pt x="288633" y="70541"/>
                    <a:pt x="307354" y="64414"/>
                    <a:pt x="329137" y="65776"/>
                  </a:cubicBezTo>
                  <a:cubicBezTo>
                    <a:pt x="358749" y="67478"/>
                    <a:pt x="389042" y="25952"/>
                    <a:pt x="433971" y="6211"/>
                  </a:cubicBezTo>
                  <a:cubicBezTo>
                    <a:pt x="428525" y="26974"/>
                    <a:pt x="415932" y="34121"/>
                    <a:pt x="408784" y="49098"/>
                  </a:cubicBezTo>
                  <a:cubicBezTo>
                    <a:pt x="400615" y="66456"/>
                    <a:pt x="407763" y="69520"/>
                    <a:pt x="416272" y="69860"/>
                  </a:cubicBezTo>
                  <a:cubicBezTo>
                    <a:pt x="444182" y="71222"/>
                    <a:pt x="472773" y="66456"/>
                    <a:pt x="500003" y="74966"/>
                  </a:cubicBezTo>
                  <a:lnTo>
                    <a:pt x="499662" y="74966"/>
                  </a:lnTo>
                  <a:cubicBezTo>
                    <a:pt x="501024" y="76327"/>
                    <a:pt x="525871" y="78369"/>
                    <a:pt x="525190" y="80412"/>
                  </a:cubicBezTo>
                  <a:cubicBezTo>
                    <a:pt x="517021" y="89602"/>
                    <a:pt x="481963" y="86198"/>
                    <a:pt x="472093" y="85177"/>
                  </a:cubicBezTo>
                  <a:cubicBezTo>
                    <a:pt x="456436" y="83135"/>
                    <a:pt x="441119" y="82113"/>
                    <a:pt x="422058" y="85517"/>
                  </a:cubicBezTo>
                  <a:cubicBezTo>
                    <a:pt x="423420" y="85177"/>
                    <a:pt x="433971" y="97090"/>
                    <a:pt x="435673" y="98451"/>
                  </a:cubicBezTo>
                  <a:cubicBezTo>
                    <a:pt x="440438" y="102195"/>
                    <a:pt x="445544" y="105599"/>
                    <a:pt x="450649" y="108662"/>
                  </a:cubicBezTo>
                  <a:cubicBezTo>
                    <a:pt x="461541" y="114449"/>
                    <a:pt x="472433" y="116150"/>
                    <a:pt x="484686" y="117512"/>
                  </a:cubicBezTo>
                  <a:cubicBezTo>
                    <a:pt x="504087" y="119214"/>
                    <a:pt x="523829" y="119214"/>
                    <a:pt x="543230" y="116831"/>
                  </a:cubicBezTo>
                  <a:cubicBezTo>
                    <a:pt x="560929" y="114789"/>
                    <a:pt x="581011" y="106280"/>
                    <a:pt x="598710" y="111045"/>
                  </a:cubicBezTo>
                  <a:cubicBezTo>
                    <a:pt x="602794" y="112066"/>
                    <a:pt x="608921" y="111726"/>
                    <a:pt x="609261" y="117512"/>
                  </a:cubicBezTo>
                  <a:cubicBezTo>
                    <a:pt x="609602" y="124319"/>
                    <a:pt x="601433" y="119554"/>
                    <a:pt x="598710" y="122958"/>
                  </a:cubicBezTo>
                  <a:cubicBezTo>
                    <a:pt x="558206" y="139296"/>
                    <a:pt x="518383" y="156995"/>
                    <a:pt x="475156" y="165164"/>
                  </a:cubicBezTo>
                  <a:cubicBezTo>
                    <a:pt x="441119" y="171631"/>
                    <a:pt x="406742" y="174354"/>
                    <a:pt x="369982" y="164823"/>
                  </a:cubicBezTo>
                  <a:cubicBezTo>
                    <a:pt x="375087" y="177757"/>
                    <a:pt x="383596" y="184224"/>
                    <a:pt x="390063" y="192053"/>
                  </a:cubicBezTo>
                  <a:cubicBezTo>
                    <a:pt x="403678" y="208050"/>
                    <a:pt x="422739" y="218602"/>
                    <a:pt x="431929" y="238343"/>
                  </a:cubicBezTo>
                  <a:cubicBezTo>
                    <a:pt x="422058" y="234259"/>
                    <a:pt x="412868" y="229153"/>
                    <a:pt x="402998" y="225069"/>
                  </a:cubicBezTo>
                  <a:cubicBezTo>
                    <a:pt x="391425" y="219963"/>
                    <a:pt x="378151" y="217581"/>
                    <a:pt x="365897" y="214177"/>
                  </a:cubicBezTo>
                  <a:cubicBezTo>
                    <a:pt x="360792" y="212815"/>
                    <a:pt x="355686" y="211114"/>
                    <a:pt x="350921" y="209412"/>
                  </a:cubicBezTo>
                  <a:cubicBezTo>
                    <a:pt x="335604" y="203625"/>
                    <a:pt x="323011" y="194095"/>
                    <a:pt x="310077" y="184565"/>
                  </a:cubicBezTo>
                  <a:cubicBezTo>
                    <a:pt x="302589" y="179119"/>
                    <a:pt x="294079" y="179800"/>
                    <a:pt x="286932" y="185586"/>
                  </a:cubicBezTo>
                  <a:cubicBezTo>
                    <a:pt x="282847" y="188649"/>
                    <a:pt x="279784" y="192734"/>
                    <a:pt x="276040" y="196137"/>
                  </a:cubicBezTo>
                  <a:cubicBezTo>
                    <a:pt x="263786" y="208731"/>
                    <a:pt x="247449" y="215538"/>
                    <a:pt x="230771" y="220984"/>
                  </a:cubicBezTo>
                  <a:cubicBezTo>
                    <a:pt x="222602" y="223707"/>
                    <a:pt x="214092" y="225749"/>
                    <a:pt x="206604" y="229834"/>
                  </a:cubicBezTo>
                  <a:cubicBezTo>
                    <a:pt x="197755" y="234599"/>
                    <a:pt x="189245" y="239705"/>
                    <a:pt x="180736" y="244810"/>
                  </a:cubicBezTo>
                  <a:cubicBezTo>
                    <a:pt x="178354" y="246172"/>
                    <a:pt x="174950" y="247193"/>
                    <a:pt x="172908" y="245491"/>
                  </a:cubicBezTo>
                  <a:cubicBezTo>
                    <a:pt x="170865" y="244129"/>
                    <a:pt x="170865" y="241066"/>
                    <a:pt x="171546" y="239024"/>
                  </a:cubicBezTo>
                  <a:cubicBezTo>
                    <a:pt x="171887" y="236641"/>
                    <a:pt x="172567" y="235620"/>
                    <a:pt x="173588" y="234599"/>
                  </a:cubicBezTo>
                  <a:close/>
                </a:path>
              </a:pathLst>
            </a:custGeom>
            <a:solidFill>
              <a:srgbClr val="676767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58">
              <a:extLst>
                <a:ext uri="{FF2B5EF4-FFF2-40B4-BE49-F238E27FC236}">
                  <a16:creationId xmlns:a16="http://schemas.microsoft.com/office/drawing/2014/main" xmlns="" id="{255C83A3-F7D6-412E-A087-9E60A8967223}"/>
                </a:ext>
              </a:extLst>
            </p:cNvPr>
            <p:cNvSpPr/>
            <p:nvPr/>
          </p:nvSpPr>
          <p:spPr>
            <a:xfrm>
              <a:off x="7267160" y="2433025"/>
              <a:ext cx="148252" cy="120993"/>
            </a:xfrm>
            <a:custGeom>
              <a:avLst/>
              <a:gdLst>
                <a:gd name="connsiteX0" fmla="*/ 88165 w 148252"/>
                <a:gd name="connsiteY0" fmla="*/ 5975 h 120993"/>
                <a:gd name="connsiteX1" fmla="*/ 95313 w 148252"/>
                <a:gd name="connsiteY1" fmla="*/ 37630 h 120993"/>
                <a:gd name="connsiteX2" fmla="*/ 119479 w 148252"/>
                <a:gd name="connsiteY2" fmla="*/ 65200 h 120993"/>
                <a:gd name="connsiteX3" fmla="*/ 135817 w 148252"/>
                <a:gd name="connsiteY3" fmla="*/ 72007 h 120993"/>
                <a:gd name="connsiteX4" fmla="*/ 137178 w 148252"/>
                <a:gd name="connsiteY4" fmla="*/ 107406 h 120993"/>
                <a:gd name="connsiteX5" fmla="*/ 101780 w 148252"/>
                <a:gd name="connsiteY5" fmla="*/ 118978 h 120993"/>
                <a:gd name="connsiteX6" fmla="*/ 19410 w 148252"/>
                <a:gd name="connsiteY6" fmla="*/ 112171 h 120993"/>
                <a:gd name="connsiteX7" fmla="*/ 9 w 148252"/>
                <a:gd name="connsiteY7" fmla="*/ 89026 h 120993"/>
                <a:gd name="connsiteX8" fmla="*/ 17708 w 148252"/>
                <a:gd name="connsiteY8" fmla="*/ 69284 h 120993"/>
                <a:gd name="connsiteX9" fmla="*/ 25877 w 148252"/>
                <a:gd name="connsiteY9" fmla="*/ 65880 h 120993"/>
                <a:gd name="connsiteX10" fmla="*/ 59233 w 148252"/>
                <a:gd name="connsiteY10" fmla="*/ 17888 h 120993"/>
                <a:gd name="connsiteX11" fmla="*/ 58893 w 148252"/>
                <a:gd name="connsiteY11" fmla="*/ 5295 h 120993"/>
                <a:gd name="connsiteX12" fmla="*/ 88165 w 148252"/>
                <a:gd name="connsiteY12" fmla="*/ 5975 h 120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252" h="120993">
                  <a:moveTo>
                    <a:pt x="88165" y="5975"/>
                  </a:moveTo>
                  <a:cubicBezTo>
                    <a:pt x="95313" y="15506"/>
                    <a:pt x="95653" y="26398"/>
                    <a:pt x="95313" y="37630"/>
                  </a:cubicBezTo>
                  <a:cubicBezTo>
                    <a:pt x="97014" y="52266"/>
                    <a:pt x="101780" y="63838"/>
                    <a:pt x="119479" y="65200"/>
                  </a:cubicBezTo>
                  <a:cubicBezTo>
                    <a:pt x="125265" y="65540"/>
                    <a:pt x="130711" y="68944"/>
                    <a:pt x="135817" y="72007"/>
                  </a:cubicBezTo>
                  <a:cubicBezTo>
                    <a:pt x="151814" y="81197"/>
                    <a:pt x="152495" y="97194"/>
                    <a:pt x="137178" y="107406"/>
                  </a:cubicBezTo>
                  <a:cubicBezTo>
                    <a:pt x="126627" y="114213"/>
                    <a:pt x="114033" y="117617"/>
                    <a:pt x="101780" y="118978"/>
                  </a:cubicBezTo>
                  <a:cubicBezTo>
                    <a:pt x="74210" y="121701"/>
                    <a:pt x="45959" y="123403"/>
                    <a:pt x="19410" y="112171"/>
                  </a:cubicBezTo>
                  <a:cubicBezTo>
                    <a:pt x="8859" y="107746"/>
                    <a:pt x="350" y="101279"/>
                    <a:pt x="9" y="89026"/>
                  </a:cubicBezTo>
                  <a:cubicBezTo>
                    <a:pt x="-331" y="77793"/>
                    <a:pt x="8859" y="73028"/>
                    <a:pt x="17708" y="69284"/>
                  </a:cubicBezTo>
                  <a:cubicBezTo>
                    <a:pt x="20431" y="68263"/>
                    <a:pt x="23154" y="66902"/>
                    <a:pt x="25877" y="65880"/>
                  </a:cubicBezTo>
                  <a:cubicBezTo>
                    <a:pt x="59574" y="54308"/>
                    <a:pt x="59574" y="54308"/>
                    <a:pt x="59233" y="17888"/>
                  </a:cubicBezTo>
                  <a:cubicBezTo>
                    <a:pt x="59233" y="13804"/>
                    <a:pt x="59233" y="9719"/>
                    <a:pt x="58893" y="5295"/>
                  </a:cubicBezTo>
                  <a:cubicBezTo>
                    <a:pt x="69104" y="-5597"/>
                    <a:pt x="78635" y="3252"/>
                    <a:pt x="88165" y="5975"/>
                  </a:cubicBezTo>
                  <a:close/>
                </a:path>
              </a:pathLst>
            </a:custGeom>
            <a:solidFill>
              <a:srgbClr val="5C5C5C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406399" y="3801244"/>
            <a:ext cx="1242014" cy="70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accent6"/>
                </a:solidFill>
              </a:rPr>
              <a:t>Cola</a:t>
            </a:r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aphic 147">
            <a:extLst>
              <a:ext uri="{FF2B5EF4-FFF2-40B4-BE49-F238E27FC236}">
                <a16:creationId xmlns:a16="http://schemas.microsoft.com/office/drawing/2014/main" xmlns="" id="{538DFB03-5E41-419D-88AC-B14A85944D4D}"/>
              </a:ext>
            </a:extLst>
          </p:cNvPr>
          <p:cNvGrpSpPr/>
          <p:nvPr/>
        </p:nvGrpSpPr>
        <p:grpSpPr>
          <a:xfrm>
            <a:off x="3932951" y="4947543"/>
            <a:ext cx="4326098" cy="1262364"/>
            <a:chOff x="6260660" y="5031712"/>
            <a:chExt cx="2448146" cy="714374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871A1E00-5AF7-4920-AE11-2A833E21B9A6}"/>
                </a:ext>
              </a:extLst>
            </p:cNvPr>
            <p:cNvSpPr/>
            <p:nvPr/>
          </p:nvSpPr>
          <p:spPr>
            <a:xfrm>
              <a:off x="6260660" y="5034569"/>
              <a:ext cx="2448145" cy="711517"/>
            </a:xfrm>
            <a:custGeom>
              <a:avLst/>
              <a:gdLst>
                <a:gd name="connsiteX0" fmla="*/ 2447945 w 2448145"/>
                <a:gd name="connsiteY0" fmla="*/ 376238 h 711517"/>
                <a:gd name="connsiteX1" fmla="*/ 1217315 w 2448145"/>
                <a:gd name="connsiteY1" fmla="*/ 711518 h 711517"/>
                <a:gd name="connsiteX2" fmla="*/ 20 w 2448145"/>
                <a:gd name="connsiteY2" fmla="*/ 359093 h 711517"/>
                <a:gd name="connsiteX3" fmla="*/ 1217315 w 2448145"/>
                <a:gd name="connsiteY3" fmla="*/ 0 h 711517"/>
                <a:gd name="connsiteX4" fmla="*/ 2447945 w 2448145"/>
                <a:gd name="connsiteY4" fmla="*/ 376238 h 711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8145" h="711517">
                  <a:moveTo>
                    <a:pt x="2447945" y="376238"/>
                  </a:moveTo>
                  <a:cubicBezTo>
                    <a:pt x="2434610" y="618173"/>
                    <a:pt x="1898353" y="711518"/>
                    <a:pt x="1217315" y="711518"/>
                  </a:cubicBezTo>
                  <a:cubicBezTo>
                    <a:pt x="536278" y="711518"/>
                    <a:pt x="2878" y="540068"/>
                    <a:pt x="20" y="359093"/>
                  </a:cubicBezTo>
                  <a:cubicBezTo>
                    <a:pt x="-3790" y="140018"/>
                    <a:pt x="536278" y="0"/>
                    <a:pt x="1217315" y="0"/>
                  </a:cubicBezTo>
                  <a:cubicBezTo>
                    <a:pt x="1898353" y="0"/>
                    <a:pt x="2460328" y="156210"/>
                    <a:pt x="2447945" y="376238"/>
                  </a:cubicBezTo>
                  <a:close/>
                </a:path>
              </a:pathLst>
            </a:custGeom>
            <a:solidFill>
              <a:srgbClr val="B396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xmlns="" id="{623FFFFA-81FC-4491-9E2F-75169BF90EFC}"/>
                </a:ext>
              </a:extLst>
            </p:cNvPr>
            <p:cNvSpPr/>
            <p:nvPr/>
          </p:nvSpPr>
          <p:spPr>
            <a:xfrm>
              <a:off x="6260681" y="5034569"/>
              <a:ext cx="2448125" cy="690605"/>
            </a:xfrm>
            <a:custGeom>
              <a:avLst/>
              <a:gdLst>
                <a:gd name="connsiteX0" fmla="*/ 2447925 w 2448125"/>
                <a:gd name="connsiteY0" fmla="*/ 363855 h 690605"/>
                <a:gd name="connsiteX1" fmla="*/ 1216343 w 2448125"/>
                <a:gd name="connsiteY1" fmla="*/ 689610 h 690605"/>
                <a:gd name="connsiteX2" fmla="*/ 0 w 2448125"/>
                <a:gd name="connsiteY2" fmla="*/ 347663 h 690605"/>
                <a:gd name="connsiteX3" fmla="*/ 1217295 w 2448125"/>
                <a:gd name="connsiteY3" fmla="*/ 0 h 690605"/>
                <a:gd name="connsiteX4" fmla="*/ 2447925 w 2448125"/>
                <a:gd name="connsiteY4" fmla="*/ 363855 h 690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8125" h="690605">
                  <a:moveTo>
                    <a:pt x="2447925" y="363855"/>
                  </a:moveTo>
                  <a:cubicBezTo>
                    <a:pt x="2434590" y="599123"/>
                    <a:pt x="1747838" y="701993"/>
                    <a:pt x="1216343" y="689610"/>
                  </a:cubicBezTo>
                  <a:cubicBezTo>
                    <a:pt x="545783" y="673418"/>
                    <a:pt x="0" y="521018"/>
                    <a:pt x="0" y="347663"/>
                  </a:cubicBezTo>
                  <a:cubicBezTo>
                    <a:pt x="0" y="135255"/>
                    <a:pt x="536258" y="0"/>
                    <a:pt x="1217295" y="0"/>
                  </a:cubicBezTo>
                  <a:cubicBezTo>
                    <a:pt x="1898333" y="0"/>
                    <a:pt x="2460308" y="151448"/>
                    <a:pt x="2447925" y="363855"/>
                  </a:cubicBezTo>
                  <a:close/>
                </a:path>
              </a:pathLst>
            </a:custGeom>
            <a:solidFill>
              <a:srgbClr val="D1B0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xmlns="" id="{61A3AAFC-D6EF-45E5-A870-7CCF06F303F3}"/>
                </a:ext>
              </a:extLst>
            </p:cNvPr>
            <p:cNvSpPr/>
            <p:nvPr/>
          </p:nvSpPr>
          <p:spPr>
            <a:xfrm>
              <a:off x="6273063" y="5031712"/>
              <a:ext cx="2400514" cy="649699"/>
            </a:xfrm>
            <a:custGeom>
              <a:avLst/>
              <a:gdLst>
                <a:gd name="connsiteX0" fmla="*/ 2400300 w 2400514"/>
                <a:gd name="connsiteY0" fmla="*/ 342900 h 649699"/>
                <a:gd name="connsiteX1" fmla="*/ 1210628 w 2400514"/>
                <a:gd name="connsiteY1" fmla="*/ 648653 h 649699"/>
                <a:gd name="connsiteX2" fmla="*/ 0 w 2400514"/>
                <a:gd name="connsiteY2" fmla="*/ 327660 h 649699"/>
                <a:gd name="connsiteX3" fmla="*/ 1210628 w 2400514"/>
                <a:gd name="connsiteY3" fmla="*/ 0 h 649699"/>
                <a:gd name="connsiteX4" fmla="*/ 2400300 w 2400514"/>
                <a:gd name="connsiteY4" fmla="*/ 342900 h 649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514" h="649699">
                  <a:moveTo>
                    <a:pt x="2400300" y="342900"/>
                  </a:moveTo>
                  <a:cubicBezTo>
                    <a:pt x="2386965" y="563880"/>
                    <a:pt x="1739265" y="661035"/>
                    <a:pt x="1210628" y="648653"/>
                  </a:cubicBezTo>
                  <a:cubicBezTo>
                    <a:pt x="542925" y="633413"/>
                    <a:pt x="0" y="490538"/>
                    <a:pt x="0" y="327660"/>
                  </a:cubicBezTo>
                  <a:cubicBezTo>
                    <a:pt x="0" y="127635"/>
                    <a:pt x="533400" y="0"/>
                    <a:pt x="1210628" y="0"/>
                  </a:cubicBezTo>
                  <a:cubicBezTo>
                    <a:pt x="1887855" y="0"/>
                    <a:pt x="2412683" y="142875"/>
                    <a:pt x="2400300" y="342900"/>
                  </a:cubicBezTo>
                  <a:close/>
                </a:path>
              </a:pathLst>
            </a:custGeom>
            <a:solidFill>
              <a:srgbClr val="ECD37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xmlns="" id="{1EAA8C92-34C2-42A1-92C0-BA9448A0BC73}"/>
                </a:ext>
              </a:extLst>
            </p:cNvPr>
            <p:cNvSpPr/>
            <p:nvPr/>
          </p:nvSpPr>
          <p:spPr>
            <a:xfrm>
              <a:off x="6690258" y="5152679"/>
              <a:ext cx="1486852" cy="516255"/>
            </a:xfrm>
            <a:custGeom>
              <a:avLst/>
              <a:gdLst>
                <a:gd name="connsiteX0" fmla="*/ 1104900 w 1486852"/>
                <a:gd name="connsiteY0" fmla="*/ 359093 h 516255"/>
                <a:gd name="connsiteX1" fmla="*/ 1104900 w 1486852"/>
                <a:gd name="connsiteY1" fmla="*/ 359093 h 516255"/>
                <a:gd name="connsiteX2" fmla="*/ 1107758 w 1486852"/>
                <a:gd name="connsiteY2" fmla="*/ 358140 h 516255"/>
                <a:gd name="connsiteX3" fmla="*/ 1106805 w 1486852"/>
                <a:gd name="connsiteY3" fmla="*/ 360045 h 516255"/>
                <a:gd name="connsiteX4" fmla="*/ 1104900 w 1486852"/>
                <a:gd name="connsiteY4" fmla="*/ 359093 h 516255"/>
                <a:gd name="connsiteX5" fmla="*/ 1104900 w 1486852"/>
                <a:gd name="connsiteY5" fmla="*/ 359093 h 516255"/>
                <a:gd name="connsiteX6" fmla="*/ 990600 w 1486852"/>
                <a:gd name="connsiteY6" fmla="*/ 64770 h 516255"/>
                <a:gd name="connsiteX7" fmla="*/ 987743 w 1486852"/>
                <a:gd name="connsiteY7" fmla="*/ 62865 h 516255"/>
                <a:gd name="connsiteX8" fmla="*/ 990600 w 1486852"/>
                <a:gd name="connsiteY8" fmla="*/ 63818 h 516255"/>
                <a:gd name="connsiteX9" fmla="*/ 990600 w 1486852"/>
                <a:gd name="connsiteY9" fmla="*/ 64770 h 516255"/>
                <a:gd name="connsiteX10" fmla="*/ 990600 w 1486852"/>
                <a:gd name="connsiteY10" fmla="*/ 64770 h 516255"/>
                <a:gd name="connsiteX11" fmla="*/ 1137285 w 1486852"/>
                <a:gd name="connsiteY11" fmla="*/ 267653 h 516255"/>
                <a:gd name="connsiteX12" fmla="*/ 1137285 w 1486852"/>
                <a:gd name="connsiteY12" fmla="*/ 267653 h 516255"/>
                <a:gd name="connsiteX13" fmla="*/ 1137285 w 1486852"/>
                <a:gd name="connsiteY13" fmla="*/ 267653 h 516255"/>
                <a:gd name="connsiteX14" fmla="*/ 1137285 w 1486852"/>
                <a:gd name="connsiteY14" fmla="*/ 267653 h 516255"/>
                <a:gd name="connsiteX15" fmla="*/ 1137285 w 1486852"/>
                <a:gd name="connsiteY15" fmla="*/ 267653 h 516255"/>
                <a:gd name="connsiteX16" fmla="*/ 1137285 w 1486852"/>
                <a:gd name="connsiteY16" fmla="*/ 267653 h 516255"/>
                <a:gd name="connsiteX17" fmla="*/ 1137285 w 1486852"/>
                <a:gd name="connsiteY17" fmla="*/ 267653 h 516255"/>
                <a:gd name="connsiteX18" fmla="*/ 1137285 w 1486852"/>
                <a:gd name="connsiteY18" fmla="*/ 267653 h 516255"/>
                <a:gd name="connsiteX19" fmla="*/ 1137285 w 1486852"/>
                <a:gd name="connsiteY19" fmla="*/ 267653 h 516255"/>
                <a:gd name="connsiteX20" fmla="*/ 1137285 w 1486852"/>
                <a:gd name="connsiteY20" fmla="*/ 267653 h 516255"/>
                <a:gd name="connsiteX21" fmla="*/ 1138238 w 1486852"/>
                <a:gd name="connsiteY21" fmla="*/ 267653 h 516255"/>
                <a:gd name="connsiteX22" fmla="*/ 1138238 w 1486852"/>
                <a:gd name="connsiteY22" fmla="*/ 268605 h 516255"/>
                <a:gd name="connsiteX23" fmla="*/ 1137285 w 1486852"/>
                <a:gd name="connsiteY23" fmla="*/ 267653 h 516255"/>
                <a:gd name="connsiteX24" fmla="*/ 1137285 w 1486852"/>
                <a:gd name="connsiteY24" fmla="*/ 267653 h 516255"/>
                <a:gd name="connsiteX25" fmla="*/ 609600 w 1486852"/>
                <a:gd name="connsiteY25" fmla="*/ 0 h 516255"/>
                <a:gd name="connsiteX26" fmla="*/ 609600 w 1486852"/>
                <a:gd name="connsiteY26" fmla="*/ 0 h 516255"/>
                <a:gd name="connsiteX27" fmla="*/ 609600 w 1486852"/>
                <a:gd name="connsiteY27" fmla="*/ 0 h 516255"/>
                <a:gd name="connsiteX28" fmla="*/ 609600 w 1486852"/>
                <a:gd name="connsiteY28" fmla="*/ 0 h 516255"/>
                <a:gd name="connsiteX29" fmla="*/ 609600 w 1486852"/>
                <a:gd name="connsiteY29" fmla="*/ 0 h 516255"/>
                <a:gd name="connsiteX30" fmla="*/ 0 w 1486852"/>
                <a:gd name="connsiteY30" fmla="*/ 267653 h 516255"/>
                <a:gd name="connsiteX31" fmla="*/ 0 w 1486852"/>
                <a:gd name="connsiteY31" fmla="*/ 267653 h 516255"/>
                <a:gd name="connsiteX32" fmla="*/ 0 w 1486852"/>
                <a:gd name="connsiteY32" fmla="*/ 267653 h 516255"/>
                <a:gd name="connsiteX33" fmla="*/ 0 w 1486852"/>
                <a:gd name="connsiteY33" fmla="*/ 267653 h 516255"/>
                <a:gd name="connsiteX34" fmla="*/ 0 w 1486852"/>
                <a:gd name="connsiteY34" fmla="*/ 267653 h 516255"/>
                <a:gd name="connsiteX35" fmla="*/ 0 w 1486852"/>
                <a:gd name="connsiteY35" fmla="*/ 267653 h 516255"/>
                <a:gd name="connsiteX36" fmla="*/ 0 w 1486852"/>
                <a:gd name="connsiteY36" fmla="*/ 267653 h 516255"/>
                <a:gd name="connsiteX37" fmla="*/ 1486853 w 1486852"/>
                <a:gd name="connsiteY37" fmla="*/ 313373 h 516255"/>
                <a:gd name="connsiteX38" fmla="*/ 1486853 w 1486852"/>
                <a:gd name="connsiteY38" fmla="*/ 313373 h 516255"/>
                <a:gd name="connsiteX39" fmla="*/ 1486853 w 1486852"/>
                <a:gd name="connsiteY39" fmla="*/ 313373 h 516255"/>
                <a:gd name="connsiteX40" fmla="*/ 1486853 w 1486852"/>
                <a:gd name="connsiteY40" fmla="*/ 313373 h 516255"/>
                <a:gd name="connsiteX41" fmla="*/ 1486853 w 1486852"/>
                <a:gd name="connsiteY41" fmla="*/ 313373 h 516255"/>
                <a:gd name="connsiteX42" fmla="*/ 1486853 w 1486852"/>
                <a:gd name="connsiteY42" fmla="*/ 313373 h 516255"/>
                <a:gd name="connsiteX43" fmla="*/ 991553 w 1486852"/>
                <a:gd name="connsiteY43" fmla="*/ 477203 h 516255"/>
                <a:gd name="connsiteX44" fmla="*/ 991553 w 1486852"/>
                <a:gd name="connsiteY44" fmla="*/ 477203 h 516255"/>
                <a:gd name="connsiteX45" fmla="*/ 991553 w 1486852"/>
                <a:gd name="connsiteY45" fmla="*/ 477203 h 516255"/>
                <a:gd name="connsiteX46" fmla="*/ 991553 w 1486852"/>
                <a:gd name="connsiteY46" fmla="*/ 477203 h 516255"/>
                <a:gd name="connsiteX47" fmla="*/ 991553 w 1486852"/>
                <a:gd name="connsiteY47" fmla="*/ 477203 h 516255"/>
                <a:gd name="connsiteX48" fmla="*/ 1111568 w 1486852"/>
                <a:gd name="connsiteY48" fmla="*/ 516255 h 516255"/>
                <a:gd name="connsiteX49" fmla="*/ 1111568 w 1486852"/>
                <a:gd name="connsiteY49" fmla="*/ 516255 h 516255"/>
                <a:gd name="connsiteX50" fmla="*/ 1111568 w 1486852"/>
                <a:gd name="connsiteY50" fmla="*/ 516255 h 516255"/>
                <a:gd name="connsiteX51" fmla="*/ 1111568 w 1486852"/>
                <a:gd name="connsiteY51" fmla="*/ 516255 h 516255"/>
                <a:gd name="connsiteX52" fmla="*/ 1111568 w 1486852"/>
                <a:gd name="connsiteY52" fmla="*/ 516255 h 516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486852" h="516255">
                  <a:moveTo>
                    <a:pt x="1104900" y="359093"/>
                  </a:moveTo>
                  <a:lnTo>
                    <a:pt x="1104900" y="359093"/>
                  </a:lnTo>
                  <a:cubicBezTo>
                    <a:pt x="1105853" y="358140"/>
                    <a:pt x="1106805" y="358140"/>
                    <a:pt x="1107758" y="358140"/>
                  </a:cubicBezTo>
                  <a:cubicBezTo>
                    <a:pt x="1106805" y="359093"/>
                    <a:pt x="1106805" y="359093"/>
                    <a:pt x="1106805" y="360045"/>
                  </a:cubicBezTo>
                  <a:cubicBezTo>
                    <a:pt x="1105853" y="359093"/>
                    <a:pt x="1105853" y="359093"/>
                    <a:pt x="1104900" y="359093"/>
                  </a:cubicBezTo>
                  <a:lnTo>
                    <a:pt x="1104900" y="359093"/>
                  </a:lnTo>
                  <a:close/>
                  <a:moveTo>
                    <a:pt x="990600" y="64770"/>
                  </a:moveTo>
                  <a:cubicBezTo>
                    <a:pt x="989648" y="63818"/>
                    <a:pt x="988695" y="63818"/>
                    <a:pt x="987743" y="62865"/>
                  </a:cubicBezTo>
                  <a:cubicBezTo>
                    <a:pt x="988695" y="62865"/>
                    <a:pt x="989648" y="62865"/>
                    <a:pt x="990600" y="63818"/>
                  </a:cubicBezTo>
                  <a:cubicBezTo>
                    <a:pt x="990600" y="64770"/>
                    <a:pt x="990600" y="64770"/>
                    <a:pt x="990600" y="64770"/>
                  </a:cubicBezTo>
                  <a:lnTo>
                    <a:pt x="990600" y="64770"/>
                  </a:lnTo>
                  <a:close/>
                  <a:moveTo>
                    <a:pt x="1137285" y="267653"/>
                  </a:moveTo>
                  <a:lnTo>
                    <a:pt x="1137285" y="267653"/>
                  </a:lnTo>
                  <a:lnTo>
                    <a:pt x="1137285" y="267653"/>
                  </a:lnTo>
                  <a:lnTo>
                    <a:pt x="1137285" y="267653"/>
                  </a:lnTo>
                  <a:lnTo>
                    <a:pt x="1137285" y="267653"/>
                  </a:lnTo>
                  <a:lnTo>
                    <a:pt x="1137285" y="267653"/>
                  </a:lnTo>
                  <a:lnTo>
                    <a:pt x="1137285" y="267653"/>
                  </a:lnTo>
                  <a:lnTo>
                    <a:pt x="1137285" y="267653"/>
                  </a:lnTo>
                  <a:cubicBezTo>
                    <a:pt x="1137285" y="267653"/>
                    <a:pt x="1137285" y="267653"/>
                    <a:pt x="1137285" y="267653"/>
                  </a:cubicBezTo>
                  <a:cubicBezTo>
                    <a:pt x="1137285" y="267653"/>
                    <a:pt x="1137285" y="267653"/>
                    <a:pt x="1137285" y="267653"/>
                  </a:cubicBezTo>
                  <a:cubicBezTo>
                    <a:pt x="1137285" y="267653"/>
                    <a:pt x="1138238" y="267653"/>
                    <a:pt x="1138238" y="267653"/>
                  </a:cubicBezTo>
                  <a:lnTo>
                    <a:pt x="1138238" y="268605"/>
                  </a:lnTo>
                  <a:cubicBezTo>
                    <a:pt x="1138238" y="267653"/>
                    <a:pt x="1137285" y="267653"/>
                    <a:pt x="1137285" y="267653"/>
                  </a:cubicBezTo>
                  <a:lnTo>
                    <a:pt x="1137285" y="267653"/>
                  </a:lnTo>
                  <a:close/>
                  <a:moveTo>
                    <a:pt x="609600" y="0"/>
                  </a:moveTo>
                  <a:lnTo>
                    <a:pt x="609600" y="0"/>
                  </a:lnTo>
                  <a:lnTo>
                    <a:pt x="609600" y="0"/>
                  </a:lnTo>
                  <a:lnTo>
                    <a:pt x="609600" y="0"/>
                  </a:lnTo>
                  <a:lnTo>
                    <a:pt x="609600" y="0"/>
                  </a:lnTo>
                  <a:close/>
                  <a:moveTo>
                    <a:pt x="0" y="267653"/>
                  </a:moveTo>
                  <a:cubicBezTo>
                    <a:pt x="0" y="267653"/>
                    <a:pt x="0" y="267653"/>
                    <a:pt x="0" y="267653"/>
                  </a:cubicBezTo>
                  <a:cubicBezTo>
                    <a:pt x="0" y="267653"/>
                    <a:pt x="0" y="267653"/>
                    <a:pt x="0" y="267653"/>
                  </a:cubicBezTo>
                  <a:cubicBezTo>
                    <a:pt x="0" y="267653"/>
                    <a:pt x="0" y="267653"/>
                    <a:pt x="0" y="267653"/>
                  </a:cubicBezTo>
                  <a:cubicBezTo>
                    <a:pt x="0" y="267653"/>
                    <a:pt x="0" y="267653"/>
                    <a:pt x="0" y="267653"/>
                  </a:cubicBezTo>
                  <a:lnTo>
                    <a:pt x="0" y="267653"/>
                  </a:lnTo>
                  <a:lnTo>
                    <a:pt x="0" y="267653"/>
                  </a:lnTo>
                  <a:close/>
                  <a:moveTo>
                    <a:pt x="1486853" y="313373"/>
                  </a:moveTo>
                  <a:lnTo>
                    <a:pt x="1486853" y="313373"/>
                  </a:lnTo>
                  <a:cubicBezTo>
                    <a:pt x="1486853" y="313373"/>
                    <a:pt x="1486853" y="313373"/>
                    <a:pt x="1486853" y="313373"/>
                  </a:cubicBezTo>
                  <a:cubicBezTo>
                    <a:pt x="1486853" y="313373"/>
                    <a:pt x="1486853" y="313373"/>
                    <a:pt x="1486853" y="313373"/>
                  </a:cubicBezTo>
                  <a:lnTo>
                    <a:pt x="1486853" y="313373"/>
                  </a:lnTo>
                  <a:lnTo>
                    <a:pt x="1486853" y="313373"/>
                  </a:lnTo>
                  <a:close/>
                  <a:moveTo>
                    <a:pt x="991553" y="477203"/>
                  </a:moveTo>
                  <a:lnTo>
                    <a:pt x="991553" y="477203"/>
                  </a:lnTo>
                  <a:lnTo>
                    <a:pt x="991553" y="477203"/>
                  </a:lnTo>
                  <a:lnTo>
                    <a:pt x="991553" y="477203"/>
                  </a:lnTo>
                  <a:lnTo>
                    <a:pt x="991553" y="477203"/>
                  </a:lnTo>
                  <a:close/>
                  <a:moveTo>
                    <a:pt x="1111568" y="516255"/>
                  </a:moveTo>
                  <a:lnTo>
                    <a:pt x="1111568" y="516255"/>
                  </a:lnTo>
                  <a:lnTo>
                    <a:pt x="1111568" y="516255"/>
                  </a:lnTo>
                  <a:lnTo>
                    <a:pt x="1111568" y="516255"/>
                  </a:lnTo>
                  <a:lnTo>
                    <a:pt x="1111568" y="516255"/>
                  </a:lnTo>
                  <a:close/>
                </a:path>
              </a:pathLst>
            </a:custGeom>
            <a:solidFill>
              <a:srgbClr val="ECD37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xmlns="" id="{49312543-B33D-4B24-9282-117FA00017A1}"/>
                </a:ext>
              </a:extLst>
            </p:cNvPr>
            <p:cNvSpPr/>
            <p:nvPr/>
          </p:nvSpPr>
          <p:spPr>
            <a:xfrm>
              <a:off x="6359606" y="5041607"/>
              <a:ext cx="2256993" cy="579994"/>
            </a:xfrm>
            <a:custGeom>
              <a:avLst/>
              <a:gdLst>
                <a:gd name="connsiteX0" fmla="*/ 2236605 w 2256993"/>
                <a:gd name="connsiteY0" fmla="*/ 252042 h 579994"/>
                <a:gd name="connsiteX1" fmla="*/ 2057535 w 2256993"/>
                <a:gd name="connsiteY1" fmla="*/ 147267 h 579994"/>
                <a:gd name="connsiteX2" fmla="*/ 1901325 w 2256993"/>
                <a:gd name="connsiteY2" fmla="*/ 93927 h 579994"/>
                <a:gd name="connsiteX3" fmla="*/ 1738447 w 2256993"/>
                <a:gd name="connsiteY3" fmla="*/ 47254 h 579994"/>
                <a:gd name="connsiteX4" fmla="*/ 1624147 w 2256993"/>
                <a:gd name="connsiteY4" fmla="*/ 39634 h 579994"/>
                <a:gd name="connsiteX5" fmla="*/ 1514610 w 2256993"/>
                <a:gd name="connsiteY5" fmla="*/ 32014 h 579994"/>
                <a:gd name="connsiteX6" fmla="*/ 1239337 w 2256993"/>
                <a:gd name="connsiteY6" fmla="*/ 3439 h 579994"/>
                <a:gd name="connsiteX7" fmla="*/ 948825 w 2256993"/>
                <a:gd name="connsiteY7" fmla="*/ 14869 h 579994"/>
                <a:gd name="connsiteX8" fmla="*/ 664980 w 2256993"/>
                <a:gd name="connsiteY8" fmla="*/ 40587 h 579994"/>
                <a:gd name="connsiteX9" fmla="*/ 387802 w 2256993"/>
                <a:gd name="connsiteY9" fmla="*/ 82497 h 579994"/>
                <a:gd name="connsiteX10" fmla="*/ 247785 w 2256993"/>
                <a:gd name="connsiteY10" fmla="*/ 111072 h 579994"/>
                <a:gd name="connsiteX11" fmla="*/ 127770 w 2256993"/>
                <a:gd name="connsiteY11" fmla="*/ 151077 h 579994"/>
                <a:gd name="connsiteX12" fmla="*/ 58237 w 2256993"/>
                <a:gd name="connsiteY12" fmla="*/ 197749 h 579994"/>
                <a:gd name="connsiteX13" fmla="*/ 5850 w 2256993"/>
                <a:gd name="connsiteY13" fmla="*/ 252994 h 579994"/>
                <a:gd name="connsiteX14" fmla="*/ 85860 w 2256993"/>
                <a:gd name="connsiteY14" fmla="*/ 386344 h 579994"/>
                <a:gd name="connsiteX15" fmla="*/ 203970 w 2256993"/>
                <a:gd name="connsiteY15" fmla="*/ 440637 h 579994"/>
                <a:gd name="connsiteX16" fmla="*/ 334462 w 2256993"/>
                <a:gd name="connsiteY16" fmla="*/ 468260 h 579994"/>
                <a:gd name="connsiteX17" fmla="*/ 608782 w 2256993"/>
                <a:gd name="connsiteY17" fmla="*/ 523504 h 579994"/>
                <a:gd name="connsiteX18" fmla="*/ 893580 w 2256993"/>
                <a:gd name="connsiteY18" fmla="*/ 547317 h 579994"/>
                <a:gd name="connsiteX19" fmla="*/ 1124085 w 2256993"/>
                <a:gd name="connsiteY19" fmla="*/ 558747 h 579994"/>
                <a:gd name="connsiteX20" fmla="*/ 1279342 w 2256993"/>
                <a:gd name="connsiteY20" fmla="*/ 578750 h 579994"/>
                <a:gd name="connsiteX21" fmla="*/ 1435552 w 2256993"/>
                <a:gd name="connsiteY21" fmla="*/ 572082 h 579994"/>
                <a:gd name="connsiteX22" fmla="*/ 1612717 w 2256993"/>
                <a:gd name="connsiteY22" fmla="*/ 556842 h 579994"/>
                <a:gd name="connsiteX23" fmla="*/ 1778452 w 2256993"/>
                <a:gd name="connsiteY23" fmla="*/ 527315 h 579994"/>
                <a:gd name="connsiteX24" fmla="*/ 2002290 w 2256993"/>
                <a:gd name="connsiteY24" fmla="*/ 473974 h 579994"/>
                <a:gd name="connsiteX25" fmla="*/ 2148022 w 2256993"/>
                <a:gd name="connsiteY25" fmla="*/ 409204 h 579994"/>
                <a:gd name="connsiteX26" fmla="*/ 2210887 w 2256993"/>
                <a:gd name="connsiteY26" fmla="*/ 364437 h 579994"/>
                <a:gd name="connsiteX27" fmla="*/ 2241367 w 2256993"/>
                <a:gd name="connsiteY27" fmla="*/ 255852 h 579994"/>
                <a:gd name="connsiteX28" fmla="*/ 2236605 w 2256993"/>
                <a:gd name="connsiteY28" fmla="*/ 252042 h 579994"/>
                <a:gd name="connsiteX29" fmla="*/ 1828935 w 2256993"/>
                <a:gd name="connsiteY29" fmla="*/ 413967 h 579994"/>
                <a:gd name="connsiteX30" fmla="*/ 1828935 w 2256993"/>
                <a:gd name="connsiteY30" fmla="*/ 413967 h 579994"/>
                <a:gd name="connsiteX31" fmla="*/ 1828935 w 2256993"/>
                <a:gd name="connsiteY31" fmla="*/ 413967 h 579994"/>
                <a:gd name="connsiteX32" fmla="*/ 1828935 w 2256993"/>
                <a:gd name="connsiteY32" fmla="*/ 413967 h 579994"/>
                <a:gd name="connsiteX33" fmla="*/ 1828935 w 2256993"/>
                <a:gd name="connsiteY33" fmla="*/ 413967 h 579994"/>
                <a:gd name="connsiteX34" fmla="*/ 1828935 w 2256993"/>
                <a:gd name="connsiteY34" fmla="*/ 413967 h 579994"/>
                <a:gd name="connsiteX35" fmla="*/ 1446030 w 2256993"/>
                <a:gd name="connsiteY35" fmla="*/ 460640 h 579994"/>
                <a:gd name="connsiteX36" fmla="*/ 1446030 w 2256993"/>
                <a:gd name="connsiteY36" fmla="*/ 460640 h 579994"/>
                <a:gd name="connsiteX37" fmla="*/ 1448887 w 2256993"/>
                <a:gd name="connsiteY37" fmla="*/ 459687 h 579994"/>
                <a:gd name="connsiteX38" fmla="*/ 1447935 w 2256993"/>
                <a:gd name="connsiteY38" fmla="*/ 461592 h 579994"/>
                <a:gd name="connsiteX39" fmla="*/ 1446030 w 2256993"/>
                <a:gd name="connsiteY39" fmla="*/ 460640 h 579994"/>
                <a:gd name="connsiteX40" fmla="*/ 1446030 w 2256993"/>
                <a:gd name="connsiteY40" fmla="*/ 460640 h 579994"/>
                <a:gd name="connsiteX41" fmla="*/ 1478415 w 2256993"/>
                <a:gd name="connsiteY41" fmla="*/ 366342 h 579994"/>
                <a:gd name="connsiteX42" fmla="*/ 1478415 w 2256993"/>
                <a:gd name="connsiteY42" fmla="*/ 366342 h 579994"/>
                <a:gd name="connsiteX43" fmla="*/ 1478415 w 2256993"/>
                <a:gd name="connsiteY43" fmla="*/ 366342 h 579994"/>
                <a:gd name="connsiteX44" fmla="*/ 1478415 w 2256993"/>
                <a:gd name="connsiteY44" fmla="*/ 366342 h 579994"/>
                <a:gd name="connsiteX45" fmla="*/ 1478415 w 2256993"/>
                <a:gd name="connsiteY45" fmla="*/ 366342 h 579994"/>
                <a:gd name="connsiteX46" fmla="*/ 1478415 w 2256993"/>
                <a:gd name="connsiteY46" fmla="*/ 366342 h 579994"/>
                <a:gd name="connsiteX47" fmla="*/ 1478415 w 2256993"/>
                <a:gd name="connsiteY47" fmla="*/ 366342 h 579994"/>
                <a:gd name="connsiteX48" fmla="*/ 1478415 w 2256993"/>
                <a:gd name="connsiteY48" fmla="*/ 366342 h 579994"/>
                <a:gd name="connsiteX49" fmla="*/ 1478415 w 2256993"/>
                <a:gd name="connsiteY49" fmla="*/ 366342 h 579994"/>
                <a:gd name="connsiteX50" fmla="*/ 1478415 w 2256993"/>
                <a:gd name="connsiteY50" fmla="*/ 366342 h 579994"/>
                <a:gd name="connsiteX51" fmla="*/ 1479367 w 2256993"/>
                <a:gd name="connsiteY51" fmla="*/ 366342 h 579994"/>
                <a:gd name="connsiteX52" fmla="*/ 1479367 w 2256993"/>
                <a:gd name="connsiteY52" fmla="*/ 367294 h 579994"/>
                <a:gd name="connsiteX53" fmla="*/ 1478415 w 2256993"/>
                <a:gd name="connsiteY53" fmla="*/ 366342 h 579994"/>
                <a:gd name="connsiteX54" fmla="*/ 1478415 w 2256993"/>
                <a:gd name="connsiteY54" fmla="*/ 366342 h 579994"/>
                <a:gd name="connsiteX55" fmla="*/ 1331730 w 2256993"/>
                <a:gd name="connsiteY55" fmla="*/ 158697 h 579994"/>
                <a:gd name="connsiteX56" fmla="*/ 1328872 w 2256993"/>
                <a:gd name="connsiteY56" fmla="*/ 156792 h 579994"/>
                <a:gd name="connsiteX57" fmla="*/ 1331730 w 2256993"/>
                <a:gd name="connsiteY57" fmla="*/ 157744 h 579994"/>
                <a:gd name="connsiteX58" fmla="*/ 1331730 w 2256993"/>
                <a:gd name="connsiteY58" fmla="*/ 158697 h 579994"/>
                <a:gd name="connsiteX59" fmla="*/ 1331730 w 2256993"/>
                <a:gd name="connsiteY59" fmla="*/ 158697 h 579994"/>
                <a:gd name="connsiteX60" fmla="*/ 949777 w 2256993"/>
                <a:gd name="connsiteY60" fmla="*/ 92022 h 579994"/>
                <a:gd name="connsiteX61" fmla="*/ 949777 w 2256993"/>
                <a:gd name="connsiteY61" fmla="*/ 92022 h 579994"/>
                <a:gd name="connsiteX62" fmla="*/ 949777 w 2256993"/>
                <a:gd name="connsiteY62" fmla="*/ 92022 h 579994"/>
                <a:gd name="connsiteX63" fmla="*/ 949777 w 2256993"/>
                <a:gd name="connsiteY63" fmla="*/ 92022 h 579994"/>
                <a:gd name="connsiteX64" fmla="*/ 949777 w 2256993"/>
                <a:gd name="connsiteY64" fmla="*/ 92022 h 579994"/>
                <a:gd name="connsiteX65" fmla="*/ 339225 w 2256993"/>
                <a:gd name="connsiteY65" fmla="*/ 366342 h 579994"/>
                <a:gd name="connsiteX66" fmla="*/ 339225 w 2256993"/>
                <a:gd name="connsiteY66" fmla="*/ 366342 h 579994"/>
                <a:gd name="connsiteX67" fmla="*/ 339225 w 2256993"/>
                <a:gd name="connsiteY67" fmla="*/ 366342 h 579994"/>
                <a:gd name="connsiteX68" fmla="*/ 339225 w 2256993"/>
                <a:gd name="connsiteY68" fmla="*/ 366342 h 579994"/>
                <a:gd name="connsiteX69" fmla="*/ 339225 w 2256993"/>
                <a:gd name="connsiteY69" fmla="*/ 366342 h 579994"/>
                <a:gd name="connsiteX70" fmla="*/ 339225 w 2256993"/>
                <a:gd name="connsiteY70" fmla="*/ 366342 h 579994"/>
                <a:gd name="connsiteX71" fmla="*/ 339225 w 2256993"/>
                <a:gd name="connsiteY71" fmla="*/ 366342 h 579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256993" h="579994">
                  <a:moveTo>
                    <a:pt x="2236605" y="252042"/>
                  </a:moveTo>
                  <a:cubicBezTo>
                    <a:pt x="2183265" y="204417"/>
                    <a:pt x="2125162" y="172032"/>
                    <a:pt x="2057535" y="147267"/>
                  </a:cubicBezTo>
                  <a:cubicBezTo>
                    <a:pt x="2006100" y="128217"/>
                    <a:pt x="1953712" y="111072"/>
                    <a:pt x="1901325" y="93927"/>
                  </a:cubicBezTo>
                  <a:cubicBezTo>
                    <a:pt x="1847985" y="76782"/>
                    <a:pt x="1794645" y="50112"/>
                    <a:pt x="1738447" y="47254"/>
                  </a:cubicBezTo>
                  <a:cubicBezTo>
                    <a:pt x="1700347" y="44397"/>
                    <a:pt x="1662247" y="42492"/>
                    <a:pt x="1624147" y="39634"/>
                  </a:cubicBezTo>
                  <a:cubicBezTo>
                    <a:pt x="1588905" y="37729"/>
                    <a:pt x="1549852" y="39634"/>
                    <a:pt x="1514610" y="32014"/>
                  </a:cubicBezTo>
                  <a:cubicBezTo>
                    <a:pt x="1424122" y="12964"/>
                    <a:pt x="1330777" y="12012"/>
                    <a:pt x="1239337" y="3439"/>
                  </a:cubicBezTo>
                  <a:cubicBezTo>
                    <a:pt x="1142182" y="-6086"/>
                    <a:pt x="1045027" y="6297"/>
                    <a:pt x="948825" y="14869"/>
                  </a:cubicBezTo>
                  <a:cubicBezTo>
                    <a:pt x="854527" y="23442"/>
                    <a:pt x="759277" y="29157"/>
                    <a:pt x="664980" y="40587"/>
                  </a:cubicBezTo>
                  <a:cubicBezTo>
                    <a:pt x="572587" y="52017"/>
                    <a:pt x="480195" y="65352"/>
                    <a:pt x="387802" y="82497"/>
                  </a:cubicBezTo>
                  <a:cubicBezTo>
                    <a:pt x="341130" y="91069"/>
                    <a:pt x="294457" y="100594"/>
                    <a:pt x="247785" y="111072"/>
                  </a:cubicBezTo>
                  <a:cubicBezTo>
                    <a:pt x="206827" y="120597"/>
                    <a:pt x="165870" y="132027"/>
                    <a:pt x="127770" y="151077"/>
                  </a:cubicBezTo>
                  <a:cubicBezTo>
                    <a:pt x="102052" y="163459"/>
                    <a:pt x="79192" y="179652"/>
                    <a:pt x="58237" y="197749"/>
                  </a:cubicBezTo>
                  <a:cubicBezTo>
                    <a:pt x="39187" y="213942"/>
                    <a:pt x="15375" y="228229"/>
                    <a:pt x="5850" y="252994"/>
                  </a:cubicBezTo>
                  <a:cubicBezTo>
                    <a:pt x="-18915" y="313954"/>
                    <a:pt x="40140" y="360627"/>
                    <a:pt x="85860" y="386344"/>
                  </a:cubicBezTo>
                  <a:cubicBezTo>
                    <a:pt x="123007" y="406347"/>
                    <a:pt x="163012" y="426349"/>
                    <a:pt x="203970" y="440637"/>
                  </a:cubicBezTo>
                  <a:cubicBezTo>
                    <a:pt x="246832" y="455877"/>
                    <a:pt x="290647" y="459687"/>
                    <a:pt x="334462" y="468260"/>
                  </a:cubicBezTo>
                  <a:cubicBezTo>
                    <a:pt x="425902" y="484452"/>
                    <a:pt x="516390" y="508265"/>
                    <a:pt x="608782" y="523504"/>
                  </a:cubicBezTo>
                  <a:cubicBezTo>
                    <a:pt x="702127" y="538744"/>
                    <a:pt x="798330" y="544460"/>
                    <a:pt x="893580" y="547317"/>
                  </a:cubicBezTo>
                  <a:cubicBezTo>
                    <a:pt x="970732" y="549222"/>
                    <a:pt x="1046932" y="547317"/>
                    <a:pt x="1124085" y="558747"/>
                  </a:cubicBezTo>
                  <a:cubicBezTo>
                    <a:pt x="1175520" y="566367"/>
                    <a:pt x="1226955" y="574940"/>
                    <a:pt x="1279342" y="578750"/>
                  </a:cubicBezTo>
                  <a:cubicBezTo>
                    <a:pt x="1331730" y="582560"/>
                    <a:pt x="1383165" y="576844"/>
                    <a:pt x="1435552" y="572082"/>
                  </a:cubicBezTo>
                  <a:cubicBezTo>
                    <a:pt x="1494607" y="567319"/>
                    <a:pt x="1553662" y="562557"/>
                    <a:pt x="1612717" y="556842"/>
                  </a:cubicBezTo>
                  <a:cubicBezTo>
                    <a:pt x="1667962" y="552080"/>
                    <a:pt x="1725112" y="546365"/>
                    <a:pt x="1778452" y="527315"/>
                  </a:cubicBezTo>
                  <a:cubicBezTo>
                    <a:pt x="1850842" y="502549"/>
                    <a:pt x="1926090" y="486357"/>
                    <a:pt x="2002290" y="473974"/>
                  </a:cubicBezTo>
                  <a:cubicBezTo>
                    <a:pt x="2054677" y="465402"/>
                    <a:pt x="2108970" y="448257"/>
                    <a:pt x="2148022" y="409204"/>
                  </a:cubicBezTo>
                  <a:cubicBezTo>
                    <a:pt x="2166120" y="391107"/>
                    <a:pt x="2191837" y="382535"/>
                    <a:pt x="2210887" y="364437"/>
                  </a:cubicBezTo>
                  <a:cubicBezTo>
                    <a:pt x="2239462" y="339672"/>
                    <a:pt x="2279467" y="291094"/>
                    <a:pt x="2241367" y="255852"/>
                  </a:cubicBezTo>
                  <a:cubicBezTo>
                    <a:pt x="2239462" y="254899"/>
                    <a:pt x="2237557" y="252994"/>
                    <a:pt x="2236605" y="252042"/>
                  </a:cubicBezTo>
                  <a:close/>
                  <a:moveTo>
                    <a:pt x="1828935" y="413967"/>
                  </a:moveTo>
                  <a:lnTo>
                    <a:pt x="1828935" y="413967"/>
                  </a:lnTo>
                  <a:lnTo>
                    <a:pt x="1828935" y="413967"/>
                  </a:lnTo>
                  <a:lnTo>
                    <a:pt x="1828935" y="413967"/>
                  </a:lnTo>
                  <a:lnTo>
                    <a:pt x="1828935" y="413967"/>
                  </a:lnTo>
                  <a:lnTo>
                    <a:pt x="1828935" y="413967"/>
                  </a:lnTo>
                  <a:close/>
                  <a:moveTo>
                    <a:pt x="1446030" y="460640"/>
                  </a:moveTo>
                  <a:lnTo>
                    <a:pt x="1446030" y="460640"/>
                  </a:lnTo>
                  <a:cubicBezTo>
                    <a:pt x="1446982" y="459687"/>
                    <a:pt x="1447935" y="459687"/>
                    <a:pt x="1448887" y="459687"/>
                  </a:cubicBezTo>
                  <a:cubicBezTo>
                    <a:pt x="1447935" y="460640"/>
                    <a:pt x="1447935" y="460640"/>
                    <a:pt x="1447935" y="461592"/>
                  </a:cubicBezTo>
                  <a:cubicBezTo>
                    <a:pt x="1447935" y="461592"/>
                    <a:pt x="1446982" y="460640"/>
                    <a:pt x="1446030" y="460640"/>
                  </a:cubicBezTo>
                  <a:lnTo>
                    <a:pt x="1446030" y="460640"/>
                  </a:lnTo>
                  <a:close/>
                  <a:moveTo>
                    <a:pt x="1478415" y="366342"/>
                  </a:moveTo>
                  <a:lnTo>
                    <a:pt x="1478415" y="366342"/>
                  </a:lnTo>
                  <a:cubicBezTo>
                    <a:pt x="1478415" y="366342"/>
                    <a:pt x="1478415" y="366342"/>
                    <a:pt x="1478415" y="366342"/>
                  </a:cubicBezTo>
                  <a:cubicBezTo>
                    <a:pt x="1478415" y="366342"/>
                    <a:pt x="1478415" y="366342"/>
                    <a:pt x="1478415" y="366342"/>
                  </a:cubicBezTo>
                  <a:lnTo>
                    <a:pt x="1478415" y="366342"/>
                  </a:lnTo>
                  <a:lnTo>
                    <a:pt x="1478415" y="366342"/>
                  </a:lnTo>
                  <a:cubicBezTo>
                    <a:pt x="1478415" y="366342"/>
                    <a:pt x="1478415" y="366342"/>
                    <a:pt x="1478415" y="366342"/>
                  </a:cubicBezTo>
                  <a:lnTo>
                    <a:pt x="1478415" y="366342"/>
                  </a:lnTo>
                  <a:cubicBezTo>
                    <a:pt x="1478415" y="366342"/>
                    <a:pt x="1478415" y="366342"/>
                    <a:pt x="1478415" y="366342"/>
                  </a:cubicBezTo>
                  <a:cubicBezTo>
                    <a:pt x="1478415" y="366342"/>
                    <a:pt x="1478415" y="366342"/>
                    <a:pt x="1478415" y="366342"/>
                  </a:cubicBezTo>
                  <a:cubicBezTo>
                    <a:pt x="1478415" y="366342"/>
                    <a:pt x="1479367" y="366342"/>
                    <a:pt x="1479367" y="366342"/>
                  </a:cubicBezTo>
                  <a:lnTo>
                    <a:pt x="1479367" y="367294"/>
                  </a:lnTo>
                  <a:cubicBezTo>
                    <a:pt x="1479367" y="366342"/>
                    <a:pt x="1478415" y="366342"/>
                    <a:pt x="1478415" y="366342"/>
                  </a:cubicBezTo>
                  <a:lnTo>
                    <a:pt x="1478415" y="366342"/>
                  </a:lnTo>
                  <a:close/>
                  <a:moveTo>
                    <a:pt x="1331730" y="158697"/>
                  </a:moveTo>
                  <a:cubicBezTo>
                    <a:pt x="1330777" y="157744"/>
                    <a:pt x="1329825" y="157744"/>
                    <a:pt x="1328872" y="156792"/>
                  </a:cubicBezTo>
                  <a:cubicBezTo>
                    <a:pt x="1329825" y="156792"/>
                    <a:pt x="1330777" y="156792"/>
                    <a:pt x="1331730" y="157744"/>
                  </a:cubicBezTo>
                  <a:cubicBezTo>
                    <a:pt x="1331730" y="157744"/>
                    <a:pt x="1331730" y="157744"/>
                    <a:pt x="1331730" y="158697"/>
                  </a:cubicBezTo>
                  <a:lnTo>
                    <a:pt x="1331730" y="158697"/>
                  </a:lnTo>
                  <a:close/>
                  <a:moveTo>
                    <a:pt x="949777" y="92022"/>
                  </a:moveTo>
                  <a:lnTo>
                    <a:pt x="949777" y="92022"/>
                  </a:lnTo>
                  <a:lnTo>
                    <a:pt x="949777" y="92022"/>
                  </a:lnTo>
                  <a:lnTo>
                    <a:pt x="949777" y="92022"/>
                  </a:lnTo>
                  <a:lnTo>
                    <a:pt x="949777" y="92022"/>
                  </a:lnTo>
                  <a:close/>
                  <a:moveTo>
                    <a:pt x="339225" y="366342"/>
                  </a:moveTo>
                  <a:lnTo>
                    <a:pt x="339225" y="366342"/>
                  </a:lnTo>
                  <a:cubicBezTo>
                    <a:pt x="340177" y="366342"/>
                    <a:pt x="340177" y="366342"/>
                    <a:pt x="339225" y="366342"/>
                  </a:cubicBezTo>
                  <a:cubicBezTo>
                    <a:pt x="340177" y="366342"/>
                    <a:pt x="340177" y="366342"/>
                    <a:pt x="339225" y="366342"/>
                  </a:cubicBezTo>
                  <a:lnTo>
                    <a:pt x="339225" y="366342"/>
                  </a:lnTo>
                  <a:lnTo>
                    <a:pt x="339225" y="366342"/>
                  </a:lnTo>
                  <a:lnTo>
                    <a:pt x="339225" y="366342"/>
                  </a:lnTo>
                  <a:close/>
                </a:path>
              </a:pathLst>
            </a:custGeom>
            <a:solidFill>
              <a:srgbClr val="974D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887A806D-D915-49D6-8840-7A61E8E8BF76}"/>
                </a:ext>
              </a:extLst>
            </p:cNvPr>
            <p:cNvSpPr/>
            <p:nvPr/>
          </p:nvSpPr>
          <p:spPr>
            <a:xfrm>
              <a:off x="8170443" y="5414656"/>
              <a:ext cx="282892" cy="94258"/>
            </a:xfrm>
            <a:custGeom>
              <a:avLst/>
              <a:gdLst>
                <a:gd name="connsiteX0" fmla="*/ 199072 w 282892"/>
                <a:gd name="connsiteY0" fmla="*/ 2818 h 94258"/>
                <a:gd name="connsiteX1" fmla="*/ 91440 w 282892"/>
                <a:gd name="connsiteY1" fmla="*/ 19011 h 94258"/>
                <a:gd name="connsiteX2" fmla="*/ 39053 w 282892"/>
                <a:gd name="connsiteY2" fmla="*/ 29488 h 94258"/>
                <a:gd name="connsiteX3" fmla="*/ 2858 w 282892"/>
                <a:gd name="connsiteY3" fmla="*/ 42823 h 94258"/>
                <a:gd name="connsiteX4" fmla="*/ 0 w 282892"/>
                <a:gd name="connsiteY4" fmla="*/ 94258 h 94258"/>
                <a:gd name="connsiteX5" fmla="*/ 19050 w 282892"/>
                <a:gd name="connsiteY5" fmla="*/ 90448 h 94258"/>
                <a:gd name="connsiteX6" fmla="*/ 147638 w 282892"/>
                <a:gd name="connsiteY6" fmla="*/ 52348 h 94258"/>
                <a:gd name="connsiteX7" fmla="*/ 219075 w 282892"/>
                <a:gd name="connsiteY7" fmla="*/ 35203 h 94258"/>
                <a:gd name="connsiteX8" fmla="*/ 282892 w 282892"/>
                <a:gd name="connsiteY8" fmla="*/ 913 h 94258"/>
                <a:gd name="connsiteX9" fmla="*/ 199072 w 282892"/>
                <a:gd name="connsiteY9" fmla="*/ 2818 h 94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2892" h="94258">
                  <a:moveTo>
                    <a:pt x="199072" y="2818"/>
                  </a:moveTo>
                  <a:cubicBezTo>
                    <a:pt x="162878" y="1866"/>
                    <a:pt x="126683" y="10438"/>
                    <a:pt x="91440" y="19011"/>
                  </a:cubicBezTo>
                  <a:cubicBezTo>
                    <a:pt x="74295" y="22821"/>
                    <a:pt x="56197" y="26631"/>
                    <a:pt x="39053" y="29488"/>
                  </a:cubicBezTo>
                  <a:cubicBezTo>
                    <a:pt x="25717" y="31393"/>
                    <a:pt x="7620" y="29488"/>
                    <a:pt x="2858" y="42823"/>
                  </a:cubicBezTo>
                  <a:cubicBezTo>
                    <a:pt x="0" y="48538"/>
                    <a:pt x="4763" y="92353"/>
                    <a:pt x="0" y="94258"/>
                  </a:cubicBezTo>
                  <a:cubicBezTo>
                    <a:pt x="6667" y="92353"/>
                    <a:pt x="12383" y="91401"/>
                    <a:pt x="19050" y="90448"/>
                  </a:cubicBezTo>
                  <a:cubicBezTo>
                    <a:pt x="62865" y="79971"/>
                    <a:pt x="104775" y="64731"/>
                    <a:pt x="147638" y="52348"/>
                  </a:cubicBezTo>
                  <a:cubicBezTo>
                    <a:pt x="171450" y="45681"/>
                    <a:pt x="195263" y="42823"/>
                    <a:pt x="219075" y="35203"/>
                  </a:cubicBezTo>
                  <a:cubicBezTo>
                    <a:pt x="241935" y="27583"/>
                    <a:pt x="260985" y="12343"/>
                    <a:pt x="282892" y="913"/>
                  </a:cubicBezTo>
                  <a:cubicBezTo>
                    <a:pt x="253365" y="-1944"/>
                    <a:pt x="226695" y="2818"/>
                    <a:pt x="199072" y="2818"/>
                  </a:cubicBezTo>
                  <a:close/>
                </a:path>
              </a:pathLst>
            </a:custGeom>
            <a:solidFill>
              <a:srgbClr val="C368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xmlns="" id="{E6784A21-B57E-40C8-8786-619AC76E46E6}"/>
                </a:ext>
              </a:extLst>
            </p:cNvPr>
            <p:cNvSpPr/>
            <p:nvPr/>
          </p:nvSpPr>
          <p:spPr>
            <a:xfrm>
              <a:off x="7635138" y="5536595"/>
              <a:ext cx="323850" cy="38283"/>
            </a:xfrm>
            <a:custGeom>
              <a:avLst/>
              <a:gdLst>
                <a:gd name="connsiteX0" fmla="*/ 0 w 323850"/>
                <a:gd name="connsiteY0" fmla="*/ 34232 h 38283"/>
                <a:gd name="connsiteX1" fmla="*/ 323850 w 323850"/>
                <a:gd name="connsiteY1" fmla="*/ 18039 h 38283"/>
                <a:gd name="connsiteX2" fmla="*/ 0 w 323850"/>
                <a:gd name="connsiteY2" fmla="*/ 34232 h 38283"/>
                <a:gd name="connsiteX3" fmla="*/ 0 w 323850"/>
                <a:gd name="connsiteY3" fmla="*/ 34232 h 3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" h="38283">
                  <a:moveTo>
                    <a:pt x="0" y="34232"/>
                  </a:moveTo>
                  <a:cubicBezTo>
                    <a:pt x="106680" y="44709"/>
                    <a:pt x="214313" y="33279"/>
                    <a:pt x="323850" y="18039"/>
                  </a:cubicBezTo>
                  <a:cubicBezTo>
                    <a:pt x="211455" y="-3868"/>
                    <a:pt x="102870" y="-13393"/>
                    <a:pt x="0" y="34232"/>
                  </a:cubicBezTo>
                  <a:lnTo>
                    <a:pt x="0" y="34232"/>
                  </a:lnTo>
                  <a:close/>
                </a:path>
              </a:pathLst>
            </a:custGeom>
            <a:solidFill>
              <a:srgbClr val="C368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xmlns="" id="{C377F653-632B-4947-ABC6-7BEE8017C584}"/>
                </a:ext>
              </a:extLst>
            </p:cNvPr>
            <p:cNvSpPr/>
            <p:nvPr/>
          </p:nvSpPr>
          <p:spPr>
            <a:xfrm>
              <a:off x="7006488" y="5517260"/>
              <a:ext cx="314325" cy="37927"/>
            </a:xfrm>
            <a:custGeom>
              <a:avLst/>
              <a:gdLst>
                <a:gd name="connsiteX0" fmla="*/ 0 w 314325"/>
                <a:gd name="connsiteY0" fmla="*/ 4036 h 37927"/>
                <a:gd name="connsiteX1" fmla="*/ 314325 w 314325"/>
                <a:gd name="connsiteY1" fmla="*/ 28801 h 37927"/>
                <a:gd name="connsiteX2" fmla="*/ 0 w 314325"/>
                <a:gd name="connsiteY2" fmla="*/ 4036 h 37927"/>
                <a:gd name="connsiteX3" fmla="*/ 0 w 314325"/>
                <a:gd name="connsiteY3" fmla="*/ 4036 h 3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37927">
                  <a:moveTo>
                    <a:pt x="0" y="4036"/>
                  </a:moveTo>
                  <a:cubicBezTo>
                    <a:pt x="103822" y="16419"/>
                    <a:pt x="204788" y="55471"/>
                    <a:pt x="314325" y="28801"/>
                  </a:cubicBezTo>
                  <a:cubicBezTo>
                    <a:pt x="257175" y="6894"/>
                    <a:pt x="86677" y="-7394"/>
                    <a:pt x="0" y="4036"/>
                  </a:cubicBezTo>
                  <a:lnTo>
                    <a:pt x="0" y="4036"/>
                  </a:lnTo>
                  <a:close/>
                </a:path>
              </a:pathLst>
            </a:custGeom>
            <a:solidFill>
              <a:srgbClr val="C368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xmlns="" id="{800D1BB0-4462-4928-A1B2-48E1501C02CE}"/>
                </a:ext>
              </a:extLst>
            </p:cNvPr>
            <p:cNvSpPr/>
            <p:nvPr/>
          </p:nvSpPr>
          <p:spPr>
            <a:xfrm>
              <a:off x="6701688" y="5451159"/>
              <a:ext cx="161925" cy="47277"/>
            </a:xfrm>
            <a:custGeom>
              <a:avLst/>
              <a:gdLst>
                <a:gd name="connsiteX0" fmla="*/ 119063 w 161925"/>
                <a:gd name="connsiteY0" fmla="*/ 605 h 47277"/>
                <a:gd name="connsiteX1" fmla="*/ 0 w 161925"/>
                <a:gd name="connsiteY1" fmla="*/ 15845 h 47277"/>
                <a:gd name="connsiteX2" fmla="*/ 161925 w 161925"/>
                <a:gd name="connsiteY2" fmla="*/ 47278 h 47277"/>
                <a:gd name="connsiteX3" fmla="*/ 119063 w 161925"/>
                <a:gd name="connsiteY3" fmla="*/ 605 h 47277"/>
                <a:gd name="connsiteX4" fmla="*/ 119063 w 161925"/>
                <a:gd name="connsiteY4" fmla="*/ 605 h 4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47277">
                  <a:moveTo>
                    <a:pt x="119063" y="605"/>
                  </a:moveTo>
                  <a:cubicBezTo>
                    <a:pt x="78105" y="-2252"/>
                    <a:pt x="39053" y="5368"/>
                    <a:pt x="0" y="15845"/>
                  </a:cubicBezTo>
                  <a:cubicBezTo>
                    <a:pt x="54293" y="25370"/>
                    <a:pt x="107632" y="35848"/>
                    <a:pt x="161925" y="47278"/>
                  </a:cubicBezTo>
                  <a:cubicBezTo>
                    <a:pt x="160020" y="16798"/>
                    <a:pt x="145733" y="2510"/>
                    <a:pt x="119063" y="605"/>
                  </a:cubicBezTo>
                  <a:lnTo>
                    <a:pt x="119063" y="605"/>
                  </a:lnTo>
                  <a:close/>
                </a:path>
              </a:pathLst>
            </a:custGeom>
            <a:solidFill>
              <a:srgbClr val="C368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xmlns="" id="{EF458ABA-F388-49FF-B97D-5667D9C94C1F}"/>
                </a:ext>
              </a:extLst>
            </p:cNvPr>
            <p:cNvSpPr/>
            <p:nvPr/>
          </p:nvSpPr>
          <p:spPr>
            <a:xfrm>
              <a:off x="6444916" y="5049069"/>
              <a:ext cx="2066226" cy="493423"/>
            </a:xfrm>
            <a:custGeom>
              <a:avLst/>
              <a:gdLst>
                <a:gd name="connsiteX0" fmla="*/ 2042709 w 2066226"/>
                <a:gd name="connsiteY0" fmla="*/ 229340 h 493423"/>
                <a:gd name="connsiteX1" fmla="*/ 2036994 w 2066226"/>
                <a:gd name="connsiteY1" fmla="*/ 227435 h 493423"/>
                <a:gd name="connsiteX2" fmla="*/ 1980797 w 2066226"/>
                <a:gd name="connsiteY2" fmla="*/ 199812 h 493423"/>
                <a:gd name="connsiteX3" fmla="*/ 1973177 w 2066226"/>
                <a:gd name="connsiteY3" fmla="*/ 183620 h 493423"/>
                <a:gd name="connsiteX4" fmla="*/ 1956984 w 2066226"/>
                <a:gd name="connsiteY4" fmla="*/ 171237 h 493423"/>
                <a:gd name="connsiteX5" fmla="*/ 1843637 w 2066226"/>
                <a:gd name="connsiteY5" fmla="*/ 137900 h 493423"/>
                <a:gd name="connsiteX6" fmla="*/ 1826492 w 2066226"/>
                <a:gd name="connsiteY6" fmla="*/ 130280 h 493423"/>
                <a:gd name="connsiteX7" fmla="*/ 1728384 w 2066226"/>
                <a:gd name="connsiteY7" fmla="*/ 75987 h 493423"/>
                <a:gd name="connsiteX8" fmla="*/ 1623609 w 2066226"/>
                <a:gd name="connsiteY8" fmla="*/ 67415 h 493423"/>
                <a:gd name="connsiteX9" fmla="*/ 1454064 w 2066226"/>
                <a:gd name="connsiteY9" fmla="*/ 44555 h 493423"/>
                <a:gd name="connsiteX10" fmla="*/ 1308332 w 2066226"/>
                <a:gd name="connsiteY10" fmla="*/ 35030 h 493423"/>
                <a:gd name="connsiteX11" fmla="*/ 961622 w 2066226"/>
                <a:gd name="connsiteY11" fmla="*/ 4550 h 493423"/>
                <a:gd name="connsiteX12" fmla="*/ 895899 w 2066226"/>
                <a:gd name="connsiteY12" fmla="*/ 15027 h 493423"/>
                <a:gd name="connsiteX13" fmla="*/ 795887 w 2066226"/>
                <a:gd name="connsiteY13" fmla="*/ 18837 h 493423"/>
                <a:gd name="connsiteX14" fmla="*/ 519662 w 2066226"/>
                <a:gd name="connsiteY14" fmla="*/ 47412 h 493423"/>
                <a:gd name="connsiteX15" fmla="*/ 402504 w 2066226"/>
                <a:gd name="connsiteY15" fmla="*/ 75035 h 493423"/>
                <a:gd name="connsiteX16" fmla="*/ 278679 w 2066226"/>
                <a:gd name="connsiteY16" fmla="*/ 95037 h 493423"/>
                <a:gd name="connsiteX17" fmla="*/ 171047 w 2066226"/>
                <a:gd name="connsiteY17" fmla="*/ 109325 h 493423"/>
                <a:gd name="connsiteX18" fmla="*/ 88179 w 2066226"/>
                <a:gd name="connsiteY18" fmla="*/ 138852 h 493423"/>
                <a:gd name="connsiteX19" fmla="*/ 64367 w 2066226"/>
                <a:gd name="connsiteY19" fmla="*/ 167427 h 493423"/>
                <a:gd name="connsiteX20" fmla="*/ 7217 w 2066226"/>
                <a:gd name="connsiteY20" fmla="*/ 234102 h 493423"/>
                <a:gd name="connsiteX21" fmla="*/ 14837 w 2066226"/>
                <a:gd name="connsiteY21" fmla="*/ 274107 h 493423"/>
                <a:gd name="connsiteX22" fmla="*/ 40554 w 2066226"/>
                <a:gd name="connsiteY22" fmla="*/ 285537 h 493423"/>
                <a:gd name="connsiteX23" fmla="*/ 113897 w 2066226"/>
                <a:gd name="connsiteY23" fmla="*/ 345545 h 493423"/>
                <a:gd name="connsiteX24" fmla="*/ 147234 w 2066226"/>
                <a:gd name="connsiteY24" fmla="*/ 372215 h 493423"/>
                <a:gd name="connsiteX25" fmla="*/ 240579 w 2066226"/>
                <a:gd name="connsiteY25" fmla="*/ 378882 h 493423"/>
                <a:gd name="connsiteX26" fmla="*/ 336782 w 2066226"/>
                <a:gd name="connsiteY26" fmla="*/ 370310 h 493423"/>
                <a:gd name="connsiteX27" fmla="*/ 402504 w 2066226"/>
                <a:gd name="connsiteY27" fmla="*/ 395075 h 493423"/>
                <a:gd name="connsiteX28" fmla="*/ 459654 w 2066226"/>
                <a:gd name="connsiteY28" fmla="*/ 436032 h 493423"/>
                <a:gd name="connsiteX29" fmla="*/ 603482 w 2066226"/>
                <a:gd name="connsiteY29" fmla="*/ 443652 h 493423"/>
                <a:gd name="connsiteX30" fmla="*/ 695874 w 2066226"/>
                <a:gd name="connsiteY30" fmla="*/ 433175 h 493423"/>
                <a:gd name="connsiteX31" fmla="*/ 785409 w 2066226"/>
                <a:gd name="connsiteY31" fmla="*/ 458892 h 493423"/>
                <a:gd name="connsiteX32" fmla="*/ 921617 w 2066226"/>
                <a:gd name="connsiteY32" fmla="*/ 486515 h 493423"/>
                <a:gd name="connsiteX33" fmla="*/ 1061634 w 2066226"/>
                <a:gd name="connsiteY33" fmla="*/ 492230 h 493423"/>
                <a:gd name="connsiteX34" fmla="*/ 1211177 w 2066226"/>
                <a:gd name="connsiteY34" fmla="*/ 480800 h 493423"/>
                <a:gd name="connsiteX35" fmla="*/ 1352147 w 2066226"/>
                <a:gd name="connsiteY35" fmla="*/ 443652 h 493423"/>
                <a:gd name="connsiteX36" fmla="*/ 1526454 w 2066226"/>
                <a:gd name="connsiteY36" fmla="*/ 465560 h 493423"/>
                <a:gd name="connsiteX37" fmla="*/ 1623609 w 2066226"/>
                <a:gd name="connsiteY37" fmla="*/ 455082 h 493423"/>
                <a:gd name="connsiteX38" fmla="*/ 1713144 w 2066226"/>
                <a:gd name="connsiteY38" fmla="*/ 374120 h 493423"/>
                <a:gd name="connsiteX39" fmla="*/ 1798869 w 2066226"/>
                <a:gd name="connsiteY39" fmla="*/ 356975 h 493423"/>
                <a:gd name="connsiteX40" fmla="*/ 1882689 w 2066226"/>
                <a:gd name="connsiteY40" fmla="*/ 334115 h 493423"/>
                <a:gd name="connsiteX41" fmla="*/ 2047472 w 2066226"/>
                <a:gd name="connsiteY41" fmla="*/ 282680 h 493423"/>
                <a:gd name="connsiteX42" fmla="*/ 2062712 w 2066226"/>
                <a:gd name="connsiteY42" fmla="*/ 241722 h 493423"/>
                <a:gd name="connsiteX43" fmla="*/ 2042709 w 2066226"/>
                <a:gd name="connsiteY43" fmla="*/ 229340 h 493423"/>
                <a:gd name="connsiteX44" fmla="*/ 224387 w 2066226"/>
                <a:gd name="connsiteY44" fmla="*/ 343640 h 493423"/>
                <a:gd name="connsiteX45" fmla="*/ 224387 w 2066226"/>
                <a:gd name="connsiteY45" fmla="*/ 343640 h 493423"/>
                <a:gd name="connsiteX46" fmla="*/ 224387 w 2066226"/>
                <a:gd name="connsiteY46" fmla="*/ 343640 h 493423"/>
                <a:gd name="connsiteX47" fmla="*/ 224387 w 2066226"/>
                <a:gd name="connsiteY47" fmla="*/ 343640 h 493423"/>
                <a:gd name="connsiteX48" fmla="*/ 224387 w 2066226"/>
                <a:gd name="connsiteY48" fmla="*/ 343640 h 493423"/>
                <a:gd name="connsiteX49" fmla="*/ 224387 w 2066226"/>
                <a:gd name="connsiteY49" fmla="*/ 343640 h 493423"/>
                <a:gd name="connsiteX50" fmla="*/ 224387 w 2066226"/>
                <a:gd name="connsiteY50" fmla="*/ 343640 h 493423"/>
                <a:gd name="connsiteX51" fmla="*/ 1217844 w 2066226"/>
                <a:gd name="connsiteY51" fmla="*/ 141710 h 493423"/>
                <a:gd name="connsiteX52" fmla="*/ 1214987 w 2066226"/>
                <a:gd name="connsiteY52" fmla="*/ 139805 h 493423"/>
                <a:gd name="connsiteX53" fmla="*/ 1217844 w 2066226"/>
                <a:gd name="connsiteY53" fmla="*/ 140757 h 493423"/>
                <a:gd name="connsiteX54" fmla="*/ 1217844 w 2066226"/>
                <a:gd name="connsiteY54" fmla="*/ 141710 h 493423"/>
                <a:gd name="connsiteX55" fmla="*/ 1217844 w 2066226"/>
                <a:gd name="connsiteY55" fmla="*/ 141710 h 493423"/>
                <a:gd name="connsiteX56" fmla="*/ 1365482 w 2066226"/>
                <a:gd name="connsiteY56" fmla="*/ 343640 h 493423"/>
                <a:gd name="connsiteX57" fmla="*/ 1365482 w 2066226"/>
                <a:gd name="connsiteY57" fmla="*/ 343640 h 493423"/>
                <a:gd name="connsiteX58" fmla="*/ 1365482 w 2066226"/>
                <a:gd name="connsiteY58" fmla="*/ 343640 h 493423"/>
                <a:gd name="connsiteX59" fmla="*/ 1365482 w 2066226"/>
                <a:gd name="connsiteY59" fmla="*/ 343640 h 493423"/>
                <a:gd name="connsiteX60" fmla="*/ 1365482 w 2066226"/>
                <a:gd name="connsiteY60" fmla="*/ 343640 h 493423"/>
                <a:gd name="connsiteX61" fmla="*/ 1365482 w 2066226"/>
                <a:gd name="connsiteY61" fmla="*/ 343640 h 493423"/>
                <a:gd name="connsiteX62" fmla="*/ 1365482 w 2066226"/>
                <a:gd name="connsiteY62" fmla="*/ 343640 h 493423"/>
                <a:gd name="connsiteX63" fmla="*/ 1365482 w 2066226"/>
                <a:gd name="connsiteY63" fmla="*/ 343640 h 493423"/>
                <a:gd name="connsiteX64" fmla="*/ 1365482 w 2066226"/>
                <a:gd name="connsiteY64" fmla="*/ 343640 h 493423"/>
                <a:gd name="connsiteX65" fmla="*/ 1365482 w 2066226"/>
                <a:gd name="connsiteY65" fmla="*/ 343640 h 493423"/>
                <a:gd name="connsiteX66" fmla="*/ 1366434 w 2066226"/>
                <a:gd name="connsiteY66" fmla="*/ 343640 h 493423"/>
                <a:gd name="connsiteX67" fmla="*/ 1366434 w 2066226"/>
                <a:gd name="connsiteY67" fmla="*/ 344592 h 493423"/>
                <a:gd name="connsiteX68" fmla="*/ 1365482 w 2066226"/>
                <a:gd name="connsiteY68" fmla="*/ 343640 h 493423"/>
                <a:gd name="connsiteX69" fmla="*/ 1365482 w 2066226"/>
                <a:gd name="connsiteY69" fmla="*/ 343640 h 493423"/>
                <a:gd name="connsiteX70" fmla="*/ 835892 w 2066226"/>
                <a:gd name="connsiteY70" fmla="*/ 76940 h 493423"/>
                <a:gd name="connsiteX71" fmla="*/ 835892 w 2066226"/>
                <a:gd name="connsiteY71" fmla="*/ 76940 h 493423"/>
                <a:gd name="connsiteX72" fmla="*/ 835892 w 2066226"/>
                <a:gd name="connsiteY72" fmla="*/ 76940 h 493423"/>
                <a:gd name="connsiteX73" fmla="*/ 835892 w 2066226"/>
                <a:gd name="connsiteY73" fmla="*/ 76940 h 493423"/>
                <a:gd name="connsiteX74" fmla="*/ 835892 w 2066226"/>
                <a:gd name="connsiteY74" fmla="*/ 76940 h 493423"/>
                <a:gd name="connsiteX75" fmla="*/ 1333097 w 2066226"/>
                <a:gd name="connsiteY75" fmla="*/ 436032 h 493423"/>
                <a:gd name="connsiteX76" fmla="*/ 1335954 w 2066226"/>
                <a:gd name="connsiteY76" fmla="*/ 435080 h 493423"/>
                <a:gd name="connsiteX77" fmla="*/ 1335002 w 2066226"/>
                <a:gd name="connsiteY77" fmla="*/ 436985 h 493423"/>
                <a:gd name="connsiteX78" fmla="*/ 1333097 w 2066226"/>
                <a:gd name="connsiteY78" fmla="*/ 436032 h 493423"/>
                <a:gd name="connsiteX79" fmla="*/ 1333097 w 2066226"/>
                <a:gd name="connsiteY79" fmla="*/ 436032 h 493423"/>
                <a:gd name="connsiteX80" fmla="*/ 1333097 w 2066226"/>
                <a:gd name="connsiteY80" fmla="*/ 436032 h 493423"/>
                <a:gd name="connsiteX81" fmla="*/ 855894 w 2066226"/>
                <a:gd name="connsiteY81" fmla="*/ 24552 h 493423"/>
                <a:gd name="connsiteX82" fmla="*/ 857799 w 2066226"/>
                <a:gd name="connsiteY82" fmla="*/ 22647 h 493423"/>
                <a:gd name="connsiteX83" fmla="*/ 855894 w 2066226"/>
                <a:gd name="connsiteY83" fmla="*/ 24552 h 493423"/>
                <a:gd name="connsiteX84" fmla="*/ 855894 w 2066226"/>
                <a:gd name="connsiteY84" fmla="*/ 24552 h 49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2066226" h="493423">
                  <a:moveTo>
                    <a:pt x="2042709" y="229340"/>
                  </a:moveTo>
                  <a:cubicBezTo>
                    <a:pt x="2040804" y="228387"/>
                    <a:pt x="2038899" y="227435"/>
                    <a:pt x="2036994" y="227435"/>
                  </a:cubicBezTo>
                  <a:cubicBezTo>
                    <a:pt x="2019849" y="220767"/>
                    <a:pt x="1989369" y="217910"/>
                    <a:pt x="1980797" y="199812"/>
                  </a:cubicBezTo>
                  <a:cubicBezTo>
                    <a:pt x="1977939" y="195050"/>
                    <a:pt x="1976987" y="188382"/>
                    <a:pt x="1973177" y="183620"/>
                  </a:cubicBezTo>
                  <a:cubicBezTo>
                    <a:pt x="1969367" y="177905"/>
                    <a:pt x="1962699" y="174095"/>
                    <a:pt x="1956984" y="171237"/>
                  </a:cubicBezTo>
                  <a:cubicBezTo>
                    <a:pt x="1921742" y="153140"/>
                    <a:pt x="1883642" y="140757"/>
                    <a:pt x="1843637" y="137900"/>
                  </a:cubicBezTo>
                  <a:cubicBezTo>
                    <a:pt x="1836017" y="136947"/>
                    <a:pt x="1830302" y="135995"/>
                    <a:pt x="1826492" y="130280"/>
                  </a:cubicBezTo>
                  <a:cubicBezTo>
                    <a:pt x="1798869" y="100752"/>
                    <a:pt x="1767437" y="81702"/>
                    <a:pt x="1728384" y="75987"/>
                  </a:cubicBezTo>
                  <a:cubicBezTo>
                    <a:pt x="1690284" y="70272"/>
                    <a:pt x="1658852" y="80750"/>
                    <a:pt x="1623609" y="67415"/>
                  </a:cubicBezTo>
                  <a:cubicBezTo>
                    <a:pt x="1576937" y="50270"/>
                    <a:pt x="1504547" y="47412"/>
                    <a:pt x="1454064" y="44555"/>
                  </a:cubicBezTo>
                  <a:cubicBezTo>
                    <a:pt x="1404534" y="41697"/>
                    <a:pt x="1356909" y="45507"/>
                    <a:pt x="1308332" y="35030"/>
                  </a:cubicBezTo>
                  <a:cubicBezTo>
                    <a:pt x="1194032" y="12170"/>
                    <a:pt x="1079732" y="-9738"/>
                    <a:pt x="961622" y="4550"/>
                  </a:cubicBezTo>
                  <a:cubicBezTo>
                    <a:pt x="939714" y="4550"/>
                    <a:pt x="917807" y="12170"/>
                    <a:pt x="895899" y="15027"/>
                  </a:cubicBezTo>
                  <a:cubicBezTo>
                    <a:pt x="870182" y="18837"/>
                    <a:pt x="821604" y="15027"/>
                    <a:pt x="795887" y="18837"/>
                  </a:cubicBezTo>
                  <a:cubicBezTo>
                    <a:pt x="695874" y="32172"/>
                    <a:pt x="620627" y="47412"/>
                    <a:pt x="519662" y="47412"/>
                  </a:cubicBezTo>
                  <a:cubicBezTo>
                    <a:pt x="479657" y="47412"/>
                    <a:pt x="443462" y="69320"/>
                    <a:pt x="402504" y="75035"/>
                  </a:cubicBezTo>
                  <a:cubicBezTo>
                    <a:pt x="358689" y="81702"/>
                    <a:pt x="322494" y="94085"/>
                    <a:pt x="278679" y="95037"/>
                  </a:cubicBezTo>
                  <a:cubicBezTo>
                    <a:pt x="246294" y="95990"/>
                    <a:pt x="201527" y="98847"/>
                    <a:pt x="171047" y="109325"/>
                  </a:cubicBezTo>
                  <a:cubicBezTo>
                    <a:pt x="147234" y="117897"/>
                    <a:pt x="103419" y="115992"/>
                    <a:pt x="88179" y="138852"/>
                  </a:cubicBezTo>
                  <a:cubicBezTo>
                    <a:pt x="80559" y="150282"/>
                    <a:pt x="67224" y="154092"/>
                    <a:pt x="64367" y="167427"/>
                  </a:cubicBezTo>
                  <a:cubicBezTo>
                    <a:pt x="55794" y="200765"/>
                    <a:pt x="29124" y="214100"/>
                    <a:pt x="7217" y="234102"/>
                  </a:cubicBezTo>
                  <a:cubicBezTo>
                    <a:pt x="-6118" y="246485"/>
                    <a:pt x="549" y="266487"/>
                    <a:pt x="14837" y="274107"/>
                  </a:cubicBezTo>
                  <a:cubicBezTo>
                    <a:pt x="23409" y="278870"/>
                    <a:pt x="31982" y="283632"/>
                    <a:pt x="40554" y="285537"/>
                  </a:cubicBezTo>
                  <a:cubicBezTo>
                    <a:pt x="76749" y="292205"/>
                    <a:pt x="100562" y="312207"/>
                    <a:pt x="113897" y="345545"/>
                  </a:cubicBezTo>
                  <a:cubicBezTo>
                    <a:pt x="119612" y="360785"/>
                    <a:pt x="131994" y="367452"/>
                    <a:pt x="147234" y="372215"/>
                  </a:cubicBezTo>
                  <a:cubicBezTo>
                    <a:pt x="178667" y="382692"/>
                    <a:pt x="208194" y="380787"/>
                    <a:pt x="240579" y="378882"/>
                  </a:cubicBezTo>
                  <a:cubicBezTo>
                    <a:pt x="272964" y="376977"/>
                    <a:pt x="304397" y="368405"/>
                    <a:pt x="336782" y="370310"/>
                  </a:cubicBezTo>
                  <a:cubicBezTo>
                    <a:pt x="359642" y="372215"/>
                    <a:pt x="385359" y="378882"/>
                    <a:pt x="402504" y="395075"/>
                  </a:cubicBezTo>
                  <a:cubicBezTo>
                    <a:pt x="421554" y="412220"/>
                    <a:pt x="432984" y="428412"/>
                    <a:pt x="459654" y="436032"/>
                  </a:cubicBezTo>
                  <a:cubicBezTo>
                    <a:pt x="506327" y="450320"/>
                    <a:pt x="555857" y="448415"/>
                    <a:pt x="603482" y="443652"/>
                  </a:cubicBezTo>
                  <a:cubicBezTo>
                    <a:pt x="633962" y="439842"/>
                    <a:pt x="665394" y="432222"/>
                    <a:pt x="695874" y="433175"/>
                  </a:cubicBezTo>
                  <a:cubicBezTo>
                    <a:pt x="728259" y="434127"/>
                    <a:pt x="754929" y="449367"/>
                    <a:pt x="785409" y="458892"/>
                  </a:cubicBezTo>
                  <a:cubicBezTo>
                    <a:pt x="829224" y="474132"/>
                    <a:pt x="875897" y="481752"/>
                    <a:pt x="921617" y="486515"/>
                  </a:cubicBezTo>
                  <a:cubicBezTo>
                    <a:pt x="968289" y="491277"/>
                    <a:pt x="1014962" y="488420"/>
                    <a:pt x="1061634" y="492230"/>
                  </a:cubicBezTo>
                  <a:cubicBezTo>
                    <a:pt x="1112117" y="496040"/>
                    <a:pt x="1162599" y="490325"/>
                    <a:pt x="1211177" y="480800"/>
                  </a:cubicBezTo>
                  <a:cubicBezTo>
                    <a:pt x="1258802" y="471275"/>
                    <a:pt x="1304522" y="453177"/>
                    <a:pt x="1352147" y="443652"/>
                  </a:cubicBezTo>
                  <a:cubicBezTo>
                    <a:pt x="1408344" y="431270"/>
                    <a:pt x="1469304" y="462702"/>
                    <a:pt x="1526454" y="465560"/>
                  </a:cubicBezTo>
                  <a:cubicBezTo>
                    <a:pt x="1558839" y="466512"/>
                    <a:pt x="1592177" y="463655"/>
                    <a:pt x="1623609" y="455082"/>
                  </a:cubicBezTo>
                  <a:cubicBezTo>
                    <a:pt x="1654089" y="447462"/>
                    <a:pt x="1736004" y="421745"/>
                    <a:pt x="1713144" y="374120"/>
                  </a:cubicBezTo>
                  <a:cubicBezTo>
                    <a:pt x="1715049" y="376977"/>
                    <a:pt x="1791249" y="358880"/>
                    <a:pt x="1798869" y="356975"/>
                  </a:cubicBezTo>
                  <a:cubicBezTo>
                    <a:pt x="1827444" y="351260"/>
                    <a:pt x="1854114" y="339830"/>
                    <a:pt x="1882689" y="334115"/>
                  </a:cubicBezTo>
                  <a:cubicBezTo>
                    <a:pt x="1943649" y="336972"/>
                    <a:pt x="1996989" y="316017"/>
                    <a:pt x="2047472" y="282680"/>
                  </a:cubicBezTo>
                  <a:cubicBezTo>
                    <a:pt x="2060807" y="274107"/>
                    <a:pt x="2072237" y="256962"/>
                    <a:pt x="2062712" y="241722"/>
                  </a:cubicBezTo>
                  <a:cubicBezTo>
                    <a:pt x="2057949" y="236007"/>
                    <a:pt x="2050329" y="232197"/>
                    <a:pt x="2042709" y="229340"/>
                  </a:cubicBezTo>
                  <a:close/>
                  <a:moveTo>
                    <a:pt x="224387" y="343640"/>
                  </a:moveTo>
                  <a:cubicBezTo>
                    <a:pt x="225339" y="343640"/>
                    <a:pt x="225339" y="343640"/>
                    <a:pt x="224387" y="343640"/>
                  </a:cubicBezTo>
                  <a:cubicBezTo>
                    <a:pt x="225339" y="344592"/>
                    <a:pt x="225339" y="344592"/>
                    <a:pt x="224387" y="343640"/>
                  </a:cubicBezTo>
                  <a:cubicBezTo>
                    <a:pt x="225339" y="344592"/>
                    <a:pt x="225339" y="344592"/>
                    <a:pt x="224387" y="343640"/>
                  </a:cubicBezTo>
                  <a:cubicBezTo>
                    <a:pt x="225339" y="344592"/>
                    <a:pt x="224387" y="344592"/>
                    <a:pt x="224387" y="343640"/>
                  </a:cubicBezTo>
                  <a:lnTo>
                    <a:pt x="224387" y="343640"/>
                  </a:lnTo>
                  <a:lnTo>
                    <a:pt x="224387" y="343640"/>
                  </a:lnTo>
                  <a:close/>
                  <a:moveTo>
                    <a:pt x="1217844" y="141710"/>
                  </a:moveTo>
                  <a:cubicBezTo>
                    <a:pt x="1216892" y="140757"/>
                    <a:pt x="1215939" y="140757"/>
                    <a:pt x="1214987" y="139805"/>
                  </a:cubicBezTo>
                  <a:cubicBezTo>
                    <a:pt x="1215939" y="139805"/>
                    <a:pt x="1216892" y="139805"/>
                    <a:pt x="1217844" y="140757"/>
                  </a:cubicBezTo>
                  <a:cubicBezTo>
                    <a:pt x="1218797" y="140757"/>
                    <a:pt x="1217844" y="141710"/>
                    <a:pt x="1217844" y="141710"/>
                  </a:cubicBezTo>
                  <a:lnTo>
                    <a:pt x="1217844" y="141710"/>
                  </a:lnTo>
                  <a:close/>
                  <a:moveTo>
                    <a:pt x="1365482" y="343640"/>
                  </a:moveTo>
                  <a:lnTo>
                    <a:pt x="1365482" y="343640"/>
                  </a:lnTo>
                  <a:lnTo>
                    <a:pt x="1365482" y="343640"/>
                  </a:lnTo>
                  <a:lnTo>
                    <a:pt x="1365482" y="343640"/>
                  </a:lnTo>
                  <a:lnTo>
                    <a:pt x="1365482" y="343640"/>
                  </a:lnTo>
                  <a:lnTo>
                    <a:pt x="1365482" y="343640"/>
                  </a:lnTo>
                  <a:lnTo>
                    <a:pt x="1365482" y="343640"/>
                  </a:lnTo>
                  <a:lnTo>
                    <a:pt x="1365482" y="343640"/>
                  </a:lnTo>
                  <a:cubicBezTo>
                    <a:pt x="1364529" y="343640"/>
                    <a:pt x="1364529" y="343640"/>
                    <a:pt x="1365482" y="343640"/>
                  </a:cubicBezTo>
                  <a:cubicBezTo>
                    <a:pt x="1364529" y="343640"/>
                    <a:pt x="1364529" y="343640"/>
                    <a:pt x="1365482" y="343640"/>
                  </a:cubicBezTo>
                  <a:cubicBezTo>
                    <a:pt x="1365482" y="343640"/>
                    <a:pt x="1366434" y="343640"/>
                    <a:pt x="1366434" y="343640"/>
                  </a:cubicBezTo>
                  <a:lnTo>
                    <a:pt x="1366434" y="344592"/>
                  </a:lnTo>
                  <a:cubicBezTo>
                    <a:pt x="1365482" y="344592"/>
                    <a:pt x="1365482" y="344592"/>
                    <a:pt x="1365482" y="343640"/>
                  </a:cubicBezTo>
                  <a:lnTo>
                    <a:pt x="1365482" y="343640"/>
                  </a:lnTo>
                  <a:close/>
                  <a:moveTo>
                    <a:pt x="835892" y="76940"/>
                  </a:moveTo>
                  <a:lnTo>
                    <a:pt x="835892" y="76940"/>
                  </a:lnTo>
                  <a:cubicBezTo>
                    <a:pt x="835892" y="76940"/>
                    <a:pt x="835892" y="76940"/>
                    <a:pt x="835892" y="76940"/>
                  </a:cubicBezTo>
                  <a:cubicBezTo>
                    <a:pt x="835892" y="76940"/>
                    <a:pt x="835892" y="76940"/>
                    <a:pt x="835892" y="76940"/>
                  </a:cubicBezTo>
                  <a:lnTo>
                    <a:pt x="835892" y="76940"/>
                  </a:lnTo>
                  <a:close/>
                  <a:moveTo>
                    <a:pt x="1333097" y="436032"/>
                  </a:moveTo>
                  <a:cubicBezTo>
                    <a:pt x="1334049" y="435080"/>
                    <a:pt x="1335002" y="435080"/>
                    <a:pt x="1335954" y="435080"/>
                  </a:cubicBezTo>
                  <a:cubicBezTo>
                    <a:pt x="1335002" y="436032"/>
                    <a:pt x="1335002" y="436032"/>
                    <a:pt x="1335002" y="436985"/>
                  </a:cubicBezTo>
                  <a:cubicBezTo>
                    <a:pt x="1334049" y="436032"/>
                    <a:pt x="1333097" y="436032"/>
                    <a:pt x="1333097" y="436032"/>
                  </a:cubicBezTo>
                  <a:lnTo>
                    <a:pt x="1333097" y="436032"/>
                  </a:lnTo>
                  <a:lnTo>
                    <a:pt x="1333097" y="436032"/>
                  </a:lnTo>
                  <a:close/>
                  <a:moveTo>
                    <a:pt x="855894" y="24552"/>
                  </a:moveTo>
                  <a:cubicBezTo>
                    <a:pt x="856847" y="23600"/>
                    <a:pt x="856847" y="23600"/>
                    <a:pt x="857799" y="22647"/>
                  </a:cubicBezTo>
                  <a:cubicBezTo>
                    <a:pt x="856847" y="23600"/>
                    <a:pt x="856847" y="23600"/>
                    <a:pt x="855894" y="24552"/>
                  </a:cubicBezTo>
                  <a:lnTo>
                    <a:pt x="855894" y="24552"/>
                  </a:lnTo>
                  <a:close/>
                </a:path>
              </a:pathLst>
            </a:custGeom>
            <a:solidFill>
              <a:srgbClr val="F2D67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xmlns="" id="{2B6E06F9-A1A7-46B4-8FA8-61C4EEB54E95}"/>
                </a:ext>
              </a:extLst>
            </p:cNvPr>
            <p:cNvSpPr/>
            <p:nvPr/>
          </p:nvSpPr>
          <p:spPr>
            <a:xfrm>
              <a:off x="6806463" y="5222212"/>
              <a:ext cx="266700" cy="76200"/>
            </a:xfrm>
            <a:custGeom>
              <a:avLst/>
              <a:gdLst>
                <a:gd name="connsiteX0" fmla="*/ 237172 w 266700"/>
                <a:gd name="connsiteY0" fmla="*/ 67628 h 76200"/>
                <a:gd name="connsiteX1" fmla="*/ 245745 w 266700"/>
                <a:gd name="connsiteY1" fmla="*/ 60007 h 76200"/>
                <a:gd name="connsiteX2" fmla="*/ 240030 w 266700"/>
                <a:gd name="connsiteY2" fmla="*/ 48578 h 76200"/>
                <a:gd name="connsiteX3" fmla="*/ 221933 w 266700"/>
                <a:gd name="connsiteY3" fmla="*/ 42863 h 76200"/>
                <a:gd name="connsiteX4" fmla="*/ 170497 w 266700"/>
                <a:gd name="connsiteY4" fmla="*/ 33338 h 76200"/>
                <a:gd name="connsiteX5" fmla="*/ 188595 w 266700"/>
                <a:gd name="connsiteY5" fmla="*/ 27622 h 76200"/>
                <a:gd name="connsiteX6" fmla="*/ 240030 w 266700"/>
                <a:gd name="connsiteY6" fmla="*/ 26670 h 76200"/>
                <a:gd name="connsiteX7" fmla="*/ 266700 w 266700"/>
                <a:gd name="connsiteY7" fmla="*/ 16193 h 76200"/>
                <a:gd name="connsiteX8" fmla="*/ 239078 w 266700"/>
                <a:gd name="connsiteY8" fmla="*/ 3810 h 76200"/>
                <a:gd name="connsiteX9" fmla="*/ 178118 w 266700"/>
                <a:gd name="connsiteY9" fmla="*/ 0 h 76200"/>
                <a:gd name="connsiteX10" fmla="*/ 173355 w 266700"/>
                <a:gd name="connsiteY10" fmla="*/ 3810 h 76200"/>
                <a:gd name="connsiteX11" fmla="*/ 143828 w 266700"/>
                <a:gd name="connsiteY11" fmla="*/ 22860 h 76200"/>
                <a:gd name="connsiteX12" fmla="*/ 57150 w 266700"/>
                <a:gd name="connsiteY12" fmla="*/ 40005 h 76200"/>
                <a:gd name="connsiteX13" fmla="*/ 49530 w 266700"/>
                <a:gd name="connsiteY13" fmla="*/ 46672 h 76200"/>
                <a:gd name="connsiteX14" fmla="*/ 59055 w 266700"/>
                <a:gd name="connsiteY14" fmla="*/ 50482 h 76200"/>
                <a:gd name="connsiteX15" fmla="*/ 113347 w 266700"/>
                <a:gd name="connsiteY15" fmla="*/ 44768 h 76200"/>
                <a:gd name="connsiteX16" fmla="*/ 20003 w 266700"/>
                <a:gd name="connsiteY16" fmla="*/ 67628 h 76200"/>
                <a:gd name="connsiteX17" fmla="*/ 0 w 266700"/>
                <a:gd name="connsiteY17" fmla="*/ 74295 h 76200"/>
                <a:gd name="connsiteX18" fmla="*/ 215265 w 266700"/>
                <a:gd name="connsiteY18" fmla="*/ 76200 h 76200"/>
                <a:gd name="connsiteX19" fmla="*/ 237172 w 266700"/>
                <a:gd name="connsiteY19" fmla="*/ 67628 h 76200"/>
                <a:gd name="connsiteX20" fmla="*/ 237172 w 266700"/>
                <a:gd name="connsiteY20" fmla="*/ 67628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66700" h="76200">
                  <a:moveTo>
                    <a:pt x="237172" y="67628"/>
                  </a:moveTo>
                  <a:cubicBezTo>
                    <a:pt x="240983" y="65723"/>
                    <a:pt x="245745" y="65723"/>
                    <a:pt x="245745" y="60007"/>
                  </a:cubicBezTo>
                  <a:cubicBezTo>
                    <a:pt x="245745" y="54293"/>
                    <a:pt x="242888" y="52388"/>
                    <a:pt x="240030" y="48578"/>
                  </a:cubicBezTo>
                  <a:cubicBezTo>
                    <a:pt x="235268" y="42863"/>
                    <a:pt x="228600" y="43815"/>
                    <a:pt x="221933" y="42863"/>
                  </a:cubicBezTo>
                  <a:cubicBezTo>
                    <a:pt x="204788" y="40957"/>
                    <a:pt x="187643" y="40005"/>
                    <a:pt x="170497" y="33338"/>
                  </a:cubicBezTo>
                  <a:cubicBezTo>
                    <a:pt x="175260" y="25718"/>
                    <a:pt x="182880" y="27622"/>
                    <a:pt x="188595" y="27622"/>
                  </a:cubicBezTo>
                  <a:cubicBezTo>
                    <a:pt x="205740" y="27622"/>
                    <a:pt x="222885" y="29528"/>
                    <a:pt x="240030" y="26670"/>
                  </a:cubicBezTo>
                  <a:cubicBezTo>
                    <a:pt x="249555" y="24765"/>
                    <a:pt x="266700" y="28575"/>
                    <a:pt x="266700" y="16193"/>
                  </a:cubicBezTo>
                  <a:cubicBezTo>
                    <a:pt x="266700" y="1905"/>
                    <a:pt x="249555" y="4763"/>
                    <a:pt x="239078" y="3810"/>
                  </a:cubicBezTo>
                  <a:cubicBezTo>
                    <a:pt x="219075" y="1905"/>
                    <a:pt x="198120" y="8572"/>
                    <a:pt x="178118" y="0"/>
                  </a:cubicBezTo>
                  <a:cubicBezTo>
                    <a:pt x="177165" y="953"/>
                    <a:pt x="175260" y="2857"/>
                    <a:pt x="173355" y="3810"/>
                  </a:cubicBezTo>
                  <a:cubicBezTo>
                    <a:pt x="167640" y="18097"/>
                    <a:pt x="155258" y="20003"/>
                    <a:pt x="143828" y="22860"/>
                  </a:cubicBezTo>
                  <a:cubicBezTo>
                    <a:pt x="115253" y="29528"/>
                    <a:pt x="85725" y="34290"/>
                    <a:pt x="57150" y="40005"/>
                  </a:cubicBezTo>
                  <a:cubicBezTo>
                    <a:pt x="54293" y="41910"/>
                    <a:pt x="49530" y="44768"/>
                    <a:pt x="49530" y="46672"/>
                  </a:cubicBezTo>
                  <a:cubicBezTo>
                    <a:pt x="49530" y="53340"/>
                    <a:pt x="55245" y="51435"/>
                    <a:pt x="59055" y="50482"/>
                  </a:cubicBezTo>
                  <a:cubicBezTo>
                    <a:pt x="77153" y="48578"/>
                    <a:pt x="95250" y="46672"/>
                    <a:pt x="113347" y="44768"/>
                  </a:cubicBezTo>
                  <a:cubicBezTo>
                    <a:pt x="83820" y="60007"/>
                    <a:pt x="52388" y="66675"/>
                    <a:pt x="20003" y="67628"/>
                  </a:cubicBezTo>
                  <a:cubicBezTo>
                    <a:pt x="13335" y="68580"/>
                    <a:pt x="4763" y="62865"/>
                    <a:pt x="0" y="74295"/>
                  </a:cubicBezTo>
                  <a:cubicBezTo>
                    <a:pt x="71438" y="67628"/>
                    <a:pt x="142875" y="70485"/>
                    <a:pt x="215265" y="76200"/>
                  </a:cubicBezTo>
                  <a:cubicBezTo>
                    <a:pt x="222885" y="73343"/>
                    <a:pt x="230505" y="70485"/>
                    <a:pt x="237172" y="67628"/>
                  </a:cubicBezTo>
                  <a:lnTo>
                    <a:pt x="237172" y="67628"/>
                  </a:lnTo>
                  <a:close/>
                </a:path>
              </a:pathLst>
            </a:custGeom>
            <a:solidFill>
              <a:srgbClr val="FCF2B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xmlns="" id="{F24B7D27-C535-47C9-953C-3D306D9E237F}"/>
                </a:ext>
              </a:extLst>
            </p:cNvPr>
            <p:cNvSpPr/>
            <p:nvPr/>
          </p:nvSpPr>
          <p:spPr>
            <a:xfrm>
              <a:off x="6549415" y="5288496"/>
              <a:ext cx="247522" cy="86202"/>
            </a:xfrm>
            <a:custGeom>
              <a:avLst/>
              <a:gdLst>
                <a:gd name="connsiteX0" fmla="*/ 210375 w 247522"/>
                <a:gd name="connsiteY0" fmla="*/ 3248 h 86202"/>
                <a:gd name="connsiteX1" fmla="*/ 119888 w 247522"/>
                <a:gd name="connsiteY1" fmla="*/ 5153 h 86202"/>
                <a:gd name="connsiteX2" fmla="*/ 72263 w 247522"/>
                <a:gd name="connsiteY2" fmla="*/ 1343 h 86202"/>
                <a:gd name="connsiteX3" fmla="*/ 20828 w 247522"/>
                <a:gd name="connsiteY3" fmla="*/ 5153 h 86202"/>
                <a:gd name="connsiteX4" fmla="*/ 3683 w 247522"/>
                <a:gd name="connsiteY4" fmla="*/ 33728 h 86202"/>
                <a:gd name="connsiteX5" fmla="*/ 75120 w 247522"/>
                <a:gd name="connsiteY5" fmla="*/ 86115 h 86202"/>
                <a:gd name="connsiteX6" fmla="*/ 81788 w 247522"/>
                <a:gd name="connsiteY6" fmla="*/ 68018 h 86202"/>
                <a:gd name="connsiteX7" fmla="*/ 122745 w 247522"/>
                <a:gd name="connsiteY7" fmla="*/ 31823 h 86202"/>
                <a:gd name="connsiteX8" fmla="*/ 247523 w 247522"/>
                <a:gd name="connsiteY8" fmla="*/ 6105 h 86202"/>
                <a:gd name="connsiteX9" fmla="*/ 210375 w 247522"/>
                <a:gd name="connsiteY9" fmla="*/ 3248 h 86202"/>
                <a:gd name="connsiteX10" fmla="*/ 210375 w 247522"/>
                <a:gd name="connsiteY10" fmla="*/ 3248 h 8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522" h="86202">
                  <a:moveTo>
                    <a:pt x="210375" y="3248"/>
                  </a:moveTo>
                  <a:cubicBezTo>
                    <a:pt x="179895" y="6105"/>
                    <a:pt x="150368" y="13725"/>
                    <a:pt x="119888" y="5153"/>
                  </a:cubicBezTo>
                  <a:cubicBezTo>
                    <a:pt x="104648" y="390"/>
                    <a:pt x="88455" y="-1515"/>
                    <a:pt x="72263" y="1343"/>
                  </a:cubicBezTo>
                  <a:cubicBezTo>
                    <a:pt x="55118" y="4200"/>
                    <a:pt x="37973" y="4200"/>
                    <a:pt x="20828" y="5153"/>
                  </a:cubicBezTo>
                  <a:cubicBezTo>
                    <a:pt x="1778" y="6105"/>
                    <a:pt x="-4890" y="14678"/>
                    <a:pt x="3683" y="33728"/>
                  </a:cubicBezTo>
                  <a:cubicBezTo>
                    <a:pt x="14160" y="58493"/>
                    <a:pt x="43688" y="88020"/>
                    <a:pt x="75120" y="86115"/>
                  </a:cubicBezTo>
                  <a:cubicBezTo>
                    <a:pt x="75120" y="79448"/>
                    <a:pt x="75120" y="71828"/>
                    <a:pt x="81788" y="68018"/>
                  </a:cubicBezTo>
                  <a:cubicBezTo>
                    <a:pt x="85598" y="43253"/>
                    <a:pt x="105600" y="38490"/>
                    <a:pt x="122745" y="31823"/>
                  </a:cubicBezTo>
                  <a:cubicBezTo>
                    <a:pt x="162750" y="16583"/>
                    <a:pt x="205613" y="10868"/>
                    <a:pt x="247523" y="6105"/>
                  </a:cubicBezTo>
                  <a:cubicBezTo>
                    <a:pt x="235140" y="-562"/>
                    <a:pt x="222758" y="2295"/>
                    <a:pt x="210375" y="3248"/>
                  </a:cubicBezTo>
                  <a:lnTo>
                    <a:pt x="210375" y="3248"/>
                  </a:lnTo>
                  <a:close/>
                </a:path>
              </a:pathLst>
            </a:custGeom>
            <a:solidFill>
              <a:srgbClr val="FCF2B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xmlns="" id="{351B7BF0-ECAC-43C8-A83D-07648287C159}"/>
                </a:ext>
              </a:extLst>
            </p:cNvPr>
            <p:cNvSpPr/>
            <p:nvPr/>
          </p:nvSpPr>
          <p:spPr>
            <a:xfrm>
              <a:off x="6664541" y="5089363"/>
              <a:ext cx="1064894" cy="132655"/>
            </a:xfrm>
            <a:custGeom>
              <a:avLst/>
              <a:gdLst>
                <a:gd name="connsiteX0" fmla="*/ 1905 w 1064894"/>
                <a:gd name="connsiteY0" fmla="*/ 86176 h 132655"/>
                <a:gd name="connsiteX1" fmla="*/ 221932 w 1064894"/>
                <a:gd name="connsiteY1" fmla="*/ 89033 h 132655"/>
                <a:gd name="connsiteX2" fmla="*/ 324803 w 1064894"/>
                <a:gd name="connsiteY2" fmla="*/ 116656 h 132655"/>
                <a:gd name="connsiteX3" fmla="*/ 395288 w 1064894"/>
                <a:gd name="connsiteY3" fmla="*/ 120466 h 132655"/>
                <a:gd name="connsiteX4" fmla="*/ 481013 w 1064894"/>
                <a:gd name="connsiteY4" fmla="*/ 131896 h 132655"/>
                <a:gd name="connsiteX5" fmla="*/ 539115 w 1064894"/>
                <a:gd name="connsiteY5" fmla="*/ 120466 h 132655"/>
                <a:gd name="connsiteX6" fmla="*/ 621982 w 1064894"/>
                <a:gd name="connsiteY6" fmla="*/ 120466 h 132655"/>
                <a:gd name="connsiteX7" fmla="*/ 786765 w 1064894"/>
                <a:gd name="connsiteY7" fmla="*/ 105226 h 132655"/>
                <a:gd name="connsiteX8" fmla="*/ 855345 w 1064894"/>
                <a:gd name="connsiteY8" fmla="*/ 105226 h 132655"/>
                <a:gd name="connsiteX9" fmla="*/ 879157 w 1064894"/>
                <a:gd name="connsiteY9" fmla="*/ 95701 h 132655"/>
                <a:gd name="connsiteX10" fmla="*/ 964882 w 1064894"/>
                <a:gd name="connsiteY10" fmla="*/ 91891 h 132655"/>
                <a:gd name="connsiteX11" fmla="*/ 980123 w 1064894"/>
                <a:gd name="connsiteY11" fmla="*/ 89033 h 132655"/>
                <a:gd name="connsiteX12" fmla="*/ 947737 w 1064894"/>
                <a:gd name="connsiteY12" fmla="*/ 75698 h 132655"/>
                <a:gd name="connsiteX13" fmla="*/ 942975 w 1064894"/>
                <a:gd name="connsiteY13" fmla="*/ 69031 h 132655"/>
                <a:gd name="connsiteX14" fmla="*/ 929640 w 1064894"/>
                <a:gd name="connsiteY14" fmla="*/ 53791 h 132655"/>
                <a:gd name="connsiteX15" fmla="*/ 947737 w 1064894"/>
                <a:gd name="connsiteY15" fmla="*/ 40456 h 132655"/>
                <a:gd name="connsiteX16" fmla="*/ 1020128 w 1064894"/>
                <a:gd name="connsiteY16" fmla="*/ 26168 h 132655"/>
                <a:gd name="connsiteX17" fmla="*/ 1064895 w 1064894"/>
                <a:gd name="connsiteY17" fmla="*/ 15691 h 132655"/>
                <a:gd name="connsiteX18" fmla="*/ 1056323 w 1064894"/>
                <a:gd name="connsiteY18" fmla="*/ 6166 h 132655"/>
                <a:gd name="connsiteX19" fmla="*/ 999173 w 1064894"/>
                <a:gd name="connsiteY19" fmla="*/ 451 h 132655"/>
                <a:gd name="connsiteX20" fmla="*/ 999173 w 1064894"/>
                <a:gd name="connsiteY20" fmla="*/ 451 h 132655"/>
                <a:gd name="connsiteX21" fmla="*/ 975360 w 1064894"/>
                <a:gd name="connsiteY21" fmla="*/ 17596 h 132655"/>
                <a:gd name="connsiteX22" fmla="*/ 860107 w 1064894"/>
                <a:gd name="connsiteY22" fmla="*/ 29978 h 132655"/>
                <a:gd name="connsiteX23" fmla="*/ 775335 w 1064894"/>
                <a:gd name="connsiteY23" fmla="*/ 30931 h 132655"/>
                <a:gd name="connsiteX24" fmla="*/ 645795 w 1064894"/>
                <a:gd name="connsiteY24" fmla="*/ 19501 h 132655"/>
                <a:gd name="connsiteX25" fmla="*/ 619125 w 1064894"/>
                <a:gd name="connsiteY25" fmla="*/ 29978 h 132655"/>
                <a:gd name="connsiteX26" fmla="*/ 643890 w 1064894"/>
                <a:gd name="connsiteY26" fmla="*/ 44266 h 132655"/>
                <a:gd name="connsiteX27" fmla="*/ 664845 w 1064894"/>
                <a:gd name="connsiteY27" fmla="*/ 64268 h 132655"/>
                <a:gd name="connsiteX28" fmla="*/ 639128 w 1064894"/>
                <a:gd name="connsiteY28" fmla="*/ 79508 h 132655"/>
                <a:gd name="connsiteX29" fmla="*/ 524828 w 1064894"/>
                <a:gd name="connsiteY29" fmla="*/ 94748 h 132655"/>
                <a:gd name="connsiteX30" fmla="*/ 314325 w 1064894"/>
                <a:gd name="connsiteY30" fmla="*/ 83318 h 132655"/>
                <a:gd name="connsiteX31" fmla="*/ 254317 w 1064894"/>
                <a:gd name="connsiteY31" fmla="*/ 54743 h 132655"/>
                <a:gd name="connsiteX32" fmla="*/ 101917 w 1064894"/>
                <a:gd name="connsiteY32" fmla="*/ 60458 h 132655"/>
                <a:gd name="connsiteX33" fmla="*/ 0 w 1064894"/>
                <a:gd name="connsiteY33" fmla="*/ 82366 h 132655"/>
                <a:gd name="connsiteX34" fmla="*/ 1905 w 1064894"/>
                <a:gd name="connsiteY34" fmla="*/ 86176 h 132655"/>
                <a:gd name="connsiteX35" fmla="*/ 1905 w 1064894"/>
                <a:gd name="connsiteY35" fmla="*/ 86176 h 132655"/>
                <a:gd name="connsiteX36" fmla="*/ 1905 w 1064894"/>
                <a:gd name="connsiteY36" fmla="*/ 86176 h 132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064894" h="132655">
                  <a:moveTo>
                    <a:pt x="1905" y="86176"/>
                  </a:moveTo>
                  <a:cubicBezTo>
                    <a:pt x="75247" y="80461"/>
                    <a:pt x="148590" y="80461"/>
                    <a:pt x="221932" y="89033"/>
                  </a:cubicBezTo>
                  <a:cubicBezTo>
                    <a:pt x="257175" y="93796"/>
                    <a:pt x="293370" y="97606"/>
                    <a:pt x="324803" y="116656"/>
                  </a:cubicBezTo>
                  <a:cubicBezTo>
                    <a:pt x="348615" y="109036"/>
                    <a:pt x="373380" y="111893"/>
                    <a:pt x="395288" y="120466"/>
                  </a:cubicBezTo>
                  <a:cubicBezTo>
                    <a:pt x="422910" y="132848"/>
                    <a:pt x="450532" y="133801"/>
                    <a:pt x="481013" y="131896"/>
                  </a:cubicBezTo>
                  <a:cubicBezTo>
                    <a:pt x="501015" y="130943"/>
                    <a:pt x="519113" y="121418"/>
                    <a:pt x="539115" y="120466"/>
                  </a:cubicBezTo>
                  <a:cubicBezTo>
                    <a:pt x="566738" y="119513"/>
                    <a:pt x="594360" y="120466"/>
                    <a:pt x="621982" y="120466"/>
                  </a:cubicBezTo>
                  <a:cubicBezTo>
                    <a:pt x="676275" y="110941"/>
                    <a:pt x="731520" y="105226"/>
                    <a:pt x="786765" y="105226"/>
                  </a:cubicBezTo>
                  <a:cubicBezTo>
                    <a:pt x="809625" y="105226"/>
                    <a:pt x="832485" y="105226"/>
                    <a:pt x="855345" y="105226"/>
                  </a:cubicBezTo>
                  <a:cubicBezTo>
                    <a:pt x="862965" y="102368"/>
                    <a:pt x="869632" y="96653"/>
                    <a:pt x="879157" y="95701"/>
                  </a:cubicBezTo>
                  <a:cubicBezTo>
                    <a:pt x="907732" y="93796"/>
                    <a:pt x="936307" y="90938"/>
                    <a:pt x="964882" y="91891"/>
                  </a:cubicBezTo>
                  <a:cubicBezTo>
                    <a:pt x="969645" y="91891"/>
                    <a:pt x="974407" y="93796"/>
                    <a:pt x="980123" y="89033"/>
                  </a:cubicBezTo>
                  <a:cubicBezTo>
                    <a:pt x="968693" y="84271"/>
                    <a:pt x="958215" y="80461"/>
                    <a:pt x="947737" y="75698"/>
                  </a:cubicBezTo>
                  <a:cubicBezTo>
                    <a:pt x="946785" y="72841"/>
                    <a:pt x="944880" y="70936"/>
                    <a:pt x="942975" y="69031"/>
                  </a:cubicBezTo>
                  <a:cubicBezTo>
                    <a:pt x="937260" y="65221"/>
                    <a:pt x="926782" y="63316"/>
                    <a:pt x="929640" y="53791"/>
                  </a:cubicBezTo>
                  <a:cubicBezTo>
                    <a:pt x="931545" y="44266"/>
                    <a:pt x="940118" y="42361"/>
                    <a:pt x="947737" y="40456"/>
                  </a:cubicBezTo>
                  <a:cubicBezTo>
                    <a:pt x="971550" y="32836"/>
                    <a:pt x="995362" y="28073"/>
                    <a:pt x="1020128" y="26168"/>
                  </a:cubicBezTo>
                  <a:cubicBezTo>
                    <a:pt x="1035368" y="25216"/>
                    <a:pt x="1051560" y="28073"/>
                    <a:pt x="1064895" y="15691"/>
                  </a:cubicBezTo>
                  <a:cubicBezTo>
                    <a:pt x="1064895" y="9023"/>
                    <a:pt x="1062037" y="8071"/>
                    <a:pt x="1056323" y="6166"/>
                  </a:cubicBezTo>
                  <a:cubicBezTo>
                    <a:pt x="1038225" y="-502"/>
                    <a:pt x="1018223" y="-502"/>
                    <a:pt x="999173" y="451"/>
                  </a:cubicBezTo>
                  <a:lnTo>
                    <a:pt x="999173" y="451"/>
                  </a:lnTo>
                  <a:cubicBezTo>
                    <a:pt x="995362" y="11881"/>
                    <a:pt x="985837" y="14738"/>
                    <a:pt x="975360" y="17596"/>
                  </a:cubicBezTo>
                  <a:cubicBezTo>
                    <a:pt x="937260" y="25216"/>
                    <a:pt x="899160" y="26168"/>
                    <a:pt x="860107" y="29978"/>
                  </a:cubicBezTo>
                  <a:cubicBezTo>
                    <a:pt x="832485" y="31883"/>
                    <a:pt x="803910" y="32836"/>
                    <a:pt x="775335" y="30931"/>
                  </a:cubicBezTo>
                  <a:cubicBezTo>
                    <a:pt x="732473" y="28073"/>
                    <a:pt x="688657" y="24263"/>
                    <a:pt x="645795" y="19501"/>
                  </a:cubicBezTo>
                  <a:cubicBezTo>
                    <a:pt x="636270" y="22358"/>
                    <a:pt x="625793" y="20453"/>
                    <a:pt x="619125" y="29978"/>
                  </a:cubicBezTo>
                  <a:cubicBezTo>
                    <a:pt x="622935" y="42361"/>
                    <a:pt x="635318" y="40456"/>
                    <a:pt x="643890" y="44266"/>
                  </a:cubicBezTo>
                  <a:cubicBezTo>
                    <a:pt x="653415" y="48076"/>
                    <a:pt x="665798" y="49028"/>
                    <a:pt x="664845" y="64268"/>
                  </a:cubicBezTo>
                  <a:cubicBezTo>
                    <a:pt x="660082" y="74746"/>
                    <a:pt x="648653" y="77603"/>
                    <a:pt x="639128" y="79508"/>
                  </a:cubicBezTo>
                  <a:cubicBezTo>
                    <a:pt x="601980" y="89033"/>
                    <a:pt x="562928" y="92843"/>
                    <a:pt x="524828" y="94748"/>
                  </a:cubicBezTo>
                  <a:cubicBezTo>
                    <a:pt x="454342" y="98558"/>
                    <a:pt x="384810" y="89986"/>
                    <a:pt x="314325" y="83318"/>
                  </a:cubicBezTo>
                  <a:cubicBezTo>
                    <a:pt x="292417" y="81413"/>
                    <a:pt x="264795" y="83318"/>
                    <a:pt x="254317" y="54743"/>
                  </a:cubicBezTo>
                  <a:cubicBezTo>
                    <a:pt x="203835" y="54743"/>
                    <a:pt x="152400" y="59506"/>
                    <a:pt x="101917" y="60458"/>
                  </a:cubicBezTo>
                  <a:cubicBezTo>
                    <a:pt x="65722" y="61411"/>
                    <a:pt x="34290" y="73793"/>
                    <a:pt x="0" y="82366"/>
                  </a:cubicBezTo>
                  <a:cubicBezTo>
                    <a:pt x="0" y="83318"/>
                    <a:pt x="0" y="84271"/>
                    <a:pt x="1905" y="86176"/>
                  </a:cubicBezTo>
                  <a:cubicBezTo>
                    <a:pt x="0" y="85223"/>
                    <a:pt x="952" y="85223"/>
                    <a:pt x="1905" y="86176"/>
                  </a:cubicBezTo>
                  <a:lnTo>
                    <a:pt x="1905" y="86176"/>
                  </a:lnTo>
                  <a:close/>
                </a:path>
              </a:pathLst>
            </a:custGeom>
            <a:solidFill>
              <a:srgbClr val="FCF2B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3E5A1581-076E-499B-B737-71EE73BB1AD4}"/>
                </a:ext>
              </a:extLst>
            </p:cNvPr>
            <p:cNvSpPr/>
            <p:nvPr/>
          </p:nvSpPr>
          <p:spPr>
            <a:xfrm>
              <a:off x="6625488" y="5288887"/>
              <a:ext cx="552450" cy="123825"/>
            </a:xfrm>
            <a:custGeom>
              <a:avLst/>
              <a:gdLst>
                <a:gd name="connsiteX0" fmla="*/ 552450 w 552450"/>
                <a:gd name="connsiteY0" fmla="*/ 61913 h 123825"/>
                <a:gd name="connsiteX1" fmla="*/ 276225 w 552450"/>
                <a:gd name="connsiteY1" fmla="*/ 123825 h 123825"/>
                <a:gd name="connsiteX2" fmla="*/ 0 w 552450"/>
                <a:gd name="connsiteY2" fmla="*/ 61913 h 123825"/>
                <a:gd name="connsiteX3" fmla="*/ 276225 w 552450"/>
                <a:gd name="connsiteY3" fmla="*/ 0 h 123825"/>
                <a:gd name="connsiteX4" fmla="*/ 552450 w 552450"/>
                <a:gd name="connsiteY4" fmla="*/ 61913 h 123825"/>
                <a:gd name="connsiteX5" fmla="*/ 552450 w 552450"/>
                <a:gd name="connsiteY5" fmla="*/ 6191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450" h="123825">
                  <a:moveTo>
                    <a:pt x="552450" y="61913"/>
                  </a:moveTo>
                  <a:cubicBezTo>
                    <a:pt x="552450" y="96202"/>
                    <a:pt x="428625" y="123825"/>
                    <a:pt x="276225" y="123825"/>
                  </a:cubicBezTo>
                  <a:cubicBezTo>
                    <a:pt x="123825" y="123825"/>
                    <a:pt x="0" y="96202"/>
                    <a:pt x="0" y="61913"/>
                  </a:cubicBezTo>
                  <a:cubicBezTo>
                    <a:pt x="0" y="27622"/>
                    <a:pt x="123825" y="0"/>
                    <a:pt x="276225" y="0"/>
                  </a:cubicBezTo>
                  <a:cubicBezTo>
                    <a:pt x="428625" y="0"/>
                    <a:pt x="552450" y="27622"/>
                    <a:pt x="552450" y="61913"/>
                  </a:cubicBezTo>
                  <a:lnTo>
                    <a:pt x="552450" y="6191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2C5F9CF-66C1-4FC2-81EE-205630D6B254}"/>
                </a:ext>
              </a:extLst>
            </p:cNvPr>
            <p:cNvSpPr/>
            <p:nvPr/>
          </p:nvSpPr>
          <p:spPr>
            <a:xfrm>
              <a:off x="6520713" y="5165062"/>
              <a:ext cx="466725" cy="85725"/>
            </a:xfrm>
            <a:custGeom>
              <a:avLst/>
              <a:gdLst>
                <a:gd name="connsiteX0" fmla="*/ 466725 w 466725"/>
                <a:gd name="connsiteY0" fmla="*/ 42863 h 85725"/>
                <a:gd name="connsiteX1" fmla="*/ 233363 w 466725"/>
                <a:gd name="connsiteY1" fmla="*/ 85725 h 85725"/>
                <a:gd name="connsiteX2" fmla="*/ 0 w 466725"/>
                <a:gd name="connsiteY2" fmla="*/ 42863 h 85725"/>
                <a:gd name="connsiteX3" fmla="*/ 233363 w 466725"/>
                <a:gd name="connsiteY3" fmla="*/ 0 h 85725"/>
                <a:gd name="connsiteX4" fmla="*/ 466725 w 466725"/>
                <a:gd name="connsiteY4" fmla="*/ 42863 h 85725"/>
                <a:gd name="connsiteX5" fmla="*/ 466725 w 466725"/>
                <a:gd name="connsiteY5" fmla="*/ 4286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725" h="85725">
                  <a:moveTo>
                    <a:pt x="466725" y="42863"/>
                  </a:moveTo>
                  <a:cubicBezTo>
                    <a:pt x="466725" y="66675"/>
                    <a:pt x="361950" y="85725"/>
                    <a:pt x="233363" y="85725"/>
                  </a:cubicBezTo>
                  <a:cubicBezTo>
                    <a:pt x="104775" y="85725"/>
                    <a:pt x="0" y="66675"/>
                    <a:pt x="0" y="42863"/>
                  </a:cubicBezTo>
                  <a:cubicBezTo>
                    <a:pt x="0" y="19050"/>
                    <a:pt x="104775" y="0"/>
                    <a:pt x="233363" y="0"/>
                  </a:cubicBezTo>
                  <a:cubicBezTo>
                    <a:pt x="361950" y="0"/>
                    <a:pt x="466725" y="19050"/>
                    <a:pt x="466725" y="42863"/>
                  </a:cubicBezTo>
                  <a:lnTo>
                    <a:pt x="466725" y="428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BDEBFE16-D4D3-4DB6-93BE-2F9F4DF88569}"/>
                </a:ext>
              </a:extLst>
            </p:cNvPr>
            <p:cNvSpPr/>
            <p:nvPr/>
          </p:nvSpPr>
          <p:spPr>
            <a:xfrm>
              <a:off x="6911238" y="5088862"/>
              <a:ext cx="400050" cy="76200"/>
            </a:xfrm>
            <a:custGeom>
              <a:avLst/>
              <a:gdLst>
                <a:gd name="connsiteX0" fmla="*/ 400050 w 400050"/>
                <a:gd name="connsiteY0" fmla="*/ 38100 h 76200"/>
                <a:gd name="connsiteX1" fmla="*/ 200025 w 400050"/>
                <a:gd name="connsiteY1" fmla="*/ 76200 h 76200"/>
                <a:gd name="connsiteX2" fmla="*/ 0 w 400050"/>
                <a:gd name="connsiteY2" fmla="*/ 38100 h 76200"/>
                <a:gd name="connsiteX3" fmla="*/ 200025 w 400050"/>
                <a:gd name="connsiteY3" fmla="*/ 0 h 76200"/>
                <a:gd name="connsiteX4" fmla="*/ 400050 w 400050"/>
                <a:gd name="connsiteY4" fmla="*/ 38100 h 76200"/>
                <a:gd name="connsiteX5" fmla="*/ 400050 w 400050"/>
                <a:gd name="connsiteY5" fmla="*/ 381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050" h="76200">
                  <a:moveTo>
                    <a:pt x="400050" y="38100"/>
                  </a:moveTo>
                  <a:cubicBezTo>
                    <a:pt x="400050" y="59055"/>
                    <a:pt x="310515" y="76200"/>
                    <a:pt x="200025" y="76200"/>
                  </a:cubicBezTo>
                  <a:cubicBezTo>
                    <a:pt x="89535" y="76200"/>
                    <a:pt x="0" y="59055"/>
                    <a:pt x="0" y="38100"/>
                  </a:cubicBezTo>
                  <a:cubicBezTo>
                    <a:pt x="0" y="17145"/>
                    <a:pt x="89535" y="0"/>
                    <a:pt x="200025" y="0"/>
                  </a:cubicBezTo>
                  <a:cubicBezTo>
                    <a:pt x="310515" y="0"/>
                    <a:pt x="400050" y="17145"/>
                    <a:pt x="400050" y="38100"/>
                  </a:cubicBezTo>
                  <a:lnTo>
                    <a:pt x="400050" y="3810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xmlns="" id="{4D821A09-E54F-42C3-A1CC-9EC3EA8A76CE}"/>
                </a:ext>
              </a:extLst>
            </p:cNvPr>
            <p:cNvSpPr/>
            <p:nvPr/>
          </p:nvSpPr>
          <p:spPr>
            <a:xfrm>
              <a:off x="7301763" y="5041237"/>
              <a:ext cx="361950" cy="57150"/>
            </a:xfrm>
            <a:custGeom>
              <a:avLst/>
              <a:gdLst>
                <a:gd name="connsiteX0" fmla="*/ 361950 w 361950"/>
                <a:gd name="connsiteY0" fmla="*/ 28575 h 57150"/>
                <a:gd name="connsiteX1" fmla="*/ 180975 w 361950"/>
                <a:gd name="connsiteY1" fmla="*/ 57150 h 57150"/>
                <a:gd name="connsiteX2" fmla="*/ 0 w 361950"/>
                <a:gd name="connsiteY2" fmla="*/ 28575 h 57150"/>
                <a:gd name="connsiteX3" fmla="*/ 180975 w 361950"/>
                <a:gd name="connsiteY3" fmla="*/ 0 h 57150"/>
                <a:gd name="connsiteX4" fmla="*/ 361950 w 361950"/>
                <a:gd name="connsiteY4" fmla="*/ 28575 h 57150"/>
                <a:gd name="connsiteX5" fmla="*/ 361950 w 361950"/>
                <a:gd name="connsiteY5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1950" h="57150">
                  <a:moveTo>
                    <a:pt x="361950" y="28575"/>
                  </a:moveTo>
                  <a:cubicBezTo>
                    <a:pt x="361950" y="44768"/>
                    <a:pt x="280988" y="57150"/>
                    <a:pt x="180975" y="57150"/>
                  </a:cubicBezTo>
                  <a:cubicBezTo>
                    <a:pt x="80963" y="57150"/>
                    <a:pt x="0" y="44768"/>
                    <a:pt x="0" y="28575"/>
                  </a:cubicBezTo>
                  <a:cubicBezTo>
                    <a:pt x="0" y="12383"/>
                    <a:pt x="80963" y="0"/>
                    <a:pt x="180975" y="0"/>
                  </a:cubicBezTo>
                  <a:cubicBezTo>
                    <a:pt x="280988" y="0"/>
                    <a:pt x="361950" y="12383"/>
                    <a:pt x="361950" y="28575"/>
                  </a:cubicBezTo>
                  <a:lnTo>
                    <a:pt x="361950" y="2857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xmlns="" id="{467F6469-8AEF-4CED-ABE0-94BC55239C05}"/>
                </a:ext>
              </a:extLst>
            </p:cNvPr>
            <p:cNvSpPr/>
            <p:nvPr/>
          </p:nvSpPr>
          <p:spPr>
            <a:xfrm>
              <a:off x="7587513" y="5098387"/>
              <a:ext cx="409575" cy="85725"/>
            </a:xfrm>
            <a:custGeom>
              <a:avLst/>
              <a:gdLst>
                <a:gd name="connsiteX0" fmla="*/ 409575 w 409575"/>
                <a:gd name="connsiteY0" fmla="*/ 42863 h 85725"/>
                <a:gd name="connsiteX1" fmla="*/ 204788 w 409575"/>
                <a:gd name="connsiteY1" fmla="*/ 85725 h 85725"/>
                <a:gd name="connsiteX2" fmla="*/ 0 w 409575"/>
                <a:gd name="connsiteY2" fmla="*/ 42863 h 85725"/>
                <a:gd name="connsiteX3" fmla="*/ 204788 w 409575"/>
                <a:gd name="connsiteY3" fmla="*/ 0 h 85725"/>
                <a:gd name="connsiteX4" fmla="*/ 409575 w 409575"/>
                <a:gd name="connsiteY4" fmla="*/ 42863 h 85725"/>
                <a:gd name="connsiteX5" fmla="*/ 409575 w 409575"/>
                <a:gd name="connsiteY5" fmla="*/ 4286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575" h="85725">
                  <a:moveTo>
                    <a:pt x="409575" y="42863"/>
                  </a:moveTo>
                  <a:cubicBezTo>
                    <a:pt x="409575" y="66675"/>
                    <a:pt x="318135" y="85725"/>
                    <a:pt x="204788" y="85725"/>
                  </a:cubicBezTo>
                  <a:cubicBezTo>
                    <a:pt x="91440" y="85725"/>
                    <a:pt x="0" y="66675"/>
                    <a:pt x="0" y="42863"/>
                  </a:cubicBezTo>
                  <a:cubicBezTo>
                    <a:pt x="0" y="19050"/>
                    <a:pt x="91440" y="0"/>
                    <a:pt x="204788" y="0"/>
                  </a:cubicBezTo>
                  <a:cubicBezTo>
                    <a:pt x="318135" y="0"/>
                    <a:pt x="409575" y="19050"/>
                    <a:pt x="409575" y="42863"/>
                  </a:cubicBezTo>
                  <a:lnTo>
                    <a:pt x="409575" y="428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873ED664-B08E-4734-8E49-F22C65684124}"/>
                </a:ext>
              </a:extLst>
            </p:cNvPr>
            <p:cNvSpPr/>
            <p:nvPr/>
          </p:nvSpPr>
          <p:spPr>
            <a:xfrm>
              <a:off x="7930413" y="5174587"/>
              <a:ext cx="447675" cy="76200"/>
            </a:xfrm>
            <a:custGeom>
              <a:avLst/>
              <a:gdLst>
                <a:gd name="connsiteX0" fmla="*/ 447675 w 447675"/>
                <a:gd name="connsiteY0" fmla="*/ 38100 h 76200"/>
                <a:gd name="connsiteX1" fmla="*/ 223838 w 447675"/>
                <a:gd name="connsiteY1" fmla="*/ 76200 h 76200"/>
                <a:gd name="connsiteX2" fmla="*/ 0 w 447675"/>
                <a:gd name="connsiteY2" fmla="*/ 38100 h 76200"/>
                <a:gd name="connsiteX3" fmla="*/ 223838 w 447675"/>
                <a:gd name="connsiteY3" fmla="*/ 0 h 76200"/>
                <a:gd name="connsiteX4" fmla="*/ 447675 w 447675"/>
                <a:gd name="connsiteY4" fmla="*/ 38100 h 76200"/>
                <a:gd name="connsiteX5" fmla="*/ 447675 w 447675"/>
                <a:gd name="connsiteY5" fmla="*/ 381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7675" h="76200">
                  <a:moveTo>
                    <a:pt x="447675" y="38100"/>
                  </a:moveTo>
                  <a:cubicBezTo>
                    <a:pt x="447675" y="59055"/>
                    <a:pt x="347663" y="76200"/>
                    <a:pt x="223838" y="76200"/>
                  </a:cubicBezTo>
                  <a:cubicBezTo>
                    <a:pt x="100013" y="76200"/>
                    <a:pt x="0" y="59055"/>
                    <a:pt x="0" y="38100"/>
                  </a:cubicBezTo>
                  <a:cubicBezTo>
                    <a:pt x="0" y="17145"/>
                    <a:pt x="100013" y="0"/>
                    <a:pt x="223838" y="0"/>
                  </a:cubicBezTo>
                  <a:cubicBezTo>
                    <a:pt x="347663" y="0"/>
                    <a:pt x="447675" y="17145"/>
                    <a:pt x="447675" y="38100"/>
                  </a:cubicBezTo>
                  <a:lnTo>
                    <a:pt x="447675" y="3810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DB42DEA-FA1B-4135-BB95-6E3329E9D6AF}"/>
                </a:ext>
              </a:extLst>
            </p:cNvPr>
            <p:cNvSpPr/>
            <p:nvPr/>
          </p:nvSpPr>
          <p:spPr>
            <a:xfrm>
              <a:off x="7235088" y="5184112"/>
              <a:ext cx="457200" cy="114300"/>
            </a:xfrm>
            <a:custGeom>
              <a:avLst/>
              <a:gdLst>
                <a:gd name="connsiteX0" fmla="*/ 457200 w 457200"/>
                <a:gd name="connsiteY0" fmla="*/ 57150 h 114300"/>
                <a:gd name="connsiteX1" fmla="*/ 228600 w 457200"/>
                <a:gd name="connsiteY1" fmla="*/ 114300 h 114300"/>
                <a:gd name="connsiteX2" fmla="*/ 0 w 457200"/>
                <a:gd name="connsiteY2" fmla="*/ 57150 h 114300"/>
                <a:gd name="connsiteX3" fmla="*/ 228600 w 457200"/>
                <a:gd name="connsiteY3" fmla="*/ 0 h 114300"/>
                <a:gd name="connsiteX4" fmla="*/ 457200 w 457200"/>
                <a:gd name="connsiteY4" fmla="*/ 57150 h 114300"/>
                <a:gd name="connsiteX5" fmla="*/ 457200 w 457200"/>
                <a:gd name="connsiteY5" fmla="*/ 5715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7200" h="114300">
                  <a:moveTo>
                    <a:pt x="457200" y="57150"/>
                  </a:moveTo>
                  <a:cubicBezTo>
                    <a:pt x="457200" y="88582"/>
                    <a:pt x="355283" y="114300"/>
                    <a:pt x="228600" y="114300"/>
                  </a:cubicBezTo>
                  <a:cubicBezTo>
                    <a:pt x="101917" y="114300"/>
                    <a:pt x="0" y="88582"/>
                    <a:pt x="0" y="57150"/>
                  </a:cubicBezTo>
                  <a:cubicBezTo>
                    <a:pt x="0" y="25718"/>
                    <a:pt x="101917" y="0"/>
                    <a:pt x="228600" y="0"/>
                  </a:cubicBezTo>
                  <a:cubicBezTo>
                    <a:pt x="355283" y="0"/>
                    <a:pt x="457200" y="25718"/>
                    <a:pt x="457200" y="57150"/>
                  </a:cubicBezTo>
                  <a:lnTo>
                    <a:pt x="457200" y="5715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E849368B-1CB3-4F4B-B7E4-902A8FB34F71}"/>
                </a:ext>
              </a:extLst>
            </p:cNvPr>
            <p:cNvSpPr/>
            <p:nvPr/>
          </p:nvSpPr>
          <p:spPr>
            <a:xfrm>
              <a:off x="6428321" y="5331749"/>
              <a:ext cx="124068" cy="102136"/>
            </a:xfrm>
            <a:custGeom>
              <a:avLst/>
              <a:gdLst>
                <a:gd name="connsiteX0" fmla="*/ 93345 w 124068"/>
                <a:gd name="connsiteY0" fmla="*/ 39052 h 102136"/>
                <a:gd name="connsiteX1" fmla="*/ 0 w 124068"/>
                <a:gd name="connsiteY1" fmla="*/ 0 h 102136"/>
                <a:gd name="connsiteX2" fmla="*/ 120015 w 124068"/>
                <a:gd name="connsiteY2" fmla="*/ 93345 h 102136"/>
                <a:gd name="connsiteX3" fmla="*/ 93345 w 124068"/>
                <a:gd name="connsiteY3" fmla="*/ 39052 h 102136"/>
                <a:gd name="connsiteX4" fmla="*/ 93345 w 124068"/>
                <a:gd name="connsiteY4" fmla="*/ 39052 h 10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068" h="102136">
                  <a:moveTo>
                    <a:pt x="93345" y="39052"/>
                  </a:moveTo>
                  <a:cubicBezTo>
                    <a:pt x="65723" y="19050"/>
                    <a:pt x="33338" y="9525"/>
                    <a:pt x="0" y="0"/>
                  </a:cubicBezTo>
                  <a:cubicBezTo>
                    <a:pt x="34290" y="30480"/>
                    <a:pt x="146685" y="132398"/>
                    <a:pt x="120015" y="93345"/>
                  </a:cubicBezTo>
                  <a:cubicBezTo>
                    <a:pt x="93345" y="54293"/>
                    <a:pt x="97155" y="49530"/>
                    <a:pt x="93345" y="39052"/>
                  </a:cubicBezTo>
                  <a:lnTo>
                    <a:pt x="93345" y="39052"/>
                  </a:lnTo>
                  <a:close/>
                </a:path>
              </a:pathLst>
            </a:custGeom>
            <a:solidFill>
              <a:srgbClr val="C368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xmlns="" id="{E2222C29-905A-40C0-A020-044E056AB8C6}"/>
                </a:ext>
              </a:extLst>
            </p:cNvPr>
            <p:cNvSpPr/>
            <p:nvPr/>
          </p:nvSpPr>
          <p:spPr>
            <a:xfrm>
              <a:off x="6987438" y="5213150"/>
              <a:ext cx="1446969" cy="245948"/>
            </a:xfrm>
            <a:custGeom>
              <a:avLst/>
              <a:gdLst>
                <a:gd name="connsiteX0" fmla="*/ 1442085 w 1446969"/>
                <a:gd name="connsiteY0" fmla="*/ 66212 h 245948"/>
                <a:gd name="connsiteX1" fmla="*/ 1441133 w 1446969"/>
                <a:gd name="connsiteY1" fmla="*/ 65259 h 245948"/>
                <a:gd name="connsiteX2" fmla="*/ 1417320 w 1446969"/>
                <a:gd name="connsiteY2" fmla="*/ 38589 h 245948"/>
                <a:gd name="connsiteX3" fmla="*/ 1415415 w 1446969"/>
                <a:gd name="connsiteY3" fmla="*/ 23349 h 245948"/>
                <a:gd name="connsiteX4" fmla="*/ 1426845 w 1446969"/>
                <a:gd name="connsiteY4" fmla="*/ 12872 h 245948"/>
                <a:gd name="connsiteX5" fmla="*/ 1405890 w 1446969"/>
                <a:gd name="connsiteY5" fmla="*/ 1442 h 245948"/>
                <a:gd name="connsiteX6" fmla="*/ 1379220 w 1446969"/>
                <a:gd name="connsiteY6" fmla="*/ 15729 h 245948"/>
                <a:gd name="connsiteX7" fmla="*/ 1352550 w 1446969"/>
                <a:gd name="connsiteY7" fmla="*/ 31922 h 245948"/>
                <a:gd name="connsiteX8" fmla="*/ 1175385 w 1446969"/>
                <a:gd name="connsiteY8" fmla="*/ 52877 h 245948"/>
                <a:gd name="connsiteX9" fmla="*/ 1047750 w 1446969"/>
                <a:gd name="connsiteY9" fmla="*/ 44304 h 245948"/>
                <a:gd name="connsiteX10" fmla="*/ 879158 w 1446969"/>
                <a:gd name="connsiteY10" fmla="*/ 38589 h 245948"/>
                <a:gd name="connsiteX11" fmla="*/ 796290 w 1446969"/>
                <a:gd name="connsiteY11" fmla="*/ 43352 h 245948"/>
                <a:gd name="connsiteX12" fmla="*/ 718185 w 1446969"/>
                <a:gd name="connsiteY12" fmla="*/ 44304 h 245948"/>
                <a:gd name="connsiteX13" fmla="*/ 687705 w 1446969"/>
                <a:gd name="connsiteY13" fmla="*/ 62402 h 245948"/>
                <a:gd name="connsiteX14" fmla="*/ 615315 w 1446969"/>
                <a:gd name="connsiteY14" fmla="*/ 79547 h 245948"/>
                <a:gd name="connsiteX15" fmla="*/ 360045 w 1446969"/>
                <a:gd name="connsiteY15" fmla="*/ 83357 h 245948"/>
                <a:gd name="connsiteX16" fmla="*/ 266700 w 1446969"/>
                <a:gd name="connsiteY16" fmla="*/ 82404 h 245948"/>
                <a:gd name="connsiteX17" fmla="*/ 220980 w 1446969"/>
                <a:gd name="connsiteY17" fmla="*/ 93834 h 245948"/>
                <a:gd name="connsiteX18" fmla="*/ 178117 w 1446969"/>
                <a:gd name="connsiteY18" fmla="*/ 89072 h 245948"/>
                <a:gd name="connsiteX19" fmla="*/ 156210 w 1446969"/>
                <a:gd name="connsiteY19" fmla="*/ 84309 h 245948"/>
                <a:gd name="connsiteX20" fmla="*/ 131445 w 1446969"/>
                <a:gd name="connsiteY20" fmla="*/ 101454 h 245948"/>
                <a:gd name="connsiteX21" fmla="*/ 148590 w 1446969"/>
                <a:gd name="connsiteY21" fmla="*/ 190989 h 245948"/>
                <a:gd name="connsiteX22" fmla="*/ 0 w 1446969"/>
                <a:gd name="connsiteY22" fmla="*/ 216707 h 245948"/>
                <a:gd name="connsiteX23" fmla="*/ 63817 w 1446969"/>
                <a:gd name="connsiteY23" fmla="*/ 222422 h 245948"/>
                <a:gd name="connsiteX24" fmla="*/ 195263 w 1446969"/>
                <a:gd name="connsiteY24" fmla="*/ 210039 h 245948"/>
                <a:gd name="connsiteX25" fmla="*/ 250507 w 1446969"/>
                <a:gd name="connsiteY25" fmla="*/ 183369 h 245948"/>
                <a:gd name="connsiteX26" fmla="*/ 228600 w 1446969"/>
                <a:gd name="connsiteY26" fmla="*/ 170034 h 245948"/>
                <a:gd name="connsiteX27" fmla="*/ 241935 w 1446969"/>
                <a:gd name="connsiteY27" fmla="*/ 164319 h 245948"/>
                <a:gd name="connsiteX28" fmla="*/ 363855 w 1446969"/>
                <a:gd name="connsiteY28" fmla="*/ 166224 h 245948"/>
                <a:gd name="connsiteX29" fmla="*/ 381000 w 1446969"/>
                <a:gd name="connsiteY29" fmla="*/ 166224 h 245948"/>
                <a:gd name="connsiteX30" fmla="*/ 882015 w 1446969"/>
                <a:gd name="connsiteY30" fmla="*/ 235757 h 245948"/>
                <a:gd name="connsiteX31" fmla="*/ 961072 w 1446969"/>
                <a:gd name="connsiteY31" fmla="*/ 245282 h 245948"/>
                <a:gd name="connsiteX32" fmla="*/ 1073468 w 1446969"/>
                <a:gd name="connsiteY32" fmla="*/ 226232 h 245948"/>
                <a:gd name="connsiteX33" fmla="*/ 1376363 w 1446969"/>
                <a:gd name="connsiteY33" fmla="*/ 117647 h 245948"/>
                <a:gd name="connsiteX34" fmla="*/ 1425893 w 1446969"/>
                <a:gd name="connsiteY34" fmla="*/ 106217 h 245948"/>
                <a:gd name="connsiteX35" fmla="*/ 1444943 w 1446969"/>
                <a:gd name="connsiteY35" fmla="*/ 91929 h 245948"/>
                <a:gd name="connsiteX36" fmla="*/ 1442085 w 1446969"/>
                <a:gd name="connsiteY36" fmla="*/ 66212 h 245948"/>
                <a:gd name="connsiteX37" fmla="*/ 387667 w 1446969"/>
                <a:gd name="connsiteY37" fmla="*/ 121457 h 245948"/>
                <a:gd name="connsiteX38" fmla="*/ 397192 w 1446969"/>
                <a:gd name="connsiteY38" fmla="*/ 117647 h 245948"/>
                <a:gd name="connsiteX39" fmla="*/ 387667 w 1446969"/>
                <a:gd name="connsiteY39" fmla="*/ 121457 h 24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46969" h="245948">
                  <a:moveTo>
                    <a:pt x="1442085" y="66212"/>
                  </a:moveTo>
                  <a:cubicBezTo>
                    <a:pt x="1442085" y="66212"/>
                    <a:pt x="1441133" y="65259"/>
                    <a:pt x="1441133" y="65259"/>
                  </a:cubicBezTo>
                  <a:cubicBezTo>
                    <a:pt x="1434465" y="54782"/>
                    <a:pt x="1422083" y="50019"/>
                    <a:pt x="1417320" y="38589"/>
                  </a:cubicBezTo>
                  <a:cubicBezTo>
                    <a:pt x="1415415" y="33827"/>
                    <a:pt x="1413510" y="29064"/>
                    <a:pt x="1415415" y="23349"/>
                  </a:cubicBezTo>
                  <a:cubicBezTo>
                    <a:pt x="1416368" y="21444"/>
                    <a:pt x="1426845" y="11919"/>
                    <a:pt x="1426845" y="12872"/>
                  </a:cubicBezTo>
                  <a:cubicBezTo>
                    <a:pt x="1423988" y="489"/>
                    <a:pt x="1411605" y="6204"/>
                    <a:pt x="1405890" y="1442"/>
                  </a:cubicBezTo>
                  <a:cubicBezTo>
                    <a:pt x="1392555" y="-3321"/>
                    <a:pt x="1383983" y="4299"/>
                    <a:pt x="1379220" y="15729"/>
                  </a:cubicBezTo>
                  <a:cubicBezTo>
                    <a:pt x="1372552" y="26207"/>
                    <a:pt x="1362075" y="29064"/>
                    <a:pt x="1352550" y="31922"/>
                  </a:cubicBezTo>
                  <a:cubicBezTo>
                    <a:pt x="1294448" y="45257"/>
                    <a:pt x="1235393" y="54782"/>
                    <a:pt x="1175385" y="52877"/>
                  </a:cubicBezTo>
                  <a:cubicBezTo>
                    <a:pt x="1132523" y="50972"/>
                    <a:pt x="1090613" y="48114"/>
                    <a:pt x="1047750" y="44304"/>
                  </a:cubicBezTo>
                  <a:cubicBezTo>
                    <a:pt x="992505" y="39542"/>
                    <a:pt x="935355" y="36684"/>
                    <a:pt x="879158" y="38589"/>
                  </a:cubicBezTo>
                  <a:cubicBezTo>
                    <a:pt x="851535" y="39542"/>
                    <a:pt x="823913" y="44304"/>
                    <a:pt x="796290" y="43352"/>
                  </a:cubicBezTo>
                  <a:cubicBezTo>
                    <a:pt x="769620" y="43352"/>
                    <a:pt x="742950" y="33827"/>
                    <a:pt x="718185" y="44304"/>
                  </a:cubicBezTo>
                  <a:cubicBezTo>
                    <a:pt x="707708" y="49067"/>
                    <a:pt x="698183" y="56687"/>
                    <a:pt x="687705" y="62402"/>
                  </a:cubicBezTo>
                  <a:cubicBezTo>
                    <a:pt x="665797" y="74784"/>
                    <a:pt x="640080" y="77642"/>
                    <a:pt x="615315" y="79547"/>
                  </a:cubicBezTo>
                  <a:cubicBezTo>
                    <a:pt x="532447" y="87167"/>
                    <a:pt x="442913" y="95739"/>
                    <a:pt x="360045" y="83357"/>
                  </a:cubicBezTo>
                  <a:cubicBezTo>
                    <a:pt x="328613" y="80499"/>
                    <a:pt x="297180" y="78594"/>
                    <a:pt x="266700" y="82404"/>
                  </a:cubicBezTo>
                  <a:cubicBezTo>
                    <a:pt x="251460" y="84309"/>
                    <a:pt x="236220" y="91929"/>
                    <a:pt x="220980" y="93834"/>
                  </a:cubicBezTo>
                  <a:cubicBezTo>
                    <a:pt x="207645" y="95739"/>
                    <a:pt x="190500" y="91929"/>
                    <a:pt x="178117" y="89072"/>
                  </a:cubicBezTo>
                  <a:cubicBezTo>
                    <a:pt x="170497" y="87167"/>
                    <a:pt x="163830" y="85262"/>
                    <a:pt x="156210" y="84309"/>
                  </a:cubicBezTo>
                  <a:cubicBezTo>
                    <a:pt x="144780" y="83357"/>
                    <a:pt x="132397" y="88119"/>
                    <a:pt x="131445" y="101454"/>
                  </a:cubicBezTo>
                  <a:cubicBezTo>
                    <a:pt x="259080" y="142412"/>
                    <a:pt x="160020" y="189084"/>
                    <a:pt x="148590" y="190989"/>
                  </a:cubicBezTo>
                  <a:cubicBezTo>
                    <a:pt x="99060" y="199562"/>
                    <a:pt x="49530" y="208134"/>
                    <a:pt x="0" y="216707"/>
                  </a:cubicBezTo>
                  <a:cubicBezTo>
                    <a:pt x="20955" y="224327"/>
                    <a:pt x="41910" y="224327"/>
                    <a:pt x="63817" y="222422"/>
                  </a:cubicBezTo>
                  <a:cubicBezTo>
                    <a:pt x="107632" y="217659"/>
                    <a:pt x="150495" y="207182"/>
                    <a:pt x="195263" y="210039"/>
                  </a:cubicBezTo>
                  <a:cubicBezTo>
                    <a:pt x="216217" y="207182"/>
                    <a:pt x="235267" y="198609"/>
                    <a:pt x="250507" y="183369"/>
                  </a:cubicBezTo>
                  <a:cubicBezTo>
                    <a:pt x="246697" y="172892"/>
                    <a:pt x="234315" y="177654"/>
                    <a:pt x="228600" y="170034"/>
                  </a:cubicBezTo>
                  <a:cubicBezTo>
                    <a:pt x="232410" y="165272"/>
                    <a:pt x="237172" y="165272"/>
                    <a:pt x="241935" y="164319"/>
                  </a:cubicBezTo>
                  <a:cubicBezTo>
                    <a:pt x="282892" y="153842"/>
                    <a:pt x="322897" y="156699"/>
                    <a:pt x="363855" y="166224"/>
                  </a:cubicBezTo>
                  <a:cubicBezTo>
                    <a:pt x="369570" y="166224"/>
                    <a:pt x="375285" y="166224"/>
                    <a:pt x="381000" y="166224"/>
                  </a:cubicBezTo>
                  <a:cubicBezTo>
                    <a:pt x="436245" y="191942"/>
                    <a:pt x="857250" y="231947"/>
                    <a:pt x="882015" y="235757"/>
                  </a:cubicBezTo>
                  <a:cubicBezTo>
                    <a:pt x="908685" y="239567"/>
                    <a:pt x="934402" y="242424"/>
                    <a:pt x="961072" y="245282"/>
                  </a:cubicBezTo>
                  <a:cubicBezTo>
                    <a:pt x="1000125" y="249092"/>
                    <a:pt x="1036320" y="235757"/>
                    <a:pt x="1073468" y="226232"/>
                  </a:cubicBezTo>
                  <a:cubicBezTo>
                    <a:pt x="1082993" y="223374"/>
                    <a:pt x="1359218" y="120504"/>
                    <a:pt x="1376363" y="117647"/>
                  </a:cubicBezTo>
                  <a:cubicBezTo>
                    <a:pt x="1393508" y="115742"/>
                    <a:pt x="1410652" y="112884"/>
                    <a:pt x="1425893" y="106217"/>
                  </a:cubicBezTo>
                  <a:cubicBezTo>
                    <a:pt x="1433513" y="103359"/>
                    <a:pt x="1441133" y="98597"/>
                    <a:pt x="1444943" y="91929"/>
                  </a:cubicBezTo>
                  <a:cubicBezTo>
                    <a:pt x="1448752" y="84309"/>
                    <a:pt x="1446848" y="74784"/>
                    <a:pt x="1442085" y="66212"/>
                  </a:cubicBezTo>
                  <a:close/>
                  <a:moveTo>
                    <a:pt x="387667" y="121457"/>
                  </a:moveTo>
                  <a:cubicBezTo>
                    <a:pt x="391478" y="119552"/>
                    <a:pt x="394335" y="118599"/>
                    <a:pt x="397192" y="117647"/>
                  </a:cubicBezTo>
                  <a:cubicBezTo>
                    <a:pt x="394335" y="119552"/>
                    <a:pt x="391478" y="120504"/>
                    <a:pt x="387667" y="121457"/>
                  </a:cubicBezTo>
                  <a:close/>
                </a:path>
              </a:pathLst>
            </a:custGeom>
            <a:solidFill>
              <a:srgbClr val="FCF2B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C595803C-1841-4F1A-B0F1-C8D54EFD1991}"/>
                </a:ext>
              </a:extLst>
            </p:cNvPr>
            <p:cNvSpPr/>
            <p:nvPr/>
          </p:nvSpPr>
          <p:spPr>
            <a:xfrm>
              <a:off x="7168413" y="5365087"/>
              <a:ext cx="628650" cy="171450"/>
            </a:xfrm>
            <a:custGeom>
              <a:avLst/>
              <a:gdLst>
                <a:gd name="connsiteX0" fmla="*/ 628650 w 628650"/>
                <a:gd name="connsiteY0" fmla="*/ 85725 h 171450"/>
                <a:gd name="connsiteX1" fmla="*/ 314325 w 628650"/>
                <a:gd name="connsiteY1" fmla="*/ 171450 h 171450"/>
                <a:gd name="connsiteX2" fmla="*/ 0 w 628650"/>
                <a:gd name="connsiteY2" fmla="*/ 85725 h 171450"/>
                <a:gd name="connsiteX3" fmla="*/ 314325 w 628650"/>
                <a:gd name="connsiteY3" fmla="*/ 0 h 171450"/>
                <a:gd name="connsiteX4" fmla="*/ 628650 w 628650"/>
                <a:gd name="connsiteY4" fmla="*/ 85725 h 171450"/>
                <a:gd name="connsiteX5" fmla="*/ 628650 w 628650"/>
                <a:gd name="connsiteY5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8650" h="171450">
                  <a:moveTo>
                    <a:pt x="628650" y="85725"/>
                  </a:moveTo>
                  <a:cubicBezTo>
                    <a:pt x="628650" y="133350"/>
                    <a:pt x="487680" y="171450"/>
                    <a:pt x="314325" y="171450"/>
                  </a:cubicBezTo>
                  <a:cubicBezTo>
                    <a:pt x="140970" y="171450"/>
                    <a:pt x="0" y="133350"/>
                    <a:pt x="0" y="85725"/>
                  </a:cubicBezTo>
                  <a:cubicBezTo>
                    <a:pt x="0" y="38100"/>
                    <a:pt x="140970" y="0"/>
                    <a:pt x="314325" y="0"/>
                  </a:cubicBezTo>
                  <a:cubicBezTo>
                    <a:pt x="487680" y="0"/>
                    <a:pt x="628650" y="38100"/>
                    <a:pt x="628650" y="85725"/>
                  </a:cubicBezTo>
                  <a:lnTo>
                    <a:pt x="628650" y="8572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3878D659-4EAB-48D2-98C5-BBF9DD6EC745}"/>
                </a:ext>
              </a:extLst>
            </p:cNvPr>
            <p:cNvSpPr/>
            <p:nvPr/>
          </p:nvSpPr>
          <p:spPr>
            <a:xfrm>
              <a:off x="7778013" y="5298412"/>
              <a:ext cx="552450" cy="123825"/>
            </a:xfrm>
            <a:custGeom>
              <a:avLst/>
              <a:gdLst>
                <a:gd name="connsiteX0" fmla="*/ 552450 w 552450"/>
                <a:gd name="connsiteY0" fmla="*/ 61913 h 123825"/>
                <a:gd name="connsiteX1" fmla="*/ 276225 w 552450"/>
                <a:gd name="connsiteY1" fmla="*/ 123825 h 123825"/>
                <a:gd name="connsiteX2" fmla="*/ 0 w 552450"/>
                <a:gd name="connsiteY2" fmla="*/ 61913 h 123825"/>
                <a:gd name="connsiteX3" fmla="*/ 276225 w 552450"/>
                <a:gd name="connsiteY3" fmla="*/ 0 h 123825"/>
                <a:gd name="connsiteX4" fmla="*/ 552450 w 552450"/>
                <a:gd name="connsiteY4" fmla="*/ 61913 h 123825"/>
                <a:gd name="connsiteX5" fmla="*/ 552450 w 552450"/>
                <a:gd name="connsiteY5" fmla="*/ 6191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450" h="123825">
                  <a:moveTo>
                    <a:pt x="552450" y="61913"/>
                  </a:moveTo>
                  <a:cubicBezTo>
                    <a:pt x="552450" y="96202"/>
                    <a:pt x="428625" y="123825"/>
                    <a:pt x="276225" y="123825"/>
                  </a:cubicBezTo>
                  <a:cubicBezTo>
                    <a:pt x="123825" y="123825"/>
                    <a:pt x="0" y="96202"/>
                    <a:pt x="0" y="61913"/>
                  </a:cubicBezTo>
                  <a:cubicBezTo>
                    <a:pt x="0" y="27622"/>
                    <a:pt x="123825" y="0"/>
                    <a:pt x="276225" y="0"/>
                  </a:cubicBezTo>
                  <a:cubicBezTo>
                    <a:pt x="428625" y="0"/>
                    <a:pt x="552450" y="27622"/>
                    <a:pt x="552450" y="61913"/>
                  </a:cubicBezTo>
                  <a:lnTo>
                    <a:pt x="552450" y="6191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Цель</a:t>
            </a:r>
            <a:r>
              <a:rPr lang="en-US" dirty="0" smtClean="0"/>
              <a:t> </a:t>
            </a:r>
            <a:r>
              <a:rPr lang="ru-RU" dirty="0" smtClean="0"/>
              <a:t>проекта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2422E39-29D1-4F05-B508-716523C6C112}"/>
              </a:ext>
            </a:extLst>
          </p:cNvPr>
          <p:cNvSpPr txBox="1"/>
          <p:nvPr/>
        </p:nvSpPr>
        <p:spPr>
          <a:xfrm>
            <a:off x="236848" y="3773790"/>
            <a:ext cx="4425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000" dirty="0">
                <a:solidFill>
                  <a:schemeClr val="bg1"/>
                </a:solidFill>
              </a:rPr>
              <a:t>Разработка системы онлайн-заказа еды с мобильным приложением для пользователей и панелью управления для администраторов.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411A5FE-0912-48DC-B186-8A668CED1B89}"/>
              </a:ext>
            </a:extLst>
          </p:cNvPr>
          <p:cNvSpPr txBox="1"/>
          <p:nvPr/>
        </p:nvSpPr>
        <p:spPr>
          <a:xfrm>
            <a:off x="7583433" y="3906873"/>
            <a:ext cx="48725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200" dirty="0">
                <a:solidFill>
                  <a:schemeClr val="bg1"/>
                </a:solidFill>
              </a:rPr>
              <a:t>рост популярности доставки еды, необходимость в удобном и автоматизированном сервисе.</a:t>
            </a:r>
            <a:endParaRPr lang="ko-KR" altLang="en-US" sz="2200" dirty="0">
              <a:solidFill>
                <a:schemeClr val="bg1"/>
              </a:solidFill>
            </a:endParaRPr>
          </a:p>
        </p:txBody>
      </p:sp>
      <p:cxnSp>
        <p:nvCxnSpPr>
          <p:cNvPr id="3" name="Elbow Connector 31">
            <a:extLst>
              <a:ext uri="{FF2B5EF4-FFF2-40B4-BE49-F238E27FC236}">
                <a16:creationId xmlns:a16="http://schemas.microsoft.com/office/drawing/2014/main" xmlns="" id="{1AB2910B-7146-4D74-B250-4249973AAE96}"/>
              </a:ext>
            </a:extLst>
          </p:cNvPr>
          <p:cNvCxnSpPr>
            <a:cxnSpLocks/>
          </p:cNvCxnSpPr>
          <p:nvPr/>
        </p:nvCxnSpPr>
        <p:spPr>
          <a:xfrm flipH="1" flipV="1">
            <a:off x="4622905" y="3760170"/>
            <a:ext cx="611933" cy="1502122"/>
          </a:xfrm>
          <a:prstGeom prst="bentConnector4">
            <a:avLst>
              <a:gd name="adj1" fmla="val 1624"/>
              <a:gd name="adj2" fmla="val 57086"/>
            </a:avLst>
          </a:prstGeom>
          <a:ln w="22225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DCD710F-25AE-457B-9127-6DE1D029DCCC}"/>
              </a:ext>
            </a:extLst>
          </p:cNvPr>
          <p:cNvSpPr txBox="1"/>
          <p:nvPr/>
        </p:nvSpPr>
        <p:spPr>
          <a:xfrm>
            <a:off x="4088476" y="2886216"/>
            <a:ext cx="104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2400" dirty="0">
                <a:solidFill>
                  <a:schemeClr val="bg1"/>
                </a:solidFill>
              </a:rPr>
              <a:t>Цель</a:t>
            </a:r>
            <a:endParaRPr lang="en-US" altLang="ko-KR" sz="2400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65" name="Circle: Hollow 64">
            <a:extLst>
              <a:ext uri="{FF2B5EF4-FFF2-40B4-BE49-F238E27FC236}">
                <a16:creationId xmlns:a16="http://schemas.microsoft.com/office/drawing/2014/main" xmlns="" id="{3CAFB930-0530-4AD6-B814-5F64E5364528}"/>
              </a:ext>
            </a:extLst>
          </p:cNvPr>
          <p:cNvSpPr/>
          <p:nvPr/>
        </p:nvSpPr>
        <p:spPr>
          <a:xfrm>
            <a:off x="3970837" y="2480992"/>
            <a:ext cx="1281353" cy="1281353"/>
          </a:xfrm>
          <a:prstGeom prst="donut">
            <a:avLst>
              <a:gd name="adj" fmla="val 94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9" name="Elbow Connector 31">
            <a:extLst>
              <a:ext uri="{FF2B5EF4-FFF2-40B4-BE49-F238E27FC236}">
                <a16:creationId xmlns:a16="http://schemas.microsoft.com/office/drawing/2014/main" xmlns="" id="{ECFAABC4-AC17-4DE3-B4EA-A8AA476A75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43938" y="4638413"/>
            <a:ext cx="2055150" cy="592070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83E8FE95-0302-4EAA-AD89-9377B1F23598}"/>
              </a:ext>
            </a:extLst>
          </p:cNvPr>
          <p:cNvSpPr txBox="1"/>
          <p:nvPr/>
        </p:nvSpPr>
        <p:spPr>
          <a:xfrm>
            <a:off x="6737649" y="2846666"/>
            <a:ext cx="1659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</a:rPr>
              <a:t>Актуальность</a:t>
            </a:r>
            <a:endParaRPr lang="en-US" altLang="ko-KR" sz="16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71" name="Circle: Hollow 70">
            <a:extLst>
              <a:ext uri="{FF2B5EF4-FFF2-40B4-BE49-F238E27FC236}">
                <a16:creationId xmlns:a16="http://schemas.microsoft.com/office/drawing/2014/main" xmlns="" id="{5875C60A-5EF5-4319-B779-49B48C7EC49C}"/>
              </a:ext>
            </a:extLst>
          </p:cNvPr>
          <p:cNvSpPr/>
          <p:nvPr/>
        </p:nvSpPr>
        <p:spPr>
          <a:xfrm>
            <a:off x="6647916" y="2125014"/>
            <a:ext cx="1839261" cy="1781859"/>
          </a:xfrm>
          <a:prstGeom prst="donut">
            <a:avLst>
              <a:gd name="adj" fmla="val 941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1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63A851A-671D-4B2A-A69B-275E5611DC4E}"/>
              </a:ext>
            </a:extLst>
          </p:cNvPr>
          <p:cNvSpPr txBox="1"/>
          <p:nvPr/>
        </p:nvSpPr>
        <p:spPr>
          <a:xfrm>
            <a:off x="5255809" y="789376"/>
            <a:ext cx="4946526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ru-RU" altLang="ko-KR" sz="2700" b="1" dirty="0">
                <a:solidFill>
                  <a:schemeClr val="accent2">
                    <a:lumMod val="60000"/>
                    <a:lumOff val="40000"/>
                  </a:schemeClr>
                </a:solidFill>
                <a:cs typeface="Arial" pitchFamily="34" charset="0"/>
              </a:rPr>
              <a:t>Разработка мобильного приложения для клиентов.</a:t>
            </a:r>
            <a:endParaRPr lang="ko-KR" altLang="en-US" sz="2700" b="1" dirty="0">
              <a:solidFill>
                <a:schemeClr val="accent2">
                  <a:lumMod val="60000"/>
                  <a:lumOff val="40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F187C38-BD68-46DB-B9FF-35AAD3D76F65}"/>
              </a:ext>
            </a:extLst>
          </p:cNvPr>
          <p:cNvSpPr txBox="1"/>
          <p:nvPr/>
        </p:nvSpPr>
        <p:spPr>
          <a:xfrm>
            <a:off x="3762592" y="677435"/>
            <a:ext cx="153154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effectLst>
                  <a:outerShdw blurRad="12700" dist="88900" dir="3000000" algn="tl" rotWithShape="0">
                    <a:schemeClr val="accent2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01</a:t>
            </a:r>
            <a:endParaRPr lang="ko-KR" altLang="en-US" b="1" dirty="0">
              <a:solidFill>
                <a:schemeClr val="accent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D48C6A-1540-488E-86D2-232C74A3983D}"/>
              </a:ext>
            </a:extLst>
          </p:cNvPr>
          <p:cNvSpPr txBox="1"/>
          <p:nvPr/>
        </p:nvSpPr>
        <p:spPr>
          <a:xfrm>
            <a:off x="5988676" y="2292844"/>
            <a:ext cx="6203323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ru-RU" altLang="ko-KR" sz="2700" b="1" dirty="0">
                <a:solidFill>
                  <a:schemeClr val="accent2"/>
                </a:solidFill>
                <a:cs typeface="Arial" pitchFamily="34" charset="0"/>
              </a:rPr>
              <a:t>Разработка мобильного приложения для администратора.</a:t>
            </a:r>
            <a:endParaRPr lang="ko-KR" altLang="en-US" sz="27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822CE81-1B93-46CE-BCCD-89A79A15C0C8}"/>
              </a:ext>
            </a:extLst>
          </p:cNvPr>
          <p:cNvSpPr txBox="1"/>
          <p:nvPr/>
        </p:nvSpPr>
        <p:spPr>
          <a:xfrm>
            <a:off x="4457127" y="2174367"/>
            <a:ext cx="1531549" cy="120032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accent2"/>
                </a:solidFill>
              </a:rPr>
              <a:t>02</a:t>
            </a:r>
            <a:endParaRPr lang="ko-KR" altLang="en-US" sz="7200" b="1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FF60876-1FE8-4D5B-AF7B-87F1E096DB51}"/>
              </a:ext>
            </a:extLst>
          </p:cNvPr>
          <p:cNvSpPr txBox="1"/>
          <p:nvPr/>
        </p:nvSpPr>
        <p:spPr>
          <a:xfrm>
            <a:off x="5294141" y="3920367"/>
            <a:ext cx="6897858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ru-RU" altLang="ko-KR" sz="2700" b="1" dirty="0">
                <a:solidFill>
                  <a:schemeClr val="accent1"/>
                </a:solidFill>
                <a:cs typeface="Arial" pitchFamily="34" charset="0"/>
              </a:rPr>
              <a:t>Реализация взаимодействия между двумя системами.</a:t>
            </a:r>
            <a:endParaRPr lang="ko-KR" altLang="en-US" sz="27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B754515-2AD2-4047-B91D-458303D1E93F}"/>
              </a:ext>
            </a:extLst>
          </p:cNvPr>
          <p:cNvSpPr txBox="1"/>
          <p:nvPr/>
        </p:nvSpPr>
        <p:spPr>
          <a:xfrm>
            <a:off x="3425782" y="5098978"/>
            <a:ext cx="8766220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ru-RU" altLang="ko-KR" sz="2700" b="1" dirty="0">
                <a:solidFill>
                  <a:schemeClr val="accent4"/>
                </a:solidFill>
                <a:cs typeface="Arial" pitchFamily="34" charset="0"/>
              </a:rPr>
              <a:t>Обеспечение безопасности, стабильности и удобства использования.</a:t>
            </a:r>
            <a:endParaRPr lang="ko-KR" altLang="en-US" sz="27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E4EB2D4-1ECC-4F9E-A994-7F026E29B0F3}"/>
              </a:ext>
            </a:extLst>
          </p:cNvPr>
          <p:cNvSpPr txBox="1"/>
          <p:nvPr/>
        </p:nvSpPr>
        <p:spPr>
          <a:xfrm>
            <a:off x="1894230" y="4981141"/>
            <a:ext cx="153154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effectLst>
                  <a:outerShdw blurRad="12700" dist="88900" dir="3000000" algn="tl" rotWithShape="0">
                    <a:schemeClr val="accent2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4"/>
                </a:solidFill>
                <a:effectLst/>
              </a:rPr>
              <a:t>04</a:t>
            </a:r>
            <a:endParaRPr lang="ko-KR" altLang="en-US" b="1" dirty="0">
              <a:solidFill>
                <a:schemeClr val="accent4"/>
              </a:solidFill>
              <a:effectLst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25781" y="0"/>
            <a:ext cx="8766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Задачи проекта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187C38-BD68-46DB-B9FF-35AAD3D76F65}"/>
              </a:ext>
            </a:extLst>
          </p:cNvPr>
          <p:cNvSpPr txBox="1"/>
          <p:nvPr/>
        </p:nvSpPr>
        <p:spPr>
          <a:xfrm>
            <a:off x="3762591" y="3781868"/>
            <a:ext cx="153154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effectLst>
                  <a:outerShdw blurRad="12700" dist="88900" dir="3000000" algn="tl" rotWithShape="0">
                    <a:schemeClr val="accent2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effectLst/>
              </a:rPr>
              <a:t>03</a:t>
            </a:r>
            <a:endParaRPr lang="ko-KR" altLang="en-US" b="1" dirty="0">
              <a:solidFill>
                <a:schemeClr val="accent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93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Анализ предметной области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B63864C5-48D5-4963-97D1-5857DD866E4A}"/>
              </a:ext>
            </a:extLst>
          </p:cNvPr>
          <p:cNvGrpSpPr/>
          <p:nvPr/>
        </p:nvGrpSpPr>
        <p:grpSpPr>
          <a:xfrm>
            <a:off x="3871109" y="1989637"/>
            <a:ext cx="4426497" cy="4168301"/>
            <a:chOff x="2347107" y="1737169"/>
            <a:chExt cx="4426497" cy="41683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xmlns="" id="{9F7646D3-28A6-468A-846A-56446A3F3F79}"/>
                </a:ext>
              </a:extLst>
            </p:cNvPr>
            <p:cNvGrpSpPr/>
            <p:nvPr/>
          </p:nvGrpSpPr>
          <p:grpSpPr>
            <a:xfrm>
              <a:off x="2347107" y="1737169"/>
              <a:ext cx="4426497" cy="4168301"/>
              <a:chOff x="2347107" y="2193210"/>
              <a:chExt cx="4426497" cy="4168301"/>
            </a:xfrm>
          </p:grpSpPr>
          <p:sp>
            <p:nvSpPr>
              <p:cNvPr id="6" name="Oval 10">
                <a:extLst>
                  <a:ext uri="{FF2B5EF4-FFF2-40B4-BE49-F238E27FC236}">
                    <a16:creationId xmlns:a16="http://schemas.microsoft.com/office/drawing/2014/main" xmlns="" id="{DE400644-3F44-4C0F-BBC8-68EAD24214CA}"/>
                  </a:ext>
                </a:extLst>
              </p:cNvPr>
              <p:cNvSpPr/>
              <p:nvPr/>
            </p:nvSpPr>
            <p:spPr>
              <a:xfrm>
                <a:off x="2885423" y="2193210"/>
                <a:ext cx="1625048" cy="1330154"/>
              </a:xfrm>
              <a:custGeom>
                <a:avLst/>
                <a:gdLst/>
                <a:ahLst/>
                <a:cxnLst/>
                <a:rect l="l" t="t" r="r" b="b"/>
                <a:pathLst>
                  <a:path w="1625048" h="1330154">
                    <a:moveTo>
                      <a:pt x="1625048" y="0"/>
                    </a:moveTo>
                    <a:lnTo>
                      <a:pt x="1625048" y="778278"/>
                    </a:lnTo>
                    <a:cubicBezTo>
                      <a:pt x="1224842" y="797234"/>
                      <a:pt x="876193" y="1012505"/>
                      <a:pt x="673127" y="1330154"/>
                    </a:cubicBezTo>
                    <a:lnTo>
                      <a:pt x="0" y="941523"/>
                    </a:lnTo>
                    <a:cubicBezTo>
                      <a:pt x="336920" y="390726"/>
                      <a:pt x="936837" y="19359"/>
                      <a:pt x="16250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cs typeface="Arial" pitchFamily="34" charset="0"/>
                </a:endParaRPr>
              </a:p>
            </p:txBody>
          </p:sp>
          <p:sp>
            <p:nvSpPr>
              <p:cNvPr id="7" name="Oval 10">
                <a:extLst>
                  <a:ext uri="{FF2B5EF4-FFF2-40B4-BE49-F238E27FC236}">
                    <a16:creationId xmlns:a16="http://schemas.microsoft.com/office/drawing/2014/main" xmlns="" id="{19FCC7BB-1B2D-4F5D-9C99-15E8CBB36D7E}"/>
                  </a:ext>
                </a:extLst>
              </p:cNvPr>
              <p:cNvSpPr/>
              <p:nvPr/>
            </p:nvSpPr>
            <p:spPr>
              <a:xfrm rot="18000000" flipV="1">
                <a:off x="4459114" y="4883910"/>
                <a:ext cx="1625048" cy="1330154"/>
              </a:xfrm>
              <a:custGeom>
                <a:avLst/>
                <a:gdLst/>
                <a:ahLst/>
                <a:cxnLst/>
                <a:rect l="l" t="t" r="r" b="b"/>
                <a:pathLst>
                  <a:path w="1625048" h="1330154">
                    <a:moveTo>
                      <a:pt x="1625048" y="0"/>
                    </a:moveTo>
                    <a:lnTo>
                      <a:pt x="1625048" y="778278"/>
                    </a:lnTo>
                    <a:cubicBezTo>
                      <a:pt x="1224842" y="797234"/>
                      <a:pt x="876193" y="1012505"/>
                      <a:pt x="673127" y="1330154"/>
                    </a:cubicBezTo>
                    <a:lnTo>
                      <a:pt x="0" y="941523"/>
                    </a:lnTo>
                    <a:cubicBezTo>
                      <a:pt x="336920" y="390726"/>
                      <a:pt x="936837" y="19359"/>
                      <a:pt x="16250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cs typeface="Arial" pitchFamily="34" charset="0"/>
                </a:endParaRPr>
              </a:p>
            </p:txBody>
          </p:sp>
          <p:sp>
            <p:nvSpPr>
              <p:cNvPr id="8" name="Oval 10">
                <a:extLst>
                  <a:ext uri="{FF2B5EF4-FFF2-40B4-BE49-F238E27FC236}">
                    <a16:creationId xmlns:a16="http://schemas.microsoft.com/office/drawing/2014/main" xmlns="" id="{24370388-6F31-42CD-BFD6-F07A3684D43B}"/>
                  </a:ext>
                </a:extLst>
              </p:cNvPr>
              <p:cNvSpPr/>
              <p:nvPr/>
            </p:nvSpPr>
            <p:spPr>
              <a:xfrm flipH="1">
                <a:off x="4604658" y="2193210"/>
                <a:ext cx="1625048" cy="1330154"/>
              </a:xfrm>
              <a:custGeom>
                <a:avLst/>
                <a:gdLst/>
                <a:ahLst/>
                <a:cxnLst/>
                <a:rect l="l" t="t" r="r" b="b"/>
                <a:pathLst>
                  <a:path w="1625048" h="1330154">
                    <a:moveTo>
                      <a:pt x="1625048" y="0"/>
                    </a:moveTo>
                    <a:lnTo>
                      <a:pt x="1625048" y="778278"/>
                    </a:lnTo>
                    <a:cubicBezTo>
                      <a:pt x="1224842" y="797234"/>
                      <a:pt x="876193" y="1012505"/>
                      <a:pt x="673127" y="1330154"/>
                    </a:cubicBezTo>
                    <a:lnTo>
                      <a:pt x="0" y="941523"/>
                    </a:lnTo>
                    <a:cubicBezTo>
                      <a:pt x="336920" y="390726"/>
                      <a:pt x="936837" y="19359"/>
                      <a:pt x="1625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cs typeface="Arial" pitchFamily="34" charset="0"/>
                </a:endParaRPr>
              </a:p>
            </p:txBody>
          </p: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xmlns="" id="{637990F6-910E-4A97-A375-B354DD2093A8}"/>
                  </a:ext>
                </a:extLst>
              </p:cNvPr>
              <p:cNvSpPr/>
              <p:nvPr/>
            </p:nvSpPr>
            <p:spPr>
              <a:xfrm rot="7200000">
                <a:off x="5296003" y="3378966"/>
                <a:ext cx="1625048" cy="1330154"/>
              </a:xfrm>
              <a:custGeom>
                <a:avLst/>
                <a:gdLst/>
                <a:ahLst/>
                <a:cxnLst/>
                <a:rect l="l" t="t" r="r" b="b"/>
                <a:pathLst>
                  <a:path w="1625048" h="1330154">
                    <a:moveTo>
                      <a:pt x="1625048" y="0"/>
                    </a:moveTo>
                    <a:lnTo>
                      <a:pt x="1625048" y="778278"/>
                    </a:lnTo>
                    <a:cubicBezTo>
                      <a:pt x="1224842" y="797234"/>
                      <a:pt x="876193" y="1012505"/>
                      <a:pt x="673127" y="1330154"/>
                    </a:cubicBezTo>
                    <a:lnTo>
                      <a:pt x="0" y="941523"/>
                    </a:lnTo>
                    <a:cubicBezTo>
                      <a:pt x="336920" y="390726"/>
                      <a:pt x="936837" y="19359"/>
                      <a:pt x="1625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cs typeface="Arial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xmlns="" id="{4A30ED92-7A41-4833-8C9E-85FA3E071D39}"/>
                  </a:ext>
                </a:extLst>
              </p:cNvPr>
              <p:cNvSpPr/>
              <p:nvPr/>
            </p:nvSpPr>
            <p:spPr>
              <a:xfrm rot="18000000">
                <a:off x="2199660" y="3584104"/>
                <a:ext cx="1625048" cy="1330154"/>
              </a:xfrm>
              <a:custGeom>
                <a:avLst/>
                <a:gdLst/>
                <a:ahLst/>
                <a:cxnLst/>
                <a:rect l="l" t="t" r="r" b="b"/>
                <a:pathLst>
                  <a:path w="1625048" h="1330154">
                    <a:moveTo>
                      <a:pt x="1625048" y="0"/>
                    </a:moveTo>
                    <a:lnTo>
                      <a:pt x="1625048" y="778278"/>
                    </a:lnTo>
                    <a:cubicBezTo>
                      <a:pt x="1224842" y="797234"/>
                      <a:pt x="876193" y="1012505"/>
                      <a:pt x="673127" y="1330154"/>
                    </a:cubicBezTo>
                    <a:lnTo>
                      <a:pt x="0" y="941523"/>
                    </a:lnTo>
                    <a:cubicBezTo>
                      <a:pt x="336920" y="390726"/>
                      <a:pt x="936837" y="19359"/>
                      <a:pt x="1625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cs typeface="Arial" pitchFamily="34" charset="0"/>
                </a:endParaRP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745875D1-D571-4693-AC6F-43D8A040288B}"/>
                </a:ext>
              </a:extLst>
            </p:cNvPr>
            <p:cNvSpPr/>
            <p:nvPr/>
          </p:nvSpPr>
          <p:spPr>
            <a:xfrm>
              <a:off x="3540579" y="2698034"/>
              <a:ext cx="2039552" cy="20395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6A435231-E0F3-4DDD-8377-6187C2EB7C71}"/>
              </a:ext>
            </a:extLst>
          </p:cNvPr>
          <p:cNvGrpSpPr/>
          <p:nvPr/>
        </p:nvGrpSpPr>
        <p:grpSpPr>
          <a:xfrm>
            <a:off x="8703579" y="3430177"/>
            <a:ext cx="3060000" cy="1094591"/>
            <a:chOff x="6760489" y="1480588"/>
            <a:chExt cx="1947202" cy="109459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BF7A09B-CA67-4DCD-BCDA-B4ACB94C5F30}"/>
                </a:ext>
              </a:extLst>
            </p:cNvPr>
            <p:cNvSpPr txBox="1"/>
            <p:nvPr/>
          </p:nvSpPr>
          <p:spPr>
            <a:xfrm>
              <a:off x="6760489" y="1480588"/>
              <a:ext cx="1947202" cy="5078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u-RU" altLang="ko-KR" sz="2700" b="1" dirty="0">
                  <a:solidFill>
                    <a:schemeClr val="accent1"/>
                  </a:solidFill>
                  <a:cs typeface="Arial" pitchFamily="34" charset="0"/>
                </a:rPr>
                <a:t>Яндекс.Еда</a:t>
              </a:r>
              <a:endParaRPr lang="ko-KR" altLang="en-US" sz="27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91C5066E-12B9-45EF-89DC-A4D6263C36E1}"/>
                </a:ext>
              </a:extLst>
            </p:cNvPr>
            <p:cNvSpPr txBox="1"/>
            <p:nvPr/>
          </p:nvSpPr>
          <p:spPr>
            <a:xfrm>
              <a:off x="6760489" y="1928848"/>
              <a:ext cx="19472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200" dirty="0">
                  <a:solidFill>
                    <a:schemeClr val="bg1"/>
                  </a:solidFill>
                  <a:cs typeface="Arial" pitchFamily="34" charset="0"/>
                </a:rPr>
                <a:t>Сервис доставки еды от Яндекса, интегрированный в экосистему компании.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0E5C77D0-87D8-4A55-BE44-5A1D019D7C87}"/>
              </a:ext>
            </a:extLst>
          </p:cNvPr>
          <p:cNvGrpSpPr/>
          <p:nvPr/>
        </p:nvGrpSpPr>
        <p:grpSpPr>
          <a:xfrm>
            <a:off x="428421" y="3433699"/>
            <a:ext cx="3060000" cy="1087547"/>
            <a:chOff x="6760489" y="1480588"/>
            <a:chExt cx="1947202" cy="10875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65389B03-4FB9-47D6-BDEE-53D0189ED595}"/>
                </a:ext>
              </a:extLst>
            </p:cNvPr>
            <p:cNvSpPr txBox="1"/>
            <p:nvPr/>
          </p:nvSpPr>
          <p:spPr>
            <a:xfrm>
              <a:off x="6760489" y="1480588"/>
              <a:ext cx="1947202" cy="5078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2700" b="1" dirty="0">
                  <a:solidFill>
                    <a:schemeClr val="accent1"/>
                  </a:solidFill>
                  <a:cs typeface="Arial" pitchFamily="34" charset="0"/>
                </a:rPr>
                <a:t>Delivery club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AF15D672-3BF9-44E5-901C-E948F1D1AE6B}"/>
                </a:ext>
              </a:extLst>
            </p:cNvPr>
            <p:cNvSpPr txBox="1"/>
            <p:nvPr/>
          </p:nvSpPr>
          <p:spPr>
            <a:xfrm>
              <a:off x="6760489" y="1921804"/>
              <a:ext cx="1947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altLang="ko-KR" sz="1200" dirty="0">
                  <a:solidFill>
                    <a:schemeClr val="bg1"/>
                  </a:solidFill>
                  <a:cs typeface="Arial" pitchFamily="34" charset="0"/>
                </a:rPr>
                <a:t>Один из крупнейших </a:t>
              </a:r>
              <a:r>
                <a:rPr lang="ru-RU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российских </a:t>
              </a:r>
              <a:r>
                <a:rPr lang="ru-RU" altLang="ko-KR" sz="1200" dirty="0">
                  <a:solidFill>
                    <a:schemeClr val="bg1"/>
                  </a:solidFill>
                  <a:cs typeface="Arial" pitchFamily="34" charset="0"/>
                </a:rPr>
                <a:t>сервисов доставки еды. Предоставляет доступ к множеству ресторанов и сетей.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8" name="L-Shape 17">
            <a:extLst>
              <a:ext uri="{FF2B5EF4-FFF2-40B4-BE49-F238E27FC236}">
                <a16:creationId xmlns:a16="http://schemas.microsoft.com/office/drawing/2014/main" xmlns="" id="{0BB1C3E6-E03C-4710-9F47-29C774C77A81}"/>
              </a:ext>
            </a:extLst>
          </p:cNvPr>
          <p:cNvSpPr/>
          <p:nvPr/>
        </p:nvSpPr>
        <p:spPr>
          <a:xfrm rot="2700000">
            <a:off x="8289403" y="3789551"/>
            <a:ext cx="375843" cy="375843"/>
          </a:xfrm>
          <a:prstGeom prst="corner">
            <a:avLst>
              <a:gd name="adj1" fmla="val 20835"/>
              <a:gd name="adj2" fmla="val 243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9" name="L-Shape 18">
            <a:extLst>
              <a:ext uri="{FF2B5EF4-FFF2-40B4-BE49-F238E27FC236}">
                <a16:creationId xmlns:a16="http://schemas.microsoft.com/office/drawing/2014/main" xmlns="" id="{EDB6362D-D25B-4E6F-BF8A-1EE64FD4F70E}"/>
              </a:ext>
            </a:extLst>
          </p:cNvPr>
          <p:cNvSpPr/>
          <p:nvPr/>
        </p:nvSpPr>
        <p:spPr>
          <a:xfrm rot="10800000">
            <a:off x="4493703" y="5814856"/>
            <a:ext cx="375843" cy="375843"/>
          </a:xfrm>
          <a:prstGeom prst="corner">
            <a:avLst>
              <a:gd name="adj1" fmla="val 20835"/>
              <a:gd name="adj2" fmla="val 243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1" name="막힌 원호 2">
            <a:extLst>
              <a:ext uri="{FF2B5EF4-FFF2-40B4-BE49-F238E27FC236}">
                <a16:creationId xmlns:a16="http://schemas.microsoft.com/office/drawing/2014/main" xmlns="" id="{308BD17E-81F9-4313-92CC-5A23DD5BF1EC}"/>
              </a:ext>
            </a:extLst>
          </p:cNvPr>
          <p:cNvSpPr/>
          <p:nvPr/>
        </p:nvSpPr>
        <p:spPr>
          <a:xfrm rot="16200000">
            <a:off x="4011749" y="1888495"/>
            <a:ext cx="4140000" cy="4140000"/>
          </a:xfrm>
          <a:prstGeom prst="blockArc">
            <a:avLst>
              <a:gd name="adj1" fmla="val 12608075"/>
              <a:gd name="adj2" fmla="val 19985982"/>
              <a:gd name="adj3" fmla="val 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2" name="막힌 원호 2">
            <a:extLst>
              <a:ext uri="{FF2B5EF4-FFF2-40B4-BE49-F238E27FC236}">
                <a16:creationId xmlns:a16="http://schemas.microsoft.com/office/drawing/2014/main" xmlns="" id="{F83746BC-035A-4058-BB2F-8E4931EF02B3}"/>
              </a:ext>
            </a:extLst>
          </p:cNvPr>
          <p:cNvSpPr/>
          <p:nvPr/>
        </p:nvSpPr>
        <p:spPr>
          <a:xfrm rot="5400000">
            <a:off x="4011748" y="1888494"/>
            <a:ext cx="4140000" cy="4140000"/>
          </a:xfrm>
          <a:prstGeom prst="blockArc">
            <a:avLst>
              <a:gd name="adj1" fmla="val 12608075"/>
              <a:gd name="adj2" fmla="val 19985982"/>
              <a:gd name="adj3" fmla="val 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DBA6383-A51D-49F8-B7C4-347F602BBDE9}"/>
              </a:ext>
            </a:extLst>
          </p:cNvPr>
          <p:cNvSpPr txBox="1"/>
          <p:nvPr/>
        </p:nvSpPr>
        <p:spPr>
          <a:xfrm>
            <a:off x="4926144" y="3645966"/>
            <a:ext cx="2311208" cy="7089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accent1"/>
                </a:solidFill>
                <a:cs typeface="Arial" pitchFamily="34" charset="0"/>
              </a:rPr>
              <a:t>Существующие аналоги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37" name="그룹 125">
            <a:extLst>
              <a:ext uri="{FF2B5EF4-FFF2-40B4-BE49-F238E27FC236}">
                <a16:creationId xmlns:a16="http://schemas.microsoft.com/office/drawing/2014/main" xmlns="" id="{4AEA8449-2B4B-4622-906F-284B7EB903C0}"/>
              </a:ext>
            </a:extLst>
          </p:cNvPr>
          <p:cNvGrpSpPr/>
          <p:nvPr/>
        </p:nvGrpSpPr>
        <p:grpSpPr>
          <a:xfrm>
            <a:off x="4425913" y="3779726"/>
            <a:ext cx="245234" cy="343032"/>
            <a:chOff x="1019786" y="3002376"/>
            <a:chExt cx="2531613" cy="3541196"/>
          </a:xfrm>
          <a:solidFill>
            <a:schemeClr val="bg1"/>
          </a:solidFill>
        </p:grpSpPr>
        <p:sp>
          <p:nvSpPr>
            <p:cNvPr id="38" name="사각형: 둥근 모서리 132">
              <a:extLst>
                <a:ext uri="{FF2B5EF4-FFF2-40B4-BE49-F238E27FC236}">
                  <a16:creationId xmlns:a16="http://schemas.microsoft.com/office/drawing/2014/main" xmlns="" id="{F4B7725F-F299-4C86-95C7-8D3EB7DB0AB0}"/>
                </a:ext>
              </a:extLst>
            </p:cNvPr>
            <p:cNvSpPr/>
            <p:nvPr/>
          </p:nvSpPr>
          <p:spPr>
            <a:xfrm>
              <a:off x="1719599" y="3938796"/>
              <a:ext cx="1084494" cy="2604776"/>
            </a:xfrm>
            <a:custGeom>
              <a:avLst/>
              <a:gdLst>
                <a:gd name="connsiteX0" fmla="*/ 0 w 626166"/>
                <a:gd name="connsiteY0" fmla="*/ 293202 h 1175728"/>
                <a:gd name="connsiteX1" fmla="*/ 293202 w 626166"/>
                <a:gd name="connsiteY1" fmla="*/ 0 h 1175728"/>
                <a:gd name="connsiteX2" fmla="*/ 332964 w 626166"/>
                <a:gd name="connsiteY2" fmla="*/ 0 h 1175728"/>
                <a:gd name="connsiteX3" fmla="*/ 626166 w 626166"/>
                <a:gd name="connsiteY3" fmla="*/ 293202 h 1175728"/>
                <a:gd name="connsiteX4" fmla="*/ 626166 w 626166"/>
                <a:gd name="connsiteY4" fmla="*/ 882526 h 1175728"/>
                <a:gd name="connsiteX5" fmla="*/ 332964 w 626166"/>
                <a:gd name="connsiteY5" fmla="*/ 1175728 h 1175728"/>
                <a:gd name="connsiteX6" fmla="*/ 293202 w 626166"/>
                <a:gd name="connsiteY6" fmla="*/ 1175728 h 1175728"/>
                <a:gd name="connsiteX7" fmla="*/ 0 w 626166"/>
                <a:gd name="connsiteY7" fmla="*/ 882526 h 1175728"/>
                <a:gd name="connsiteX8" fmla="*/ 0 w 626166"/>
                <a:gd name="connsiteY8" fmla="*/ 293202 h 1175728"/>
                <a:gd name="connsiteX0" fmla="*/ 0 w 626166"/>
                <a:gd name="connsiteY0" fmla="*/ 303142 h 1185668"/>
                <a:gd name="connsiteX1" fmla="*/ 293202 w 626166"/>
                <a:gd name="connsiteY1" fmla="*/ 9940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03142 h 1185668"/>
                <a:gd name="connsiteX1" fmla="*/ 233567 w 626166"/>
                <a:gd name="connsiteY1" fmla="*/ 1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93202 w 626166"/>
                <a:gd name="connsiteY6" fmla="*/ 1205546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53446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32959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03142 w 626166"/>
                <a:gd name="connsiteY6" fmla="*/ 1185668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25711"/>
                <a:gd name="connsiteX1" fmla="*/ 233567 w 626166"/>
                <a:gd name="connsiteY1" fmla="*/ 19879 h 1225711"/>
                <a:gd name="connsiteX2" fmla="*/ 432356 w 626166"/>
                <a:gd name="connsiteY2" fmla="*/ 0 h 1225711"/>
                <a:gd name="connsiteX3" fmla="*/ 626166 w 626166"/>
                <a:gd name="connsiteY3" fmla="*/ 323020 h 1225711"/>
                <a:gd name="connsiteX4" fmla="*/ 626166 w 626166"/>
                <a:gd name="connsiteY4" fmla="*/ 912344 h 1225711"/>
                <a:gd name="connsiteX5" fmla="*/ 332964 w 626166"/>
                <a:gd name="connsiteY5" fmla="*/ 1205546 h 1225711"/>
                <a:gd name="connsiteX6" fmla="*/ 332960 w 626166"/>
                <a:gd name="connsiteY6" fmla="*/ 1225424 h 1225711"/>
                <a:gd name="connsiteX7" fmla="*/ 0 w 626166"/>
                <a:gd name="connsiteY7" fmla="*/ 912344 h 1225711"/>
                <a:gd name="connsiteX8" fmla="*/ 0 w 626166"/>
                <a:gd name="connsiteY8" fmla="*/ 323020 h 1225711"/>
                <a:gd name="connsiteX0" fmla="*/ 0 w 626166"/>
                <a:gd name="connsiteY0" fmla="*/ 303142 h 1205833"/>
                <a:gd name="connsiteX1" fmla="*/ 233567 w 626166"/>
                <a:gd name="connsiteY1" fmla="*/ 1 h 1205833"/>
                <a:gd name="connsiteX2" fmla="*/ 412478 w 626166"/>
                <a:gd name="connsiteY2" fmla="*/ 0 h 1205833"/>
                <a:gd name="connsiteX3" fmla="*/ 626166 w 626166"/>
                <a:gd name="connsiteY3" fmla="*/ 303142 h 1205833"/>
                <a:gd name="connsiteX4" fmla="*/ 626166 w 626166"/>
                <a:gd name="connsiteY4" fmla="*/ 892466 h 1205833"/>
                <a:gd name="connsiteX5" fmla="*/ 332964 w 626166"/>
                <a:gd name="connsiteY5" fmla="*/ 1185668 h 1205833"/>
                <a:gd name="connsiteX6" fmla="*/ 332960 w 626166"/>
                <a:gd name="connsiteY6" fmla="*/ 1205546 h 1205833"/>
                <a:gd name="connsiteX7" fmla="*/ 0 w 626166"/>
                <a:gd name="connsiteY7" fmla="*/ 892466 h 1205833"/>
                <a:gd name="connsiteX8" fmla="*/ 0 w 626166"/>
                <a:gd name="connsiteY8" fmla="*/ 303142 h 1205833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32960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23429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3429 w 626166"/>
                <a:gd name="connsiteY6" fmla="*/ 1205546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0252 w 626166"/>
                <a:gd name="connsiteY6" fmla="*/ 1200437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9124"/>
                <a:gd name="connsiteX1" fmla="*/ 233567 w 626166"/>
                <a:gd name="connsiteY1" fmla="*/ 1 h 1209124"/>
                <a:gd name="connsiteX2" fmla="*/ 412478 w 626166"/>
                <a:gd name="connsiteY2" fmla="*/ 0 h 1209124"/>
                <a:gd name="connsiteX3" fmla="*/ 626166 w 626166"/>
                <a:gd name="connsiteY3" fmla="*/ 303142 h 1209124"/>
                <a:gd name="connsiteX4" fmla="*/ 626166 w 626166"/>
                <a:gd name="connsiteY4" fmla="*/ 892466 h 1209124"/>
                <a:gd name="connsiteX5" fmla="*/ 345672 w 626166"/>
                <a:gd name="connsiteY5" fmla="*/ 1208656 h 1209124"/>
                <a:gd name="connsiteX6" fmla="*/ 313898 w 626166"/>
                <a:gd name="connsiteY6" fmla="*/ 1208099 h 1209124"/>
                <a:gd name="connsiteX7" fmla="*/ 0 w 626166"/>
                <a:gd name="connsiteY7" fmla="*/ 892466 h 1209124"/>
                <a:gd name="connsiteX8" fmla="*/ 0 w 626166"/>
                <a:gd name="connsiteY8" fmla="*/ 303142 h 1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166" h="1209124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막힌 원호 135">
              <a:extLst>
                <a:ext uri="{FF2B5EF4-FFF2-40B4-BE49-F238E27FC236}">
                  <a16:creationId xmlns:a16="http://schemas.microsoft.com/office/drawing/2014/main" xmlns="" id="{B938E5E7-F9F8-41AF-B8C8-7A3618FE02C7}"/>
                </a:ext>
              </a:extLst>
            </p:cNvPr>
            <p:cNvSpPr/>
            <p:nvPr/>
          </p:nvSpPr>
          <p:spPr>
            <a:xfrm>
              <a:off x="2103734" y="3002376"/>
              <a:ext cx="861381" cy="963974"/>
            </a:xfrm>
            <a:custGeom>
              <a:avLst/>
              <a:gdLst>
                <a:gd name="connsiteX0" fmla="*/ 6421 w 1188673"/>
                <a:gd name="connsiteY0" fmla="*/ 681464 h 1188673"/>
                <a:gd name="connsiteX1" fmla="*/ 149811 w 1188673"/>
                <a:gd name="connsiteY1" fmla="*/ 199833 h 1188673"/>
                <a:gd name="connsiteX2" fmla="*/ 610993 w 1188673"/>
                <a:gd name="connsiteY2" fmla="*/ 233 h 1188673"/>
                <a:gd name="connsiteX3" fmla="*/ 605291 w 1188673"/>
                <a:gd name="connsiteY3" fmla="*/ 203607 h 1188673"/>
                <a:gd name="connsiteX4" fmla="*/ 301981 w 1188673"/>
                <a:gd name="connsiteY4" fmla="*/ 334880 h 1188673"/>
                <a:gd name="connsiteX5" fmla="*/ 207676 w 1188673"/>
                <a:gd name="connsiteY5" fmla="*/ 651639 h 1188673"/>
                <a:gd name="connsiteX6" fmla="*/ 6421 w 1188673"/>
                <a:gd name="connsiteY6" fmla="*/ 681464 h 1188673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605295 w 610997"/>
                <a:gd name="connsiteY3" fmla="*/ 203607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595567 w 610997"/>
                <a:gd name="connsiteY3" fmla="*/ 154969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0997" h="68376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자유형: 도형 128">
              <a:extLst>
                <a:ext uri="{FF2B5EF4-FFF2-40B4-BE49-F238E27FC236}">
                  <a16:creationId xmlns:a16="http://schemas.microsoft.com/office/drawing/2014/main" xmlns="" id="{E93259CA-4125-44E1-90DB-94A315A72E08}"/>
                </a:ext>
              </a:extLst>
            </p:cNvPr>
            <p:cNvSpPr/>
            <p:nvPr/>
          </p:nvSpPr>
          <p:spPr>
            <a:xfrm rot="21000000">
              <a:off x="1019786" y="4024649"/>
              <a:ext cx="948277" cy="2492473"/>
            </a:xfrm>
            <a:custGeom>
              <a:avLst/>
              <a:gdLst>
                <a:gd name="connsiteX0" fmla="*/ 810820 w 948279"/>
                <a:gd name="connsiteY0" fmla="*/ 13176 h 2492471"/>
                <a:gd name="connsiteX1" fmla="*/ 890541 w 948279"/>
                <a:gd name="connsiteY1" fmla="*/ 50763 h 2492471"/>
                <a:gd name="connsiteX2" fmla="*/ 948279 w 948279"/>
                <a:gd name="connsiteY2" fmla="*/ 103894 h 2492471"/>
                <a:gd name="connsiteX3" fmla="*/ 938298 w 948279"/>
                <a:gd name="connsiteY3" fmla="*/ 110009 h 2492471"/>
                <a:gd name="connsiteX4" fmla="*/ 693849 w 948279"/>
                <a:gd name="connsiteY4" fmla="*/ 613610 h 2492471"/>
                <a:gd name="connsiteX5" fmla="*/ 473392 w 948279"/>
                <a:gd name="connsiteY5" fmla="*/ 1863884 h 2492471"/>
                <a:gd name="connsiteX6" fmla="*/ 621326 w 948279"/>
                <a:gd name="connsiteY6" fmla="*/ 2455353 h 2492471"/>
                <a:gd name="connsiteX7" fmla="*/ 654526 w 948279"/>
                <a:gd name="connsiteY7" fmla="*/ 2489310 h 2492471"/>
                <a:gd name="connsiteX8" fmla="*/ 632338 w 948279"/>
                <a:gd name="connsiteY8" fmla="*/ 2492471 h 2492471"/>
                <a:gd name="connsiteX9" fmla="*/ 576673 w 948279"/>
                <a:gd name="connsiteY9" fmla="*/ 2488230 h 2492471"/>
                <a:gd name="connsiteX10" fmla="*/ 0 w 948279"/>
                <a:gd name="connsiteY10" fmla="*/ 1842037 h 2492471"/>
                <a:gd name="connsiteX11" fmla="*/ 0 w 948279"/>
                <a:gd name="connsiteY11" fmla="*/ 625681 h 2492471"/>
                <a:gd name="connsiteX12" fmla="*/ 404528 w 948279"/>
                <a:gd name="connsiteY12" fmla="*/ 2 h 2492471"/>
                <a:gd name="connsiteX13" fmla="*/ 714395 w 948279"/>
                <a:gd name="connsiteY13" fmla="*/ 0 h 2492471"/>
                <a:gd name="connsiteX14" fmla="*/ 810820 w 948279"/>
                <a:gd name="connsiteY14" fmla="*/ 13176 h 249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8279" h="2492471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1" name="자유형: 도형 129">
              <a:extLst>
                <a:ext uri="{FF2B5EF4-FFF2-40B4-BE49-F238E27FC236}">
                  <a16:creationId xmlns:a16="http://schemas.microsoft.com/office/drawing/2014/main" xmlns="" id="{0D2553C3-1F2B-493B-BD25-9F58E63EF974}"/>
                </a:ext>
              </a:extLst>
            </p:cNvPr>
            <p:cNvSpPr/>
            <p:nvPr/>
          </p:nvSpPr>
          <p:spPr>
            <a:xfrm rot="638553" flipH="1">
              <a:off x="2580804" y="4025901"/>
              <a:ext cx="970595" cy="2486379"/>
            </a:xfrm>
            <a:custGeom>
              <a:avLst/>
              <a:gdLst>
                <a:gd name="connsiteX0" fmla="*/ 810820 w 970595"/>
                <a:gd name="connsiteY0" fmla="*/ 13176 h 2486380"/>
                <a:gd name="connsiteX1" fmla="*/ 714395 w 970595"/>
                <a:gd name="connsiteY1" fmla="*/ 0 h 2486380"/>
                <a:gd name="connsiteX2" fmla="*/ 404528 w 970595"/>
                <a:gd name="connsiteY2" fmla="*/ 2 h 2486380"/>
                <a:gd name="connsiteX3" fmla="*/ 0 w 970595"/>
                <a:gd name="connsiteY3" fmla="*/ 625681 h 2486380"/>
                <a:gd name="connsiteX4" fmla="*/ 0 w 970595"/>
                <a:gd name="connsiteY4" fmla="*/ 1842037 h 2486380"/>
                <a:gd name="connsiteX5" fmla="*/ 560449 w 970595"/>
                <a:gd name="connsiteY5" fmla="*/ 2485181 h 2486380"/>
                <a:gd name="connsiteX6" fmla="*/ 599656 w 970595"/>
                <a:gd name="connsiteY6" fmla="*/ 2473913 h 2486380"/>
                <a:gd name="connsiteX7" fmla="*/ 663413 w 970595"/>
                <a:gd name="connsiteY7" fmla="*/ 2465457 h 2486380"/>
                <a:gd name="connsiteX8" fmla="*/ 641917 w 970595"/>
                <a:gd name="connsiteY8" fmla="*/ 2440471 h 2486380"/>
                <a:gd name="connsiteX9" fmla="*/ 539647 w 970595"/>
                <a:gd name="connsiteY9" fmla="*/ 1853878 h 2486380"/>
                <a:gd name="connsiteX10" fmla="*/ 774111 w 970595"/>
                <a:gd name="connsiteY10" fmla="*/ 606155 h 2486380"/>
                <a:gd name="connsiteX11" fmla="*/ 937077 w 970595"/>
                <a:gd name="connsiteY11" fmla="*/ 171433 h 2486380"/>
                <a:gd name="connsiteX12" fmla="*/ 970595 w 970595"/>
                <a:gd name="connsiteY12" fmla="*/ 134526 h 2486380"/>
                <a:gd name="connsiteX13" fmla="*/ 954745 w 970595"/>
                <a:gd name="connsiteY13" fmla="*/ 109844 h 2486380"/>
                <a:gd name="connsiteX14" fmla="*/ 810820 w 970595"/>
                <a:gd name="connsiteY14" fmla="*/ 13176 h 248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70595" h="2486380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xmlns="" id="{6688397E-38E8-41BC-896F-9B67CDE60ED6}"/>
              </a:ext>
            </a:extLst>
          </p:cNvPr>
          <p:cNvSpPr/>
          <p:nvPr/>
        </p:nvSpPr>
        <p:spPr>
          <a:xfrm>
            <a:off x="6714826" y="2407321"/>
            <a:ext cx="386582" cy="422424"/>
          </a:xfrm>
          <a:custGeom>
            <a:avLst/>
            <a:gdLst>
              <a:gd name="connsiteX0" fmla="*/ 1409099 w 1438275"/>
              <a:gd name="connsiteY0" fmla="*/ 372897 h 1571625"/>
              <a:gd name="connsiteX1" fmla="*/ 949042 w 1438275"/>
              <a:gd name="connsiteY1" fmla="*/ 243357 h 1571625"/>
              <a:gd name="connsiteX2" fmla="*/ 852839 w 1438275"/>
              <a:gd name="connsiteY2" fmla="*/ 270027 h 1571625"/>
              <a:gd name="connsiteX3" fmla="*/ 797594 w 1438275"/>
              <a:gd name="connsiteY3" fmla="*/ 227165 h 1571625"/>
              <a:gd name="connsiteX4" fmla="*/ 817597 w 1438275"/>
              <a:gd name="connsiteY4" fmla="*/ 33807 h 1571625"/>
              <a:gd name="connsiteX5" fmla="*/ 801404 w 1438275"/>
              <a:gd name="connsiteY5" fmla="*/ 2375 h 1571625"/>
              <a:gd name="connsiteX6" fmla="*/ 764257 w 1438275"/>
              <a:gd name="connsiteY6" fmla="*/ 36665 h 1571625"/>
              <a:gd name="connsiteX7" fmla="*/ 648052 w 1438275"/>
              <a:gd name="connsiteY7" fmla="*/ 163347 h 1571625"/>
              <a:gd name="connsiteX8" fmla="*/ 21307 w 1438275"/>
              <a:gd name="connsiteY8" fmla="*/ 350037 h 1571625"/>
              <a:gd name="connsiteX9" fmla="*/ 352 w 1438275"/>
              <a:gd name="connsiteY9" fmla="*/ 379565 h 1571625"/>
              <a:gd name="connsiteX10" fmla="*/ 35594 w 1438275"/>
              <a:gd name="connsiteY10" fmla="*/ 395757 h 1571625"/>
              <a:gd name="connsiteX11" fmla="*/ 163229 w 1438275"/>
              <a:gd name="connsiteY11" fmla="*/ 410997 h 1571625"/>
              <a:gd name="connsiteX12" fmla="*/ 615667 w 1438275"/>
              <a:gd name="connsiteY12" fmla="*/ 286220 h 1571625"/>
              <a:gd name="connsiteX13" fmla="*/ 705202 w 1438275"/>
              <a:gd name="connsiteY13" fmla="*/ 200495 h 1571625"/>
              <a:gd name="connsiteX14" fmla="*/ 744254 w 1438275"/>
              <a:gd name="connsiteY14" fmla="*/ 189065 h 1571625"/>
              <a:gd name="connsiteX15" fmla="*/ 754732 w 1438275"/>
              <a:gd name="connsiteY15" fmla="*/ 222402 h 1571625"/>
              <a:gd name="connsiteX16" fmla="*/ 746159 w 1438275"/>
              <a:gd name="connsiteY16" fmla="*/ 403377 h 1571625"/>
              <a:gd name="connsiteX17" fmla="*/ 699487 w 1438275"/>
              <a:gd name="connsiteY17" fmla="*/ 503390 h 1571625"/>
              <a:gd name="connsiteX18" fmla="*/ 649004 w 1438275"/>
              <a:gd name="connsiteY18" fmla="*/ 506247 h 1571625"/>
              <a:gd name="connsiteX19" fmla="*/ 553754 w 1438275"/>
              <a:gd name="connsiteY19" fmla="*/ 471005 h 1571625"/>
              <a:gd name="connsiteX20" fmla="*/ 229904 w 1438275"/>
              <a:gd name="connsiteY20" fmla="*/ 662457 h 1571625"/>
              <a:gd name="connsiteX21" fmla="*/ 215617 w 1438275"/>
              <a:gd name="connsiteY21" fmla="*/ 697700 h 1571625"/>
              <a:gd name="connsiteX22" fmla="*/ 378494 w 1438275"/>
              <a:gd name="connsiteY22" fmla="*/ 911060 h 1571625"/>
              <a:gd name="connsiteX23" fmla="*/ 676627 w 1438275"/>
              <a:gd name="connsiteY23" fmla="*/ 611022 h 1571625"/>
              <a:gd name="connsiteX24" fmla="*/ 679484 w 1438275"/>
              <a:gd name="connsiteY24" fmla="*/ 563397 h 1571625"/>
              <a:gd name="connsiteX25" fmla="*/ 730919 w 1438275"/>
              <a:gd name="connsiteY25" fmla="*/ 514820 h 1571625"/>
              <a:gd name="connsiteX26" fmla="*/ 742349 w 1438275"/>
              <a:gd name="connsiteY26" fmla="*/ 564350 h 1571625"/>
              <a:gd name="connsiteX27" fmla="*/ 766162 w 1438275"/>
              <a:gd name="connsiteY27" fmla="*/ 992022 h 1571625"/>
              <a:gd name="connsiteX28" fmla="*/ 739492 w 1438275"/>
              <a:gd name="connsiteY28" fmla="*/ 1039647 h 1571625"/>
              <a:gd name="connsiteX29" fmla="*/ 633764 w 1438275"/>
              <a:gd name="connsiteY29" fmla="*/ 1162520 h 1571625"/>
              <a:gd name="connsiteX30" fmla="*/ 627097 w 1438275"/>
              <a:gd name="connsiteY30" fmla="*/ 1419695 h 1571625"/>
              <a:gd name="connsiteX31" fmla="*/ 794737 w 1438275"/>
              <a:gd name="connsiteY31" fmla="*/ 1576857 h 1571625"/>
              <a:gd name="connsiteX32" fmla="*/ 961424 w 1438275"/>
              <a:gd name="connsiteY32" fmla="*/ 1406360 h 1571625"/>
              <a:gd name="connsiteX33" fmla="*/ 932849 w 1438275"/>
              <a:gd name="connsiteY33" fmla="*/ 1131087 h 1571625"/>
              <a:gd name="connsiteX34" fmla="*/ 833789 w 1438275"/>
              <a:gd name="connsiteY34" fmla="*/ 1033932 h 1571625"/>
              <a:gd name="connsiteX35" fmla="*/ 787117 w 1438275"/>
              <a:gd name="connsiteY35" fmla="*/ 979640 h 1571625"/>
              <a:gd name="connsiteX36" fmla="*/ 783307 w 1438275"/>
              <a:gd name="connsiteY36" fmla="*/ 695795 h 1571625"/>
              <a:gd name="connsiteX37" fmla="*/ 789022 w 1438275"/>
              <a:gd name="connsiteY37" fmla="*/ 702462 h 1571625"/>
              <a:gd name="connsiteX38" fmla="*/ 790927 w 1438275"/>
              <a:gd name="connsiteY38" fmla="*/ 726275 h 1571625"/>
              <a:gd name="connsiteX39" fmla="*/ 895702 w 1438275"/>
              <a:gd name="connsiteY39" fmla="*/ 929157 h 1571625"/>
              <a:gd name="connsiteX40" fmla="*/ 1098584 w 1438275"/>
              <a:gd name="connsiteY40" fmla="*/ 1019645 h 1571625"/>
              <a:gd name="connsiteX41" fmla="*/ 1300514 w 1438275"/>
              <a:gd name="connsiteY41" fmla="*/ 946302 h 1571625"/>
              <a:gd name="connsiteX42" fmla="*/ 1253842 w 1438275"/>
              <a:gd name="connsiteY42" fmla="*/ 741515 h 1571625"/>
              <a:gd name="connsiteX43" fmla="*/ 1015717 w 1438275"/>
              <a:gd name="connsiteY43" fmla="*/ 609117 h 1571625"/>
              <a:gd name="connsiteX44" fmla="*/ 835694 w 1438275"/>
              <a:gd name="connsiteY44" fmla="*/ 649122 h 1571625"/>
              <a:gd name="connsiteX45" fmla="*/ 792832 w 1438275"/>
              <a:gd name="connsiteY45" fmla="*/ 669125 h 1571625"/>
              <a:gd name="connsiteX46" fmla="*/ 772829 w 1438275"/>
              <a:gd name="connsiteY46" fmla="*/ 618642 h 1571625"/>
              <a:gd name="connsiteX47" fmla="*/ 784259 w 1438275"/>
              <a:gd name="connsiteY47" fmla="*/ 332892 h 1571625"/>
              <a:gd name="connsiteX48" fmla="*/ 843314 w 1438275"/>
              <a:gd name="connsiteY48" fmla="*/ 307175 h 1571625"/>
              <a:gd name="connsiteX49" fmla="*/ 889034 w 1438275"/>
              <a:gd name="connsiteY49" fmla="*/ 340512 h 1571625"/>
              <a:gd name="connsiteX50" fmla="*/ 1396717 w 1438275"/>
              <a:gd name="connsiteY50" fmla="*/ 431952 h 1571625"/>
              <a:gd name="connsiteX51" fmla="*/ 1437674 w 1438275"/>
              <a:gd name="connsiteY51" fmla="*/ 412902 h 1571625"/>
              <a:gd name="connsiteX52" fmla="*/ 1409099 w 1438275"/>
              <a:gd name="connsiteY52" fmla="*/ 372897 h 1571625"/>
              <a:gd name="connsiteX53" fmla="*/ 85124 w 1438275"/>
              <a:gd name="connsiteY53" fmla="*/ 362420 h 1571625"/>
              <a:gd name="connsiteX54" fmla="*/ 657577 w 1438275"/>
              <a:gd name="connsiteY54" fmla="*/ 196685 h 1571625"/>
              <a:gd name="connsiteX55" fmla="*/ 85124 w 1438275"/>
              <a:gd name="connsiteY55" fmla="*/ 362420 h 1571625"/>
              <a:gd name="connsiteX56" fmla="*/ 385162 w 1438275"/>
              <a:gd name="connsiteY56" fmla="*/ 549110 h 1571625"/>
              <a:gd name="connsiteX57" fmla="*/ 536609 w 1438275"/>
              <a:gd name="connsiteY57" fmla="*/ 498627 h 1571625"/>
              <a:gd name="connsiteX58" fmla="*/ 385162 w 1438275"/>
              <a:gd name="connsiteY58" fmla="*/ 549110 h 1571625"/>
              <a:gd name="connsiteX59" fmla="*/ 636622 w 1438275"/>
              <a:gd name="connsiteY59" fmla="*/ 1298727 h 1571625"/>
              <a:gd name="connsiteX60" fmla="*/ 724252 w 1438275"/>
              <a:gd name="connsiteY60" fmla="*/ 1077747 h 1571625"/>
              <a:gd name="connsiteX61" fmla="*/ 636622 w 1438275"/>
              <a:gd name="connsiteY61" fmla="*/ 1298727 h 1571625"/>
              <a:gd name="connsiteX62" fmla="*/ 814739 w 1438275"/>
              <a:gd name="connsiteY62" fmla="*/ 756755 h 1571625"/>
              <a:gd name="connsiteX63" fmla="*/ 909037 w 1438275"/>
              <a:gd name="connsiteY63" fmla="*/ 911060 h 1571625"/>
              <a:gd name="connsiteX64" fmla="*/ 814739 w 1438275"/>
              <a:gd name="connsiteY64" fmla="*/ 756755 h 1571625"/>
              <a:gd name="connsiteX65" fmla="*/ 971902 w 1438275"/>
              <a:gd name="connsiteY65" fmla="*/ 310032 h 1571625"/>
              <a:gd name="connsiteX66" fmla="*/ 971902 w 1438275"/>
              <a:gd name="connsiteY66" fmla="*/ 310032 h 1571625"/>
              <a:gd name="connsiteX67" fmla="*/ 971902 w 1438275"/>
              <a:gd name="connsiteY67" fmla="*/ 310032 h 1571625"/>
              <a:gd name="connsiteX68" fmla="*/ 873794 w 1438275"/>
              <a:gd name="connsiteY68" fmla="*/ 285267 h 1571625"/>
              <a:gd name="connsiteX69" fmla="*/ 978569 w 1438275"/>
              <a:gd name="connsiteY69" fmla="*/ 297650 h 1571625"/>
              <a:gd name="connsiteX70" fmla="*/ 989047 w 1438275"/>
              <a:gd name="connsiteY70" fmla="*/ 300507 h 1571625"/>
              <a:gd name="connsiteX71" fmla="*/ 1313849 w 1438275"/>
              <a:gd name="connsiteY71" fmla="*/ 376707 h 1571625"/>
              <a:gd name="connsiteX72" fmla="*/ 971902 w 1438275"/>
              <a:gd name="connsiteY72" fmla="*/ 310032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438275" h="1571625">
                <a:moveTo>
                  <a:pt x="1409099" y="372897"/>
                </a:moveTo>
                <a:cubicBezTo>
                  <a:pt x="1276702" y="253835"/>
                  <a:pt x="1126207" y="200495"/>
                  <a:pt x="949042" y="243357"/>
                </a:cubicBezTo>
                <a:cubicBezTo>
                  <a:pt x="916657" y="250977"/>
                  <a:pt x="885224" y="261455"/>
                  <a:pt x="852839" y="270027"/>
                </a:cubicBezTo>
                <a:cubicBezTo>
                  <a:pt x="805214" y="283362"/>
                  <a:pt x="794737" y="275742"/>
                  <a:pt x="797594" y="227165"/>
                </a:cubicBezTo>
                <a:cubicBezTo>
                  <a:pt x="801404" y="162395"/>
                  <a:pt x="804262" y="97625"/>
                  <a:pt x="817597" y="33807"/>
                </a:cubicBezTo>
                <a:cubicBezTo>
                  <a:pt x="821407" y="16662"/>
                  <a:pt x="819502" y="5232"/>
                  <a:pt x="801404" y="2375"/>
                </a:cubicBezTo>
                <a:cubicBezTo>
                  <a:pt x="776639" y="-1435"/>
                  <a:pt x="759494" y="-6198"/>
                  <a:pt x="764257" y="36665"/>
                </a:cubicBezTo>
                <a:cubicBezTo>
                  <a:pt x="778544" y="162395"/>
                  <a:pt x="772829" y="185255"/>
                  <a:pt x="648052" y="163347"/>
                </a:cubicBezTo>
                <a:cubicBezTo>
                  <a:pt x="409927" y="122390"/>
                  <a:pt x="197519" y="180492"/>
                  <a:pt x="21307" y="350037"/>
                </a:cubicBezTo>
                <a:cubicBezTo>
                  <a:pt x="12734" y="358610"/>
                  <a:pt x="-2506" y="366230"/>
                  <a:pt x="352" y="379565"/>
                </a:cubicBezTo>
                <a:cubicBezTo>
                  <a:pt x="4162" y="396710"/>
                  <a:pt x="22259" y="393852"/>
                  <a:pt x="35594" y="395757"/>
                </a:cubicBezTo>
                <a:cubicBezTo>
                  <a:pt x="78457" y="401472"/>
                  <a:pt x="120367" y="409092"/>
                  <a:pt x="163229" y="410997"/>
                </a:cubicBezTo>
                <a:cubicBezTo>
                  <a:pt x="328012" y="419570"/>
                  <a:pt x="483269" y="394805"/>
                  <a:pt x="615667" y="286220"/>
                </a:cubicBezTo>
                <a:cubicBezTo>
                  <a:pt x="647099" y="260502"/>
                  <a:pt x="675674" y="229070"/>
                  <a:pt x="705202" y="200495"/>
                </a:cubicBezTo>
                <a:cubicBezTo>
                  <a:pt x="716632" y="189065"/>
                  <a:pt x="729014" y="183350"/>
                  <a:pt x="744254" y="189065"/>
                </a:cubicBezTo>
                <a:cubicBezTo>
                  <a:pt x="759494" y="194780"/>
                  <a:pt x="754732" y="210972"/>
                  <a:pt x="754732" y="222402"/>
                </a:cubicBezTo>
                <a:cubicBezTo>
                  <a:pt x="751874" y="282410"/>
                  <a:pt x="746159" y="342417"/>
                  <a:pt x="746159" y="403377"/>
                </a:cubicBezTo>
                <a:cubicBezTo>
                  <a:pt x="746159" y="445287"/>
                  <a:pt x="729014" y="474815"/>
                  <a:pt x="699487" y="503390"/>
                </a:cubicBezTo>
                <a:cubicBezTo>
                  <a:pt x="682342" y="520535"/>
                  <a:pt x="669007" y="528155"/>
                  <a:pt x="649004" y="506247"/>
                </a:cubicBezTo>
                <a:cubicBezTo>
                  <a:pt x="624239" y="478625"/>
                  <a:pt x="589949" y="468147"/>
                  <a:pt x="553754" y="471005"/>
                </a:cubicBezTo>
                <a:cubicBezTo>
                  <a:pt x="415642" y="482435"/>
                  <a:pt x="308009" y="549110"/>
                  <a:pt x="229904" y="662457"/>
                </a:cubicBezTo>
                <a:cubicBezTo>
                  <a:pt x="223237" y="672935"/>
                  <a:pt x="217522" y="685317"/>
                  <a:pt x="215617" y="697700"/>
                </a:cubicBezTo>
                <a:cubicBezTo>
                  <a:pt x="187994" y="852957"/>
                  <a:pt x="230857" y="916775"/>
                  <a:pt x="378494" y="911060"/>
                </a:cubicBezTo>
                <a:cubicBezTo>
                  <a:pt x="521369" y="905345"/>
                  <a:pt x="667102" y="758660"/>
                  <a:pt x="676627" y="611022"/>
                </a:cubicBezTo>
                <a:cubicBezTo>
                  <a:pt x="677579" y="594830"/>
                  <a:pt x="675674" y="578637"/>
                  <a:pt x="679484" y="563397"/>
                </a:cubicBezTo>
                <a:cubicBezTo>
                  <a:pt x="686152" y="536727"/>
                  <a:pt x="708059" y="513867"/>
                  <a:pt x="730919" y="514820"/>
                </a:cubicBezTo>
                <a:cubicBezTo>
                  <a:pt x="750922" y="515772"/>
                  <a:pt x="741397" y="547205"/>
                  <a:pt x="742349" y="564350"/>
                </a:cubicBezTo>
                <a:cubicBezTo>
                  <a:pt x="743302" y="707225"/>
                  <a:pt x="744254" y="850100"/>
                  <a:pt x="766162" y="992022"/>
                </a:cubicBezTo>
                <a:cubicBezTo>
                  <a:pt x="769972" y="1017740"/>
                  <a:pt x="761399" y="1029170"/>
                  <a:pt x="739492" y="1039647"/>
                </a:cubicBezTo>
                <a:cubicBezTo>
                  <a:pt x="686152" y="1065365"/>
                  <a:pt x="652814" y="1108227"/>
                  <a:pt x="633764" y="1162520"/>
                </a:cubicBezTo>
                <a:cubicBezTo>
                  <a:pt x="605189" y="1247292"/>
                  <a:pt x="600427" y="1333970"/>
                  <a:pt x="627097" y="1419695"/>
                </a:cubicBezTo>
                <a:cubicBezTo>
                  <a:pt x="651862" y="1503515"/>
                  <a:pt x="732824" y="1578762"/>
                  <a:pt x="794737" y="1576857"/>
                </a:cubicBezTo>
                <a:cubicBezTo>
                  <a:pt x="860459" y="1574952"/>
                  <a:pt x="942374" y="1493037"/>
                  <a:pt x="961424" y="1406360"/>
                </a:cubicBezTo>
                <a:cubicBezTo>
                  <a:pt x="982379" y="1312062"/>
                  <a:pt x="970949" y="1219670"/>
                  <a:pt x="932849" y="1131087"/>
                </a:cubicBezTo>
                <a:cubicBezTo>
                  <a:pt x="913799" y="1086320"/>
                  <a:pt x="881414" y="1050125"/>
                  <a:pt x="833789" y="1033932"/>
                </a:cubicBezTo>
                <a:cubicBezTo>
                  <a:pt x="805214" y="1024407"/>
                  <a:pt x="794737" y="1005357"/>
                  <a:pt x="787117" y="979640"/>
                </a:cubicBezTo>
                <a:cubicBezTo>
                  <a:pt x="761399" y="886295"/>
                  <a:pt x="774734" y="791045"/>
                  <a:pt x="783307" y="695795"/>
                </a:cubicBezTo>
                <a:cubicBezTo>
                  <a:pt x="785212" y="697700"/>
                  <a:pt x="788069" y="700557"/>
                  <a:pt x="789022" y="702462"/>
                </a:cubicBezTo>
                <a:cubicBezTo>
                  <a:pt x="789974" y="710082"/>
                  <a:pt x="790927" y="718655"/>
                  <a:pt x="790927" y="726275"/>
                </a:cubicBezTo>
                <a:cubicBezTo>
                  <a:pt x="787117" y="813905"/>
                  <a:pt x="829027" y="877722"/>
                  <a:pt x="895702" y="929157"/>
                </a:cubicBezTo>
                <a:cubicBezTo>
                  <a:pt x="955709" y="974877"/>
                  <a:pt x="1024289" y="1005357"/>
                  <a:pt x="1098584" y="1019645"/>
                </a:cubicBezTo>
                <a:cubicBezTo>
                  <a:pt x="1183357" y="1035837"/>
                  <a:pt x="1266224" y="1005357"/>
                  <a:pt x="1300514" y="946302"/>
                </a:cubicBezTo>
                <a:cubicBezTo>
                  <a:pt x="1332899" y="891057"/>
                  <a:pt x="1314802" y="804380"/>
                  <a:pt x="1253842" y="741515"/>
                </a:cubicBezTo>
                <a:cubicBezTo>
                  <a:pt x="1189072" y="672935"/>
                  <a:pt x="1108109" y="628167"/>
                  <a:pt x="1015717" y="609117"/>
                </a:cubicBezTo>
                <a:cubicBezTo>
                  <a:pt x="951899" y="595782"/>
                  <a:pt x="889034" y="604355"/>
                  <a:pt x="835694" y="649122"/>
                </a:cubicBezTo>
                <a:cubicBezTo>
                  <a:pt x="823312" y="658647"/>
                  <a:pt x="814739" y="682460"/>
                  <a:pt x="792832" y="669125"/>
                </a:cubicBezTo>
                <a:cubicBezTo>
                  <a:pt x="774734" y="657695"/>
                  <a:pt x="771877" y="638645"/>
                  <a:pt x="772829" y="618642"/>
                </a:cubicBezTo>
                <a:cubicBezTo>
                  <a:pt x="776639" y="523392"/>
                  <a:pt x="779497" y="428142"/>
                  <a:pt x="784259" y="332892"/>
                </a:cubicBezTo>
                <a:cubicBezTo>
                  <a:pt x="786164" y="289077"/>
                  <a:pt x="805214" y="281457"/>
                  <a:pt x="843314" y="307175"/>
                </a:cubicBezTo>
                <a:cubicBezTo>
                  <a:pt x="858554" y="317652"/>
                  <a:pt x="873794" y="330035"/>
                  <a:pt x="889034" y="340512"/>
                </a:cubicBezTo>
                <a:cubicBezTo>
                  <a:pt x="1043339" y="451002"/>
                  <a:pt x="1213837" y="475767"/>
                  <a:pt x="1396717" y="431952"/>
                </a:cubicBezTo>
                <a:cubicBezTo>
                  <a:pt x="1411957" y="428142"/>
                  <a:pt x="1432912" y="428142"/>
                  <a:pt x="1437674" y="412902"/>
                </a:cubicBezTo>
                <a:cubicBezTo>
                  <a:pt x="1442437" y="393852"/>
                  <a:pt x="1421482" y="384327"/>
                  <a:pt x="1409099" y="372897"/>
                </a:cubicBezTo>
                <a:close/>
                <a:moveTo>
                  <a:pt x="85124" y="362420"/>
                </a:moveTo>
                <a:cubicBezTo>
                  <a:pt x="277529" y="311937"/>
                  <a:pt x="468029" y="253835"/>
                  <a:pt x="657577" y="196685"/>
                </a:cubicBezTo>
                <a:cubicBezTo>
                  <a:pt x="548992" y="254787"/>
                  <a:pt x="207044" y="353847"/>
                  <a:pt x="85124" y="362420"/>
                </a:cubicBezTo>
                <a:close/>
                <a:moveTo>
                  <a:pt x="385162" y="549110"/>
                </a:moveTo>
                <a:cubicBezTo>
                  <a:pt x="428977" y="511010"/>
                  <a:pt x="476602" y="487197"/>
                  <a:pt x="536609" y="498627"/>
                </a:cubicBezTo>
                <a:cubicBezTo>
                  <a:pt x="484222" y="510057"/>
                  <a:pt x="434692" y="529107"/>
                  <a:pt x="385162" y="549110"/>
                </a:cubicBezTo>
                <a:close/>
                <a:moveTo>
                  <a:pt x="636622" y="1298727"/>
                </a:moveTo>
                <a:cubicBezTo>
                  <a:pt x="615667" y="1210145"/>
                  <a:pt x="652814" y="1120610"/>
                  <a:pt x="724252" y="1077747"/>
                </a:cubicBezTo>
                <a:cubicBezTo>
                  <a:pt x="674722" y="1139660"/>
                  <a:pt x="642337" y="1208240"/>
                  <a:pt x="636622" y="1298727"/>
                </a:cubicBezTo>
                <a:close/>
                <a:moveTo>
                  <a:pt x="814739" y="756755"/>
                </a:moveTo>
                <a:cubicBezTo>
                  <a:pt x="834742" y="814857"/>
                  <a:pt x="861412" y="870102"/>
                  <a:pt x="909037" y="911060"/>
                </a:cubicBezTo>
                <a:cubicBezTo>
                  <a:pt x="845219" y="878675"/>
                  <a:pt x="809024" y="830097"/>
                  <a:pt x="814739" y="756755"/>
                </a:cubicBezTo>
                <a:close/>
                <a:moveTo>
                  <a:pt x="971902" y="310032"/>
                </a:moveTo>
                <a:cubicBezTo>
                  <a:pt x="971902" y="310032"/>
                  <a:pt x="971902" y="310032"/>
                  <a:pt x="971902" y="310032"/>
                </a:cubicBezTo>
                <a:cubicBezTo>
                  <a:pt x="971902" y="310032"/>
                  <a:pt x="971902" y="310032"/>
                  <a:pt x="971902" y="310032"/>
                </a:cubicBezTo>
                <a:cubicBezTo>
                  <a:pt x="943327" y="304317"/>
                  <a:pt x="912847" y="303365"/>
                  <a:pt x="873794" y="285267"/>
                </a:cubicBezTo>
                <a:cubicBezTo>
                  <a:pt x="915704" y="289077"/>
                  <a:pt x="948089" y="290030"/>
                  <a:pt x="978569" y="297650"/>
                </a:cubicBezTo>
                <a:cubicBezTo>
                  <a:pt x="981427" y="297650"/>
                  <a:pt x="985237" y="299555"/>
                  <a:pt x="989047" y="300507"/>
                </a:cubicBezTo>
                <a:cubicBezTo>
                  <a:pt x="1100489" y="312890"/>
                  <a:pt x="1209074" y="335750"/>
                  <a:pt x="1313849" y="376707"/>
                </a:cubicBezTo>
                <a:cubicBezTo>
                  <a:pt x="1199549" y="354800"/>
                  <a:pt x="1086202" y="331940"/>
                  <a:pt x="971902" y="3100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xmlns="" id="{616891C0-8D2D-41D0-B017-70D0B7E06ED5}"/>
              </a:ext>
            </a:extLst>
          </p:cNvPr>
          <p:cNvSpPr/>
          <p:nvPr/>
        </p:nvSpPr>
        <p:spPr>
          <a:xfrm rot="589284">
            <a:off x="5101843" y="2385165"/>
            <a:ext cx="263571" cy="465310"/>
          </a:xfrm>
          <a:custGeom>
            <a:avLst/>
            <a:gdLst>
              <a:gd name="connsiteX0" fmla="*/ 424352 w 1005886"/>
              <a:gd name="connsiteY0" fmla="*/ 1757546 h 1775797"/>
              <a:gd name="connsiteX1" fmla="*/ 419512 w 1005886"/>
              <a:gd name="connsiteY1" fmla="*/ 1760644 h 1775797"/>
              <a:gd name="connsiteX2" fmla="*/ 424545 w 1005886"/>
              <a:gd name="connsiteY2" fmla="*/ 1763160 h 1775797"/>
              <a:gd name="connsiteX3" fmla="*/ 474870 w 1005886"/>
              <a:gd name="connsiteY3" fmla="*/ 1761771 h 1775797"/>
              <a:gd name="connsiteX4" fmla="*/ 448357 w 1005886"/>
              <a:gd name="connsiteY4" fmla="*/ 1760450 h 1775797"/>
              <a:gd name="connsiteX5" fmla="*/ 443324 w 1005886"/>
              <a:gd name="connsiteY5" fmla="*/ 1757739 h 1775797"/>
              <a:gd name="connsiteX6" fmla="*/ 448357 w 1005886"/>
              <a:gd name="connsiteY6" fmla="*/ 1755029 h 1775797"/>
              <a:gd name="connsiteX7" fmla="*/ 485719 w 1005886"/>
              <a:gd name="connsiteY7" fmla="*/ 1755223 h 1775797"/>
              <a:gd name="connsiteX8" fmla="*/ 506047 w 1005886"/>
              <a:gd name="connsiteY8" fmla="*/ 1757546 h 1775797"/>
              <a:gd name="connsiteX9" fmla="*/ 510886 w 1005886"/>
              <a:gd name="connsiteY9" fmla="*/ 1760256 h 1775797"/>
              <a:gd name="connsiteX10" fmla="*/ 508263 w 1005886"/>
              <a:gd name="connsiteY10" fmla="*/ 1760849 h 1775797"/>
              <a:gd name="connsiteX11" fmla="*/ 522693 w 1005886"/>
              <a:gd name="connsiteY11" fmla="*/ 1760450 h 1775797"/>
              <a:gd name="connsiteX12" fmla="*/ 528501 w 1005886"/>
              <a:gd name="connsiteY12" fmla="*/ 1757740 h 1775797"/>
              <a:gd name="connsiteX13" fmla="*/ 522305 w 1005886"/>
              <a:gd name="connsiteY13" fmla="*/ 1754449 h 1775797"/>
              <a:gd name="connsiteX14" fmla="*/ 464811 w 1005886"/>
              <a:gd name="connsiteY14" fmla="*/ 1752513 h 1775797"/>
              <a:gd name="connsiteX15" fmla="*/ 424352 w 1005886"/>
              <a:gd name="connsiteY15" fmla="*/ 1757546 h 1775797"/>
              <a:gd name="connsiteX16" fmla="*/ 395314 w 1005886"/>
              <a:gd name="connsiteY16" fmla="*/ 1750383 h 1775797"/>
              <a:gd name="connsiteX17" fmla="*/ 480685 w 1005886"/>
              <a:gd name="connsiteY17" fmla="*/ 1744963 h 1775797"/>
              <a:gd name="connsiteX18" fmla="*/ 498301 w 1005886"/>
              <a:gd name="connsiteY18" fmla="*/ 1746125 h 1775797"/>
              <a:gd name="connsiteX19" fmla="*/ 493462 w 1005886"/>
              <a:gd name="connsiteY19" fmla="*/ 1747480 h 1775797"/>
              <a:gd name="connsiteX20" fmla="*/ 445703 w 1005886"/>
              <a:gd name="connsiteY20" fmla="*/ 1748825 h 1775797"/>
              <a:gd name="connsiteX21" fmla="*/ 436547 w 1005886"/>
              <a:gd name="connsiteY21" fmla="*/ 1748254 h 1775797"/>
              <a:gd name="connsiteX22" fmla="*/ 432648 w 1005886"/>
              <a:gd name="connsiteY22" fmla="*/ 1749193 h 1775797"/>
              <a:gd name="connsiteX23" fmla="*/ 410994 w 1005886"/>
              <a:gd name="connsiteY23" fmla="*/ 1749803 h 1775797"/>
              <a:gd name="connsiteX24" fmla="*/ 389313 w 1005886"/>
              <a:gd name="connsiteY24" fmla="*/ 1757933 h 1775797"/>
              <a:gd name="connsiteX25" fmla="*/ 385440 w 1005886"/>
              <a:gd name="connsiteY25" fmla="*/ 1762386 h 1775797"/>
              <a:gd name="connsiteX26" fmla="*/ 390087 w 1005886"/>
              <a:gd name="connsiteY26" fmla="*/ 1765096 h 1775797"/>
              <a:gd name="connsiteX27" fmla="*/ 416608 w 1005886"/>
              <a:gd name="connsiteY27" fmla="*/ 1767613 h 1775797"/>
              <a:gd name="connsiteX28" fmla="*/ 406348 w 1005886"/>
              <a:gd name="connsiteY28" fmla="*/ 1763547 h 1775797"/>
              <a:gd name="connsiteX29" fmla="*/ 401702 w 1005886"/>
              <a:gd name="connsiteY29" fmla="*/ 1759869 h 1775797"/>
              <a:gd name="connsiteX30" fmla="*/ 405187 w 1005886"/>
              <a:gd name="connsiteY30" fmla="*/ 1755804 h 1775797"/>
              <a:gd name="connsiteX31" fmla="*/ 432648 w 1005886"/>
              <a:gd name="connsiteY31" fmla="*/ 1749193 h 1775797"/>
              <a:gd name="connsiteX32" fmla="*/ 445703 w 1005886"/>
              <a:gd name="connsiteY32" fmla="*/ 1748825 h 1775797"/>
              <a:gd name="connsiteX33" fmla="*/ 526565 w 1005886"/>
              <a:gd name="connsiteY33" fmla="*/ 1753869 h 1775797"/>
              <a:gd name="connsiteX34" fmla="*/ 541471 w 1005886"/>
              <a:gd name="connsiteY34" fmla="*/ 1757933 h 1775797"/>
              <a:gd name="connsiteX35" fmla="*/ 545149 w 1005886"/>
              <a:gd name="connsiteY35" fmla="*/ 1761612 h 1775797"/>
              <a:gd name="connsiteX36" fmla="*/ 541084 w 1005886"/>
              <a:gd name="connsiteY36" fmla="*/ 1764903 h 1775797"/>
              <a:gd name="connsiteX37" fmla="*/ 508949 w 1005886"/>
              <a:gd name="connsiteY37" fmla="*/ 1769162 h 1775797"/>
              <a:gd name="connsiteX38" fmla="*/ 453196 w 1005886"/>
              <a:gd name="connsiteY38" fmla="*/ 1769162 h 1775797"/>
              <a:gd name="connsiteX39" fmla="*/ 446227 w 1005886"/>
              <a:gd name="connsiteY39" fmla="*/ 1769162 h 1775797"/>
              <a:gd name="connsiteX40" fmla="*/ 503722 w 1005886"/>
              <a:gd name="connsiteY40" fmla="*/ 1771097 h 1775797"/>
              <a:gd name="connsiteX41" fmla="*/ 551537 w 1005886"/>
              <a:gd name="connsiteY41" fmla="*/ 1766452 h 1775797"/>
              <a:gd name="connsiteX42" fmla="*/ 552312 w 1005886"/>
              <a:gd name="connsiteY42" fmla="*/ 1766257 h 1775797"/>
              <a:gd name="connsiteX43" fmla="*/ 560056 w 1005886"/>
              <a:gd name="connsiteY43" fmla="*/ 1762773 h 1775797"/>
              <a:gd name="connsiteX44" fmla="*/ 552506 w 1005886"/>
              <a:gd name="connsiteY44" fmla="*/ 1757740 h 1775797"/>
              <a:gd name="connsiteX45" fmla="*/ 514756 w 1005886"/>
              <a:gd name="connsiteY45" fmla="*/ 1749222 h 1775797"/>
              <a:gd name="connsiteX46" fmla="*/ 507013 w 1005886"/>
              <a:gd name="connsiteY46" fmla="*/ 1747867 h 1775797"/>
              <a:gd name="connsiteX47" fmla="*/ 512627 w 1005886"/>
              <a:gd name="connsiteY47" fmla="*/ 1746512 h 1775797"/>
              <a:gd name="connsiteX48" fmla="*/ 563153 w 1005886"/>
              <a:gd name="connsiteY48" fmla="*/ 1755998 h 1775797"/>
              <a:gd name="connsiteX49" fmla="*/ 569734 w 1005886"/>
              <a:gd name="connsiteY49" fmla="*/ 1758320 h 1775797"/>
              <a:gd name="connsiteX50" fmla="*/ 573994 w 1005886"/>
              <a:gd name="connsiteY50" fmla="*/ 1763354 h 1775797"/>
              <a:gd name="connsiteX51" fmla="*/ 570121 w 1005886"/>
              <a:gd name="connsiteY51" fmla="*/ 1767032 h 1775797"/>
              <a:gd name="connsiteX52" fmla="*/ 544569 w 1005886"/>
              <a:gd name="connsiteY52" fmla="*/ 1772453 h 1775797"/>
              <a:gd name="connsiteX53" fmla="*/ 456487 w 1005886"/>
              <a:gd name="connsiteY53" fmla="*/ 1775163 h 1775797"/>
              <a:gd name="connsiteX54" fmla="*/ 379827 w 1005886"/>
              <a:gd name="connsiteY54" fmla="*/ 1768387 h 1775797"/>
              <a:gd name="connsiteX55" fmla="*/ 374406 w 1005886"/>
              <a:gd name="connsiteY55" fmla="*/ 1767032 h 1775797"/>
              <a:gd name="connsiteX56" fmla="*/ 373439 w 1005886"/>
              <a:gd name="connsiteY56" fmla="*/ 1760063 h 1775797"/>
              <a:gd name="connsiteX57" fmla="*/ 395314 w 1005886"/>
              <a:gd name="connsiteY57" fmla="*/ 1750383 h 1775797"/>
              <a:gd name="connsiteX58" fmla="*/ 91771 w 1005886"/>
              <a:gd name="connsiteY58" fmla="*/ 1649138 h 1775797"/>
              <a:gd name="connsiteX59" fmla="*/ 92933 w 1005886"/>
              <a:gd name="connsiteY59" fmla="*/ 1650300 h 1775797"/>
              <a:gd name="connsiteX60" fmla="*/ 97191 w 1005886"/>
              <a:gd name="connsiteY60" fmla="*/ 1653784 h 1775797"/>
              <a:gd name="connsiteX61" fmla="*/ 101064 w 1005886"/>
              <a:gd name="connsiteY61" fmla="*/ 1657075 h 1775797"/>
              <a:gd name="connsiteX62" fmla="*/ 174820 w 1005886"/>
              <a:gd name="connsiteY62" fmla="*/ 1702374 h 1775797"/>
              <a:gd name="connsiteX63" fmla="*/ 218183 w 1005886"/>
              <a:gd name="connsiteY63" fmla="*/ 1720765 h 1775797"/>
              <a:gd name="connsiteX64" fmla="*/ 223023 w 1005886"/>
              <a:gd name="connsiteY64" fmla="*/ 1722894 h 1775797"/>
              <a:gd name="connsiteX65" fmla="*/ 315556 w 1005886"/>
              <a:gd name="connsiteY65" fmla="*/ 1756966 h 1775797"/>
              <a:gd name="connsiteX66" fmla="*/ 344789 w 1005886"/>
              <a:gd name="connsiteY66" fmla="*/ 1763548 h 1775797"/>
              <a:gd name="connsiteX67" fmla="*/ 334335 w 1005886"/>
              <a:gd name="connsiteY67" fmla="*/ 1759869 h 1775797"/>
              <a:gd name="connsiteX68" fmla="*/ 244511 w 1005886"/>
              <a:gd name="connsiteY68" fmla="*/ 1728315 h 1775797"/>
              <a:gd name="connsiteX69" fmla="*/ 177336 w 1005886"/>
              <a:gd name="connsiteY69" fmla="*/ 1701600 h 1775797"/>
              <a:gd name="connsiteX70" fmla="*/ 91771 w 1005886"/>
              <a:gd name="connsiteY70" fmla="*/ 1649138 h 1775797"/>
              <a:gd name="connsiteX71" fmla="*/ 368639 w 1005886"/>
              <a:gd name="connsiteY71" fmla="*/ 1066533 h 1775797"/>
              <a:gd name="connsiteX72" fmla="*/ 358146 w 1005886"/>
              <a:gd name="connsiteY72" fmla="*/ 1075103 h 1775797"/>
              <a:gd name="connsiteX73" fmla="*/ 358146 w 1005886"/>
              <a:gd name="connsiteY73" fmla="*/ 1075928 h 1775797"/>
              <a:gd name="connsiteX74" fmla="*/ 356984 w 1005886"/>
              <a:gd name="connsiteY74" fmla="*/ 1085995 h 1775797"/>
              <a:gd name="connsiteX75" fmla="*/ 354681 w 1005886"/>
              <a:gd name="connsiteY75" fmla="*/ 1089641 h 1775797"/>
              <a:gd name="connsiteX76" fmla="*/ 354506 w 1005886"/>
              <a:gd name="connsiteY76" fmla="*/ 1089810 h 1775797"/>
              <a:gd name="connsiteX77" fmla="*/ 345757 w 1005886"/>
              <a:gd name="connsiteY77" fmla="*/ 1097609 h 1775797"/>
              <a:gd name="connsiteX78" fmla="*/ 340339 w 1005886"/>
              <a:gd name="connsiteY78" fmla="*/ 1103538 h 1775797"/>
              <a:gd name="connsiteX79" fmla="*/ 292714 w 1005886"/>
              <a:gd name="connsiteY79" fmla="*/ 1149685 h 1775797"/>
              <a:gd name="connsiteX80" fmla="*/ 335496 w 1005886"/>
              <a:gd name="connsiteY80" fmla="*/ 1108838 h 1775797"/>
              <a:gd name="connsiteX81" fmla="*/ 340339 w 1005886"/>
              <a:gd name="connsiteY81" fmla="*/ 1103538 h 1775797"/>
              <a:gd name="connsiteX82" fmla="*/ 354506 w 1005886"/>
              <a:gd name="connsiteY82" fmla="*/ 1089810 h 1775797"/>
              <a:gd name="connsiteX83" fmla="*/ 354661 w 1005886"/>
              <a:gd name="connsiteY83" fmla="*/ 1089672 h 1775797"/>
              <a:gd name="connsiteX84" fmla="*/ 354681 w 1005886"/>
              <a:gd name="connsiteY84" fmla="*/ 1089641 h 1775797"/>
              <a:gd name="connsiteX85" fmla="*/ 355048 w 1005886"/>
              <a:gd name="connsiteY85" fmla="*/ 1089285 h 1775797"/>
              <a:gd name="connsiteX86" fmla="*/ 439009 w 1005886"/>
              <a:gd name="connsiteY86" fmla="*/ 994941 h 1775797"/>
              <a:gd name="connsiteX87" fmla="*/ 439525 w 1005886"/>
              <a:gd name="connsiteY87" fmla="*/ 995542 h 1775797"/>
              <a:gd name="connsiteX88" fmla="*/ 440017 w 1005886"/>
              <a:gd name="connsiteY88" fmla="*/ 995730 h 1775797"/>
              <a:gd name="connsiteX89" fmla="*/ 560251 w 1005886"/>
              <a:gd name="connsiteY89" fmla="*/ 960094 h 1775797"/>
              <a:gd name="connsiteX90" fmla="*/ 566925 w 1005886"/>
              <a:gd name="connsiteY90" fmla="*/ 972143 h 1775797"/>
              <a:gd name="connsiteX91" fmla="*/ 562380 w 1005886"/>
              <a:gd name="connsiteY91" fmla="*/ 960938 h 1775797"/>
              <a:gd name="connsiteX92" fmla="*/ 403869 w 1005886"/>
              <a:gd name="connsiteY92" fmla="*/ 973379 h 1775797"/>
              <a:gd name="connsiteX93" fmla="*/ 403445 w 1005886"/>
              <a:gd name="connsiteY93" fmla="*/ 973521 h 1775797"/>
              <a:gd name="connsiteX94" fmla="*/ 399187 w 1005886"/>
              <a:gd name="connsiteY94" fmla="*/ 978747 h 1775797"/>
              <a:gd name="connsiteX95" fmla="*/ 390281 w 1005886"/>
              <a:gd name="connsiteY95" fmla="*/ 1006237 h 1775797"/>
              <a:gd name="connsiteX96" fmla="*/ 376343 w 1005886"/>
              <a:gd name="connsiteY96" fmla="*/ 1045341 h 1775797"/>
              <a:gd name="connsiteX97" fmla="*/ 374213 w 1005886"/>
              <a:gd name="connsiteY97" fmla="*/ 1055601 h 1775797"/>
              <a:gd name="connsiteX98" fmla="*/ 369810 w 1005886"/>
              <a:gd name="connsiteY98" fmla="*/ 1064572 h 1775797"/>
              <a:gd name="connsiteX99" fmla="*/ 376512 w 1005886"/>
              <a:gd name="connsiteY99" fmla="*/ 1053351 h 1775797"/>
              <a:gd name="connsiteX100" fmla="*/ 391443 w 1005886"/>
              <a:gd name="connsiteY100" fmla="*/ 1014368 h 1775797"/>
              <a:gd name="connsiteX101" fmla="*/ 415061 w 1005886"/>
              <a:gd name="connsiteY101" fmla="*/ 970230 h 1775797"/>
              <a:gd name="connsiteX102" fmla="*/ 413688 w 1005886"/>
              <a:gd name="connsiteY102" fmla="*/ 970582 h 1775797"/>
              <a:gd name="connsiteX103" fmla="*/ 415190 w 1005886"/>
              <a:gd name="connsiteY103" fmla="*/ 970420 h 1775797"/>
              <a:gd name="connsiteX104" fmla="*/ 287874 w 1005886"/>
              <a:gd name="connsiteY104" fmla="*/ 3461 h 1775797"/>
              <a:gd name="connsiteX105" fmla="*/ 293488 w 1005886"/>
              <a:gd name="connsiteY105" fmla="*/ 3074 h 1775797"/>
              <a:gd name="connsiteX106" fmla="*/ 297747 w 1005886"/>
              <a:gd name="connsiteY106" fmla="*/ 15850 h 1775797"/>
              <a:gd name="connsiteX107" fmla="*/ 404994 w 1005886"/>
              <a:gd name="connsiteY107" fmla="*/ 403604 h 1775797"/>
              <a:gd name="connsiteX108" fmla="*/ 449132 w 1005886"/>
              <a:gd name="connsiteY108" fmla="*/ 619259 h 1775797"/>
              <a:gd name="connsiteX109" fmla="*/ 474104 w 1005886"/>
              <a:gd name="connsiteY109" fmla="*/ 790389 h 1775797"/>
              <a:gd name="connsiteX110" fmla="*/ 474685 w 1005886"/>
              <a:gd name="connsiteY110" fmla="*/ 798133 h 1775797"/>
              <a:gd name="connsiteX111" fmla="*/ 475072 w 1005886"/>
              <a:gd name="connsiteY111" fmla="*/ 798713 h 1775797"/>
              <a:gd name="connsiteX112" fmla="*/ 475847 w 1005886"/>
              <a:gd name="connsiteY112" fmla="*/ 799294 h 1775797"/>
              <a:gd name="connsiteX113" fmla="*/ 476040 w 1005886"/>
              <a:gd name="connsiteY113" fmla="*/ 782646 h 1775797"/>
              <a:gd name="connsiteX114" fmla="*/ 469071 w 1005886"/>
              <a:gd name="connsiteY114" fmla="*/ 574928 h 1775797"/>
              <a:gd name="connsiteX115" fmla="*/ 468877 w 1005886"/>
              <a:gd name="connsiteY115" fmla="*/ 418703 h 1775797"/>
              <a:gd name="connsiteX116" fmla="*/ 495592 w 1005886"/>
              <a:gd name="connsiteY116" fmla="*/ 269061 h 1775797"/>
              <a:gd name="connsiteX117" fmla="*/ 497141 w 1005886"/>
              <a:gd name="connsiteY117" fmla="*/ 265189 h 1775797"/>
              <a:gd name="connsiteX118" fmla="*/ 503529 w 1005886"/>
              <a:gd name="connsiteY118" fmla="*/ 246605 h 1775797"/>
              <a:gd name="connsiteX119" fmla="*/ 507595 w 1005886"/>
              <a:gd name="connsiteY119" fmla="*/ 242733 h 1775797"/>
              <a:gd name="connsiteX120" fmla="*/ 508949 w 1005886"/>
              <a:gd name="connsiteY120" fmla="*/ 247960 h 1775797"/>
              <a:gd name="connsiteX121" fmla="*/ 496754 w 1005886"/>
              <a:gd name="connsiteY121" fmla="*/ 328879 h 1775797"/>
              <a:gd name="connsiteX122" fmla="*/ 490752 w 1005886"/>
              <a:gd name="connsiteY122" fmla="*/ 440966 h 1775797"/>
              <a:gd name="connsiteX123" fmla="*/ 497335 w 1005886"/>
              <a:gd name="connsiteY123" fmla="*/ 634552 h 1775797"/>
              <a:gd name="connsiteX124" fmla="*/ 507788 w 1005886"/>
              <a:gd name="connsiteY124" fmla="*/ 752833 h 1775797"/>
              <a:gd name="connsiteX125" fmla="*/ 509724 w 1005886"/>
              <a:gd name="connsiteY125" fmla="*/ 824848 h 1775797"/>
              <a:gd name="connsiteX126" fmla="*/ 510111 w 1005886"/>
              <a:gd name="connsiteY126" fmla="*/ 829687 h 1775797"/>
              <a:gd name="connsiteX127" fmla="*/ 526373 w 1005886"/>
              <a:gd name="connsiteY127" fmla="*/ 756898 h 1775797"/>
              <a:gd name="connsiteX128" fmla="*/ 542053 w 1005886"/>
              <a:gd name="connsiteY128" fmla="*/ 683723 h 1775797"/>
              <a:gd name="connsiteX129" fmla="*/ 638265 w 1005886"/>
              <a:gd name="connsiteY129" fmla="*/ 331976 h 1775797"/>
              <a:gd name="connsiteX130" fmla="*/ 756933 w 1005886"/>
              <a:gd name="connsiteY130" fmla="*/ 46050 h 1775797"/>
              <a:gd name="connsiteX131" fmla="*/ 761579 w 1005886"/>
              <a:gd name="connsiteY131" fmla="*/ 37338 h 1775797"/>
              <a:gd name="connsiteX132" fmla="*/ 767000 w 1005886"/>
              <a:gd name="connsiteY132" fmla="*/ 25916 h 1775797"/>
              <a:gd name="connsiteX133" fmla="*/ 770678 w 1005886"/>
              <a:gd name="connsiteY133" fmla="*/ 23788 h 1775797"/>
              <a:gd name="connsiteX134" fmla="*/ 772033 w 1005886"/>
              <a:gd name="connsiteY134" fmla="*/ 28433 h 1775797"/>
              <a:gd name="connsiteX135" fmla="*/ 766613 w 1005886"/>
              <a:gd name="connsiteY135" fmla="*/ 42177 h 1775797"/>
              <a:gd name="connsiteX136" fmla="*/ 647751 w 1005886"/>
              <a:gd name="connsiteY136" fmla="*/ 402635 h 1775797"/>
              <a:gd name="connsiteX137" fmla="*/ 605937 w 1005886"/>
              <a:gd name="connsiteY137" fmla="*/ 602223 h 1775797"/>
              <a:gd name="connsiteX138" fmla="*/ 571865 w 1005886"/>
              <a:gd name="connsiteY138" fmla="*/ 828332 h 1775797"/>
              <a:gd name="connsiteX139" fmla="*/ 560638 w 1005886"/>
              <a:gd name="connsiteY139" fmla="*/ 894345 h 1775797"/>
              <a:gd name="connsiteX140" fmla="*/ 560566 w 1005886"/>
              <a:gd name="connsiteY140" fmla="*/ 894299 h 1775797"/>
              <a:gd name="connsiteX141" fmla="*/ 560637 w 1005886"/>
              <a:gd name="connsiteY141" fmla="*/ 894538 h 1775797"/>
              <a:gd name="connsiteX142" fmla="*/ 549603 w 1005886"/>
              <a:gd name="connsiteY142" fmla="*/ 945451 h 1775797"/>
              <a:gd name="connsiteX143" fmla="*/ 555217 w 1005886"/>
              <a:gd name="connsiteY143" fmla="*/ 951645 h 1775797"/>
              <a:gd name="connsiteX144" fmla="*/ 566251 w 1005886"/>
              <a:gd name="connsiteY144" fmla="*/ 956292 h 1775797"/>
              <a:gd name="connsiteX145" fmla="*/ 579996 w 1005886"/>
              <a:gd name="connsiteY145" fmla="*/ 980683 h 1775797"/>
              <a:gd name="connsiteX146" fmla="*/ 591805 w 1005886"/>
              <a:gd name="connsiteY146" fmla="*/ 1020369 h 1775797"/>
              <a:gd name="connsiteX147" fmla="*/ 592192 w 1005886"/>
              <a:gd name="connsiteY147" fmla="*/ 1024435 h 1775797"/>
              <a:gd name="connsiteX148" fmla="*/ 584835 w 1005886"/>
              <a:gd name="connsiteY148" fmla="*/ 1016304 h 1775797"/>
              <a:gd name="connsiteX149" fmla="*/ 580328 w 1005886"/>
              <a:gd name="connsiteY149" fmla="*/ 1005189 h 1775797"/>
              <a:gd name="connsiteX150" fmla="*/ 581158 w 1005886"/>
              <a:gd name="connsiteY150" fmla="*/ 1007592 h 1775797"/>
              <a:gd name="connsiteX151" fmla="*/ 618907 w 1005886"/>
              <a:gd name="connsiteY151" fmla="*/ 1088705 h 1775797"/>
              <a:gd name="connsiteX152" fmla="*/ 629167 w 1005886"/>
              <a:gd name="connsiteY152" fmla="*/ 1099352 h 1775797"/>
              <a:gd name="connsiteX153" fmla="*/ 653365 w 1005886"/>
              <a:gd name="connsiteY153" fmla="*/ 1119679 h 1775797"/>
              <a:gd name="connsiteX154" fmla="*/ 680661 w 1005886"/>
              <a:gd name="connsiteY154" fmla="*/ 1136521 h 1775797"/>
              <a:gd name="connsiteX155" fmla="*/ 746674 w 1005886"/>
              <a:gd name="connsiteY155" fmla="*/ 1157428 h 1775797"/>
              <a:gd name="connsiteX156" fmla="*/ 869408 w 1005886"/>
              <a:gd name="connsiteY156" fmla="*/ 1212601 h 1775797"/>
              <a:gd name="connsiteX157" fmla="*/ 873280 w 1005886"/>
              <a:gd name="connsiteY157" fmla="*/ 1215698 h 1775797"/>
              <a:gd name="connsiteX158" fmla="*/ 921289 w 1005886"/>
              <a:gd name="connsiteY158" fmla="*/ 1253834 h 1775797"/>
              <a:gd name="connsiteX159" fmla="*/ 1003370 w 1005886"/>
              <a:gd name="connsiteY159" fmla="*/ 1406768 h 1775797"/>
              <a:gd name="connsiteX160" fmla="*/ 1004919 w 1005886"/>
              <a:gd name="connsiteY160" fmla="*/ 1420706 h 1775797"/>
              <a:gd name="connsiteX161" fmla="*/ 1005886 w 1005886"/>
              <a:gd name="connsiteY161" fmla="*/ 1420706 h 1775797"/>
              <a:gd name="connsiteX162" fmla="*/ 1005886 w 1005886"/>
              <a:gd name="connsiteY162" fmla="*/ 1466005 h 1775797"/>
              <a:gd name="connsiteX163" fmla="*/ 1004724 w 1005886"/>
              <a:gd name="connsiteY163" fmla="*/ 1466198 h 1775797"/>
              <a:gd name="connsiteX164" fmla="*/ 994659 w 1005886"/>
              <a:gd name="connsiteY164" fmla="*/ 1519822 h 1775797"/>
              <a:gd name="connsiteX165" fmla="*/ 979365 w 1005886"/>
              <a:gd name="connsiteY165" fmla="*/ 1559701 h 1775797"/>
              <a:gd name="connsiteX166" fmla="*/ 956523 w 1005886"/>
              <a:gd name="connsiteY166" fmla="*/ 1597644 h 1775797"/>
              <a:gd name="connsiteX167" fmla="*/ 937163 w 1005886"/>
              <a:gd name="connsiteY167" fmla="*/ 1622423 h 1775797"/>
              <a:gd name="connsiteX168" fmla="*/ 917611 w 1005886"/>
              <a:gd name="connsiteY168" fmla="*/ 1641782 h 1775797"/>
              <a:gd name="connsiteX169" fmla="*/ 854502 w 1005886"/>
              <a:gd name="connsiteY169" fmla="*/ 1684952 h 1775797"/>
              <a:gd name="connsiteX170" fmla="*/ 786746 w 1005886"/>
              <a:gd name="connsiteY170" fmla="*/ 1716700 h 1775797"/>
              <a:gd name="connsiteX171" fmla="*/ 713571 w 1005886"/>
              <a:gd name="connsiteY171" fmla="*/ 1740317 h 1775797"/>
              <a:gd name="connsiteX172" fmla="*/ 663626 w 1005886"/>
              <a:gd name="connsiteY172" fmla="*/ 1753288 h 1775797"/>
              <a:gd name="connsiteX173" fmla="*/ 615616 w 1005886"/>
              <a:gd name="connsiteY173" fmla="*/ 1762579 h 1775797"/>
              <a:gd name="connsiteX174" fmla="*/ 595870 w 1005886"/>
              <a:gd name="connsiteY174" fmla="*/ 1763548 h 1775797"/>
              <a:gd name="connsiteX175" fmla="*/ 594515 w 1005886"/>
              <a:gd name="connsiteY175" fmla="*/ 1763160 h 1775797"/>
              <a:gd name="connsiteX176" fmla="*/ 587933 w 1005886"/>
              <a:gd name="connsiteY176" fmla="*/ 1760838 h 1775797"/>
              <a:gd name="connsiteX177" fmla="*/ 550764 w 1005886"/>
              <a:gd name="connsiteY177" fmla="*/ 1746318 h 1775797"/>
              <a:gd name="connsiteX178" fmla="*/ 490947 w 1005886"/>
              <a:gd name="connsiteY178" fmla="*/ 1737607 h 1775797"/>
              <a:gd name="connsiteX179" fmla="*/ 426482 w 1005886"/>
              <a:gd name="connsiteY179" fmla="*/ 1737994 h 1775797"/>
              <a:gd name="connsiteX180" fmla="*/ 398025 w 1005886"/>
              <a:gd name="connsiteY180" fmla="*/ 1742447 h 1775797"/>
              <a:gd name="connsiteX181" fmla="*/ 359501 w 1005886"/>
              <a:gd name="connsiteY181" fmla="*/ 1759095 h 1775797"/>
              <a:gd name="connsiteX182" fmla="*/ 350983 w 1005886"/>
              <a:gd name="connsiteY182" fmla="*/ 1763935 h 1775797"/>
              <a:gd name="connsiteX183" fmla="*/ 348273 w 1005886"/>
              <a:gd name="connsiteY183" fmla="*/ 1764129 h 1775797"/>
              <a:gd name="connsiteX184" fmla="*/ 339949 w 1005886"/>
              <a:gd name="connsiteY184" fmla="*/ 1766452 h 1775797"/>
              <a:gd name="connsiteX185" fmla="*/ 280324 w 1005886"/>
              <a:gd name="connsiteY185" fmla="*/ 1747674 h 1775797"/>
              <a:gd name="connsiteX186" fmla="*/ 223604 w 1005886"/>
              <a:gd name="connsiteY186" fmla="*/ 1726573 h 1775797"/>
              <a:gd name="connsiteX187" fmla="*/ 215086 w 1005886"/>
              <a:gd name="connsiteY187" fmla="*/ 1725217 h 1775797"/>
              <a:gd name="connsiteX188" fmla="*/ 115969 w 1005886"/>
              <a:gd name="connsiteY188" fmla="*/ 1674885 h 1775797"/>
              <a:gd name="connsiteX189" fmla="*/ 21887 w 1005886"/>
              <a:gd name="connsiteY189" fmla="*/ 1552345 h 1775797"/>
              <a:gd name="connsiteX190" fmla="*/ 19950 w 1005886"/>
              <a:gd name="connsiteY190" fmla="*/ 1547118 h 1775797"/>
              <a:gd name="connsiteX191" fmla="*/ 10271 w 1005886"/>
              <a:gd name="connsiteY191" fmla="*/ 1514209 h 1775797"/>
              <a:gd name="connsiteX192" fmla="*/ 399 w 1005886"/>
              <a:gd name="connsiteY192" fmla="*/ 1443936 h 1775797"/>
              <a:gd name="connsiteX193" fmla="*/ 2915 w 1005886"/>
              <a:gd name="connsiteY193" fmla="*/ 1422448 h 1775797"/>
              <a:gd name="connsiteX194" fmla="*/ 17627 w 1005886"/>
              <a:gd name="connsiteY194" fmla="*/ 1364759 h 1775797"/>
              <a:gd name="connsiteX195" fmla="*/ 45504 w 1005886"/>
              <a:gd name="connsiteY195" fmla="*/ 1313653 h 1775797"/>
              <a:gd name="connsiteX196" fmla="*/ 52473 w 1005886"/>
              <a:gd name="connsiteY196" fmla="*/ 1301650 h 1775797"/>
              <a:gd name="connsiteX197" fmla="*/ 132230 w 1005886"/>
              <a:gd name="connsiteY197" fmla="*/ 1240283 h 1775797"/>
              <a:gd name="connsiteX198" fmla="*/ 267160 w 1005886"/>
              <a:gd name="connsiteY198" fmla="*/ 1161881 h 1775797"/>
              <a:gd name="connsiteX199" fmla="*/ 354468 w 1005886"/>
              <a:gd name="connsiteY199" fmla="*/ 1077284 h 1775797"/>
              <a:gd name="connsiteX200" fmla="*/ 357658 w 1005886"/>
              <a:gd name="connsiteY200" fmla="*/ 1073589 h 1775797"/>
              <a:gd name="connsiteX201" fmla="*/ 357759 w 1005886"/>
              <a:gd name="connsiteY201" fmla="*/ 1072831 h 1775797"/>
              <a:gd name="connsiteX202" fmla="*/ 387958 w 1005886"/>
              <a:gd name="connsiteY202" fmla="*/ 994621 h 1775797"/>
              <a:gd name="connsiteX203" fmla="*/ 394734 w 1005886"/>
              <a:gd name="connsiteY203" fmla="*/ 974489 h 1775797"/>
              <a:gd name="connsiteX204" fmla="*/ 407317 w 1005886"/>
              <a:gd name="connsiteY204" fmla="*/ 961325 h 1775797"/>
              <a:gd name="connsiteX205" fmla="*/ 411382 w 1005886"/>
              <a:gd name="connsiteY205" fmla="*/ 946612 h 1775797"/>
              <a:gd name="connsiteX206" fmla="*/ 412108 w 1005886"/>
              <a:gd name="connsiteY206" fmla="*/ 946361 h 1775797"/>
              <a:gd name="connsiteX207" fmla="*/ 389289 w 1005886"/>
              <a:gd name="connsiteY207" fmla="*/ 827800 h 1775797"/>
              <a:gd name="connsiteX208" fmla="*/ 359888 w 1005886"/>
              <a:gd name="connsiteY208" fmla="*/ 710438 h 1775797"/>
              <a:gd name="connsiteX209" fmla="*/ 304909 w 1005886"/>
              <a:gd name="connsiteY209" fmla="*/ 574734 h 1775797"/>
              <a:gd name="connsiteX210" fmla="*/ 265999 w 1005886"/>
              <a:gd name="connsiteY210" fmla="*/ 518401 h 1775797"/>
              <a:gd name="connsiteX211" fmla="*/ 255545 w 1005886"/>
              <a:gd name="connsiteY211" fmla="*/ 504268 h 1775797"/>
              <a:gd name="connsiteX212" fmla="*/ 254384 w 1005886"/>
              <a:gd name="connsiteY212" fmla="*/ 496719 h 1775797"/>
              <a:gd name="connsiteX213" fmla="*/ 261933 w 1005886"/>
              <a:gd name="connsiteY213" fmla="*/ 498461 h 1775797"/>
              <a:gd name="connsiteX214" fmla="*/ 274710 w 1005886"/>
              <a:gd name="connsiteY214" fmla="*/ 508334 h 1775797"/>
              <a:gd name="connsiteX215" fmla="*/ 291940 w 1005886"/>
              <a:gd name="connsiteY215" fmla="*/ 524982 h 1775797"/>
              <a:gd name="connsiteX216" fmla="*/ 358533 w 1005886"/>
              <a:gd name="connsiteY216" fmla="*/ 614419 h 1775797"/>
              <a:gd name="connsiteX217" fmla="*/ 392217 w 1005886"/>
              <a:gd name="connsiteY217" fmla="*/ 682756 h 1775797"/>
              <a:gd name="connsiteX218" fmla="*/ 440808 w 1005886"/>
              <a:gd name="connsiteY218" fmla="*/ 828525 h 1775797"/>
              <a:gd name="connsiteX219" fmla="*/ 443323 w 1005886"/>
              <a:gd name="connsiteY219" fmla="*/ 832978 h 1775797"/>
              <a:gd name="connsiteX220" fmla="*/ 439839 w 1005886"/>
              <a:gd name="connsiteY220" fmla="*/ 806263 h 1775797"/>
              <a:gd name="connsiteX221" fmla="*/ 396476 w 1005886"/>
              <a:gd name="connsiteY221" fmla="*/ 545890 h 1775797"/>
              <a:gd name="connsiteX222" fmla="*/ 338981 w 1005886"/>
              <a:gd name="connsiteY222" fmla="*/ 260157 h 1775797"/>
              <a:gd name="connsiteX223" fmla="*/ 288455 w 1005886"/>
              <a:gd name="connsiteY223" fmla="*/ 10430 h 1775797"/>
              <a:gd name="connsiteX224" fmla="*/ 287874 w 1005886"/>
              <a:gd name="connsiteY224" fmla="*/ 3461 h 17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1005886" h="1775797">
                <a:moveTo>
                  <a:pt x="424352" y="1757546"/>
                </a:moveTo>
                <a:cubicBezTo>
                  <a:pt x="422416" y="1758127"/>
                  <a:pt x="419512" y="1758127"/>
                  <a:pt x="419512" y="1760644"/>
                </a:cubicBezTo>
                <a:cubicBezTo>
                  <a:pt x="419512" y="1763160"/>
                  <a:pt x="422609" y="1762773"/>
                  <a:pt x="424545" y="1763160"/>
                </a:cubicBezTo>
                <a:lnTo>
                  <a:pt x="474870" y="1761771"/>
                </a:lnTo>
                <a:lnTo>
                  <a:pt x="448357" y="1760450"/>
                </a:lnTo>
                <a:cubicBezTo>
                  <a:pt x="446421" y="1759869"/>
                  <a:pt x="443324" y="1760643"/>
                  <a:pt x="443324" y="1757739"/>
                </a:cubicBezTo>
                <a:cubicBezTo>
                  <a:pt x="443324" y="1755223"/>
                  <a:pt x="446421" y="1755029"/>
                  <a:pt x="448357" y="1755029"/>
                </a:cubicBezTo>
                <a:cubicBezTo>
                  <a:pt x="460747" y="1754448"/>
                  <a:pt x="473331" y="1754254"/>
                  <a:pt x="485719" y="1755223"/>
                </a:cubicBezTo>
                <a:cubicBezTo>
                  <a:pt x="492495" y="1755803"/>
                  <a:pt x="499271" y="1756771"/>
                  <a:pt x="506047" y="1757546"/>
                </a:cubicBezTo>
                <a:cubicBezTo>
                  <a:pt x="507789" y="1757739"/>
                  <a:pt x="509919" y="1757352"/>
                  <a:pt x="510886" y="1760256"/>
                </a:cubicBezTo>
                <a:lnTo>
                  <a:pt x="508263" y="1760849"/>
                </a:lnTo>
                <a:lnTo>
                  <a:pt x="522693" y="1760450"/>
                </a:lnTo>
                <a:cubicBezTo>
                  <a:pt x="524822" y="1759869"/>
                  <a:pt x="528501" y="1760450"/>
                  <a:pt x="528501" y="1757740"/>
                </a:cubicBezTo>
                <a:cubicBezTo>
                  <a:pt x="528501" y="1754449"/>
                  <a:pt x="524629" y="1755030"/>
                  <a:pt x="522305" y="1754449"/>
                </a:cubicBezTo>
                <a:cubicBezTo>
                  <a:pt x="503334" y="1750383"/>
                  <a:pt x="484169" y="1750965"/>
                  <a:pt x="464811" y="1752513"/>
                </a:cubicBezTo>
                <a:cubicBezTo>
                  <a:pt x="451260" y="1753675"/>
                  <a:pt x="437516" y="1753093"/>
                  <a:pt x="424352" y="1757546"/>
                </a:cubicBezTo>
                <a:close/>
                <a:moveTo>
                  <a:pt x="395314" y="1750383"/>
                </a:moveTo>
                <a:cubicBezTo>
                  <a:pt x="423384" y="1741866"/>
                  <a:pt x="452034" y="1742446"/>
                  <a:pt x="480685" y="1744963"/>
                </a:cubicBezTo>
                <a:cubicBezTo>
                  <a:pt x="486299" y="1745350"/>
                  <a:pt x="492106" y="1745738"/>
                  <a:pt x="498301" y="1746125"/>
                </a:cubicBezTo>
                <a:cubicBezTo>
                  <a:pt x="496559" y="1748835"/>
                  <a:pt x="495010" y="1747480"/>
                  <a:pt x="493462" y="1747480"/>
                </a:cubicBezTo>
                <a:lnTo>
                  <a:pt x="445703" y="1748825"/>
                </a:lnTo>
                <a:lnTo>
                  <a:pt x="436547" y="1748254"/>
                </a:lnTo>
                <a:lnTo>
                  <a:pt x="432648" y="1749193"/>
                </a:lnTo>
                <a:lnTo>
                  <a:pt x="410994" y="1749803"/>
                </a:lnTo>
                <a:cubicBezTo>
                  <a:pt x="403444" y="1751352"/>
                  <a:pt x="396088" y="1754062"/>
                  <a:pt x="389313" y="1757933"/>
                </a:cubicBezTo>
                <a:cubicBezTo>
                  <a:pt x="387570" y="1758902"/>
                  <a:pt x="384860" y="1759676"/>
                  <a:pt x="385440" y="1762386"/>
                </a:cubicBezTo>
                <a:cubicBezTo>
                  <a:pt x="385827" y="1764516"/>
                  <a:pt x="388344" y="1764516"/>
                  <a:pt x="390087" y="1765096"/>
                </a:cubicBezTo>
                <a:cubicBezTo>
                  <a:pt x="398798" y="1767613"/>
                  <a:pt x="407703" y="1766452"/>
                  <a:pt x="416608" y="1767613"/>
                </a:cubicBezTo>
                <a:cubicBezTo>
                  <a:pt x="413511" y="1764903"/>
                  <a:pt x="410026" y="1764322"/>
                  <a:pt x="406348" y="1763547"/>
                </a:cubicBezTo>
                <a:cubicBezTo>
                  <a:pt x="404218" y="1762967"/>
                  <a:pt x="401895" y="1762580"/>
                  <a:pt x="401702" y="1759869"/>
                </a:cubicBezTo>
                <a:cubicBezTo>
                  <a:pt x="401508" y="1757546"/>
                  <a:pt x="403638" y="1756772"/>
                  <a:pt x="405187" y="1755804"/>
                </a:cubicBezTo>
                <a:lnTo>
                  <a:pt x="432648" y="1749193"/>
                </a:lnTo>
                <a:lnTo>
                  <a:pt x="445703" y="1748825"/>
                </a:lnTo>
                <a:lnTo>
                  <a:pt x="526565" y="1753869"/>
                </a:lnTo>
                <a:cubicBezTo>
                  <a:pt x="531598" y="1754449"/>
                  <a:pt x="536438" y="1756385"/>
                  <a:pt x="541471" y="1757933"/>
                </a:cubicBezTo>
                <a:cubicBezTo>
                  <a:pt x="543213" y="1758514"/>
                  <a:pt x="545149" y="1759289"/>
                  <a:pt x="545149" y="1761612"/>
                </a:cubicBezTo>
                <a:cubicBezTo>
                  <a:pt x="545149" y="1763935"/>
                  <a:pt x="542826" y="1764516"/>
                  <a:pt x="541084" y="1764903"/>
                </a:cubicBezTo>
                <a:cubicBezTo>
                  <a:pt x="530631" y="1767613"/>
                  <a:pt x="519790" y="1768000"/>
                  <a:pt x="508949" y="1769162"/>
                </a:cubicBezTo>
                <a:cubicBezTo>
                  <a:pt x="490365" y="1771097"/>
                  <a:pt x="471780" y="1770130"/>
                  <a:pt x="453196" y="1769162"/>
                </a:cubicBezTo>
                <a:cubicBezTo>
                  <a:pt x="450873" y="1768969"/>
                  <a:pt x="448550" y="1769162"/>
                  <a:pt x="446227" y="1769162"/>
                </a:cubicBezTo>
                <a:cubicBezTo>
                  <a:pt x="465391" y="1771679"/>
                  <a:pt x="484556" y="1773033"/>
                  <a:pt x="503722" y="1771097"/>
                </a:cubicBezTo>
                <a:cubicBezTo>
                  <a:pt x="519790" y="1769356"/>
                  <a:pt x="535857" y="1769743"/>
                  <a:pt x="551537" y="1766452"/>
                </a:cubicBezTo>
                <a:cubicBezTo>
                  <a:pt x="551925" y="1766258"/>
                  <a:pt x="552119" y="1766257"/>
                  <a:pt x="552312" y="1766257"/>
                </a:cubicBezTo>
                <a:cubicBezTo>
                  <a:pt x="555216" y="1765483"/>
                  <a:pt x="559861" y="1766064"/>
                  <a:pt x="560056" y="1762773"/>
                </a:cubicBezTo>
                <a:cubicBezTo>
                  <a:pt x="560249" y="1759095"/>
                  <a:pt x="555409" y="1758902"/>
                  <a:pt x="552506" y="1757740"/>
                </a:cubicBezTo>
                <a:cubicBezTo>
                  <a:pt x="540503" y="1752900"/>
                  <a:pt x="527532" y="1751352"/>
                  <a:pt x="514756" y="1749222"/>
                </a:cubicBezTo>
                <a:cubicBezTo>
                  <a:pt x="512240" y="1748835"/>
                  <a:pt x="509723" y="1748255"/>
                  <a:pt x="507013" y="1747867"/>
                </a:cubicBezTo>
                <a:cubicBezTo>
                  <a:pt x="508755" y="1745156"/>
                  <a:pt x="510884" y="1746318"/>
                  <a:pt x="512627" y="1746512"/>
                </a:cubicBezTo>
                <a:cubicBezTo>
                  <a:pt x="529662" y="1748835"/>
                  <a:pt x="546698" y="1750771"/>
                  <a:pt x="563153" y="1755998"/>
                </a:cubicBezTo>
                <a:cubicBezTo>
                  <a:pt x="565282" y="1756772"/>
                  <a:pt x="567605" y="1757353"/>
                  <a:pt x="569734" y="1758320"/>
                </a:cubicBezTo>
                <a:cubicBezTo>
                  <a:pt x="571670" y="1759095"/>
                  <a:pt x="573994" y="1759869"/>
                  <a:pt x="573994" y="1763354"/>
                </a:cubicBezTo>
                <a:cubicBezTo>
                  <a:pt x="573800" y="1765483"/>
                  <a:pt x="571864" y="1766257"/>
                  <a:pt x="570121" y="1767032"/>
                </a:cubicBezTo>
                <a:cubicBezTo>
                  <a:pt x="561991" y="1770517"/>
                  <a:pt x="553280" y="1771485"/>
                  <a:pt x="544569" y="1772453"/>
                </a:cubicBezTo>
                <a:cubicBezTo>
                  <a:pt x="515337" y="1775744"/>
                  <a:pt x="485912" y="1776518"/>
                  <a:pt x="456487" y="1775163"/>
                </a:cubicBezTo>
                <a:cubicBezTo>
                  <a:pt x="430740" y="1774001"/>
                  <a:pt x="405187" y="1772259"/>
                  <a:pt x="379827" y="1768387"/>
                </a:cubicBezTo>
                <a:cubicBezTo>
                  <a:pt x="378085" y="1768000"/>
                  <a:pt x="376149" y="1767613"/>
                  <a:pt x="374406" y="1767032"/>
                </a:cubicBezTo>
                <a:cubicBezTo>
                  <a:pt x="369761" y="1765290"/>
                  <a:pt x="369566" y="1762967"/>
                  <a:pt x="373439" y="1760063"/>
                </a:cubicBezTo>
                <a:cubicBezTo>
                  <a:pt x="380020" y="1755223"/>
                  <a:pt x="387764" y="1752707"/>
                  <a:pt x="395314" y="1750383"/>
                </a:cubicBezTo>
                <a:close/>
                <a:moveTo>
                  <a:pt x="91771" y="1649138"/>
                </a:moveTo>
                <a:cubicBezTo>
                  <a:pt x="92158" y="1649526"/>
                  <a:pt x="92545" y="1649913"/>
                  <a:pt x="92933" y="1650300"/>
                </a:cubicBezTo>
                <a:cubicBezTo>
                  <a:pt x="94288" y="1651461"/>
                  <a:pt x="95837" y="1652623"/>
                  <a:pt x="97191" y="1653784"/>
                </a:cubicBezTo>
                <a:cubicBezTo>
                  <a:pt x="98547" y="1654946"/>
                  <a:pt x="99708" y="1655914"/>
                  <a:pt x="101064" y="1657075"/>
                </a:cubicBezTo>
                <a:cubicBezTo>
                  <a:pt x="123519" y="1675272"/>
                  <a:pt x="148298" y="1689985"/>
                  <a:pt x="174820" y="1702374"/>
                </a:cubicBezTo>
                <a:cubicBezTo>
                  <a:pt x="188952" y="1708956"/>
                  <a:pt x="203470" y="1715151"/>
                  <a:pt x="218183" y="1720765"/>
                </a:cubicBezTo>
                <a:cubicBezTo>
                  <a:pt x="219732" y="1721346"/>
                  <a:pt x="221861" y="1721540"/>
                  <a:pt x="223023" y="1722894"/>
                </a:cubicBezTo>
                <a:cubicBezTo>
                  <a:pt x="253609" y="1734897"/>
                  <a:pt x="284583" y="1745931"/>
                  <a:pt x="315556" y="1756966"/>
                </a:cubicBezTo>
                <a:cubicBezTo>
                  <a:pt x="324849" y="1760450"/>
                  <a:pt x="334335" y="1763548"/>
                  <a:pt x="344789" y="1763548"/>
                </a:cubicBezTo>
                <a:cubicBezTo>
                  <a:pt x="341110" y="1762773"/>
                  <a:pt x="337820" y="1761031"/>
                  <a:pt x="334335" y="1759869"/>
                </a:cubicBezTo>
                <a:cubicBezTo>
                  <a:pt x="304135" y="1750191"/>
                  <a:pt x="274323" y="1739155"/>
                  <a:pt x="244511" y="1728315"/>
                </a:cubicBezTo>
                <a:cubicBezTo>
                  <a:pt x="221861" y="1719990"/>
                  <a:pt x="199212" y="1711666"/>
                  <a:pt x="177336" y="1701600"/>
                </a:cubicBezTo>
                <a:cubicBezTo>
                  <a:pt x="146556" y="1687662"/>
                  <a:pt x="117325" y="1671207"/>
                  <a:pt x="91771" y="1649138"/>
                </a:cubicBezTo>
                <a:close/>
                <a:moveTo>
                  <a:pt x="368639" y="1066533"/>
                </a:moveTo>
                <a:lnTo>
                  <a:pt x="358146" y="1075103"/>
                </a:lnTo>
                <a:lnTo>
                  <a:pt x="358146" y="1075928"/>
                </a:lnTo>
                <a:cubicBezTo>
                  <a:pt x="360276" y="1079607"/>
                  <a:pt x="356597" y="1082510"/>
                  <a:pt x="356984" y="1085995"/>
                </a:cubicBezTo>
                <a:lnTo>
                  <a:pt x="354681" y="1089641"/>
                </a:lnTo>
                <a:lnTo>
                  <a:pt x="354506" y="1089810"/>
                </a:lnTo>
                <a:lnTo>
                  <a:pt x="345757" y="1097609"/>
                </a:lnTo>
                <a:lnTo>
                  <a:pt x="340339" y="1103538"/>
                </a:lnTo>
                <a:lnTo>
                  <a:pt x="292714" y="1149685"/>
                </a:lnTo>
                <a:cubicBezTo>
                  <a:pt x="308201" y="1137295"/>
                  <a:pt x="321945" y="1123163"/>
                  <a:pt x="335496" y="1108838"/>
                </a:cubicBezTo>
                <a:lnTo>
                  <a:pt x="340339" y="1103538"/>
                </a:lnTo>
                <a:lnTo>
                  <a:pt x="354506" y="1089810"/>
                </a:lnTo>
                <a:lnTo>
                  <a:pt x="354661" y="1089672"/>
                </a:lnTo>
                <a:lnTo>
                  <a:pt x="354681" y="1089641"/>
                </a:lnTo>
                <a:lnTo>
                  <a:pt x="355048" y="1089285"/>
                </a:lnTo>
                <a:close/>
                <a:moveTo>
                  <a:pt x="439009" y="994941"/>
                </a:moveTo>
                <a:lnTo>
                  <a:pt x="439525" y="995542"/>
                </a:lnTo>
                <a:lnTo>
                  <a:pt x="440017" y="995730"/>
                </a:lnTo>
                <a:close/>
                <a:moveTo>
                  <a:pt x="560251" y="960094"/>
                </a:moveTo>
                <a:lnTo>
                  <a:pt x="566925" y="972143"/>
                </a:lnTo>
                <a:lnTo>
                  <a:pt x="562380" y="960938"/>
                </a:lnTo>
                <a:close/>
                <a:moveTo>
                  <a:pt x="403869" y="973379"/>
                </a:moveTo>
                <a:lnTo>
                  <a:pt x="403445" y="973521"/>
                </a:lnTo>
                <a:cubicBezTo>
                  <a:pt x="400541" y="974102"/>
                  <a:pt x="400154" y="976619"/>
                  <a:pt x="399187" y="978747"/>
                </a:cubicBezTo>
                <a:cubicBezTo>
                  <a:pt x="395314" y="987653"/>
                  <a:pt x="392991" y="996945"/>
                  <a:pt x="390281" y="1006237"/>
                </a:cubicBezTo>
                <a:cubicBezTo>
                  <a:pt x="386603" y="1019595"/>
                  <a:pt x="381763" y="1032565"/>
                  <a:pt x="376343" y="1045341"/>
                </a:cubicBezTo>
                <a:cubicBezTo>
                  <a:pt x="374989" y="1048633"/>
                  <a:pt x="374020" y="1051923"/>
                  <a:pt x="374213" y="1055601"/>
                </a:cubicBezTo>
                <a:lnTo>
                  <a:pt x="369810" y="1064572"/>
                </a:lnTo>
                <a:lnTo>
                  <a:pt x="376512" y="1053351"/>
                </a:lnTo>
                <a:cubicBezTo>
                  <a:pt x="382344" y="1040792"/>
                  <a:pt x="387088" y="1027726"/>
                  <a:pt x="391443" y="1014368"/>
                </a:cubicBezTo>
                <a:close/>
                <a:moveTo>
                  <a:pt x="415061" y="970230"/>
                </a:moveTo>
                <a:lnTo>
                  <a:pt x="413688" y="970582"/>
                </a:lnTo>
                <a:lnTo>
                  <a:pt x="415190" y="970420"/>
                </a:lnTo>
                <a:close/>
                <a:moveTo>
                  <a:pt x="287874" y="3461"/>
                </a:moveTo>
                <a:cubicBezTo>
                  <a:pt x="289423" y="-1379"/>
                  <a:pt x="291746" y="-799"/>
                  <a:pt x="293488" y="3074"/>
                </a:cubicBezTo>
                <a:cubicBezTo>
                  <a:pt x="295231" y="7138"/>
                  <a:pt x="296585" y="11591"/>
                  <a:pt x="297747" y="15850"/>
                </a:cubicBezTo>
                <a:cubicBezTo>
                  <a:pt x="335109" y="144585"/>
                  <a:pt x="371697" y="273707"/>
                  <a:pt x="404994" y="403604"/>
                </a:cubicBezTo>
                <a:cubicBezTo>
                  <a:pt x="423191" y="474650"/>
                  <a:pt x="437129" y="546857"/>
                  <a:pt x="449132" y="619259"/>
                </a:cubicBezTo>
                <a:cubicBezTo>
                  <a:pt x="458617" y="676173"/>
                  <a:pt x="466747" y="733282"/>
                  <a:pt x="474104" y="790389"/>
                </a:cubicBezTo>
                <a:cubicBezTo>
                  <a:pt x="474491" y="792906"/>
                  <a:pt x="474491" y="795616"/>
                  <a:pt x="474685" y="798133"/>
                </a:cubicBezTo>
                <a:cubicBezTo>
                  <a:pt x="474878" y="798326"/>
                  <a:pt x="475072" y="798520"/>
                  <a:pt x="475072" y="798713"/>
                </a:cubicBezTo>
                <a:cubicBezTo>
                  <a:pt x="475265" y="799294"/>
                  <a:pt x="475847" y="799682"/>
                  <a:pt x="475847" y="799294"/>
                </a:cubicBezTo>
                <a:cubicBezTo>
                  <a:pt x="476814" y="793680"/>
                  <a:pt x="476814" y="788259"/>
                  <a:pt x="476040" y="782646"/>
                </a:cubicBezTo>
                <a:cubicBezTo>
                  <a:pt x="474491" y="713342"/>
                  <a:pt x="472168" y="644038"/>
                  <a:pt x="469071" y="574928"/>
                </a:cubicBezTo>
                <a:cubicBezTo>
                  <a:pt x="466747" y="522852"/>
                  <a:pt x="465586" y="470778"/>
                  <a:pt x="468877" y="418703"/>
                </a:cubicBezTo>
                <a:cubicBezTo>
                  <a:pt x="471974" y="367790"/>
                  <a:pt x="480105" y="317845"/>
                  <a:pt x="495592" y="269061"/>
                </a:cubicBezTo>
                <a:cubicBezTo>
                  <a:pt x="495979" y="267706"/>
                  <a:pt x="496560" y="266544"/>
                  <a:pt x="497141" y="265189"/>
                </a:cubicBezTo>
                <a:cubicBezTo>
                  <a:pt x="499271" y="258994"/>
                  <a:pt x="501399" y="252800"/>
                  <a:pt x="503529" y="246605"/>
                </a:cubicBezTo>
                <a:cubicBezTo>
                  <a:pt x="504304" y="244669"/>
                  <a:pt x="504690" y="241959"/>
                  <a:pt x="507595" y="242733"/>
                </a:cubicBezTo>
                <a:cubicBezTo>
                  <a:pt x="510692" y="243507"/>
                  <a:pt x="509336" y="246024"/>
                  <a:pt x="508949" y="247960"/>
                </a:cubicBezTo>
                <a:cubicBezTo>
                  <a:pt x="503723" y="274675"/>
                  <a:pt x="499464" y="301777"/>
                  <a:pt x="496754" y="328879"/>
                </a:cubicBezTo>
                <a:cubicBezTo>
                  <a:pt x="492882" y="366047"/>
                  <a:pt x="491333" y="403410"/>
                  <a:pt x="490752" y="440966"/>
                </a:cubicBezTo>
                <a:cubicBezTo>
                  <a:pt x="489785" y="505624"/>
                  <a:pt x="492688" y="570088"/>
                  <a:pt x="497335" y="634552"/>
                </a:cubicBezTo>
                <a:cubicBezTo>
                  <a:pt x="500238" y="674043"/>
                  <a:pt x="504691" y="713342"/>
                  <a:pt x="507788" y="752833"/>
                </a:cubicBezTo>
                <a:cubicBezTo>
                  <a:pt x="509530" y="776838"/>
                  <a:pt x="510305" y="800843"/>
                  <a:pt x="509724" y="824848"/>
                </a:cubicBezTo>
                <a:cubicBezTo>
                  <a:pt x="509723" y="826397"/>
                  <a:pt x="509724" y="827945"/>
                  <a:pt x="510111" y="829687"/>
                </a:cubicBezTo>
                <a:cubicBezTo>
                  <a:pt x="516112" y="805489"/>
                  <a:pt x="519790" y="780903"/>
                  <a:pt x="526373" y="756898"/>
                </a:cubicBezTo>
                <a:cubicBezTo>
                  <a:pt x="530437" y="732313"/>
                  <a:pt x="536633" y="708115"/>
                  <a:pt x="542053" y="683723"/>
                </a:cubicBezTo>
                <a:cubicBezTo>
                  <a:pt x="568962" y="565054"/>
                  <a:pt x="599548" y="447354"/>
                  <a:pt x="638265" y="331976"/>
                </a:cubicBezTo>
                <a:cubicBezTo>
                  <a:pt x="671175" y="234022"/>
                  <a:pt x="709699" y="138197"/>
                  <a:pt x="756933" y="46050"/>
                </a:cubicBezTo>
                <a:cubicBezTo>
                  <a:pt x="758482" y="43146"/>
                  <a:pt x="760030" y="40242"/>
                  <a:pt x="761579" y="37338"/>
                </a:cubicBezTo>
                <a:cubicBezTo>
                  <a:pt x="763322" y="33466"/>
                  <a:pt x="765065" y="29788"/>
                  <a:pt x="767000" y="25916"/>
                </a:cubicBezTo>
                <a:cubicBezTo>
                  <a:pt x="767774" y="24562"/>
                  <a:pt x="768549" y="22819"/>
                  <a:pt x="770678" y="23788"/>
                </a:cubicBezTo>
                <a:cubicBezTo>
                  <a:pt x="773001" y="24755"/>
                  <a:pt x="772614" y="26498"/>
                  <a:pt x="772033" y="28433"/>
                </a:cubicBezTo>
                <a:cubicBezTo>
                  <a:pt x="770097" y="32886"/>
                  <a:pt x="768355" y="37532"/>
                  <a:pt x="766613" y="42177"/>
                </a:cubicBezTo>
                <a:cubicBezTo>
                  <a:pt x="719959" y="160072"/>
                  <a:pt x="678918" y="279708"/>
                  <a:pt x="647751" y="402635"/>
                </a:cubicBezTo>
                <a:cubicBezTo>
                  <a:pt x="631102" y="468649"/>
                  <a:pt x="617164" y="535049"/>
                  <a:pt x="605937" y="602223"/>
                </a:cubicBezTo>
                <a:cubicBezTo>
                  <a:pt x="593353" y="677334"/>
                  <a:pt x="583674" y="753027"/>
                  <a:pt x="571865" y="828332"/>
                </a:cubicBezTo>
                <a:cubicBezTo>
                  <a:pt x="568380" y="850401"/>
                  <a:pt x="564315" y="872276"/>
                  <a:pt x="560638" y="894345"/>
                </a:cubicBezTo>
                <a:lnTo>
                  <a:pt x="560566" y="894299"/>
                </a:lnTo>
                <a:lnTo>
                  <a:pt x="560637" y="894538"/>
                </a:lnTo>
                <a:cubicBezTo>
                  <a:pt x="556959" y="911573"/>
                  <a:pt x="553475" y="928609"/>
                  <a:pt x="549603" y="945451"/>
                </a:cubicBezTo>
                <a:cubicBezTo>
                  <a:pt x="548442" y="950678"/>
                  <a:pt x="549022" y="953388"/>
                  <a:pt x="555217" y="951645"/>
                </a:cubicBezTo>
                <a:cubicBezTo>
                  <a:pt x="559863" y="950291"/>
                  <a:pt x="563347" y="952808"/>
                  <a:pt x="566251" y="956292"/>
                </a:cubicBezTo>
                <a:cubicBezTo>
                  <a:pt x="572446" y="963648"/>
                  <a:pt x="576898" y="971972"/>
                  <a:pt x="579996" y="980683"/>
                </a:cubicBezTo>
                <a:cubicBezTo>
                  <a:pt x="584642" y="993654"/>
                  <a:pt x="588901" y="1006818"/>
                  <a:pt x="591805" y="1020369"/>
                </a:cubicBezTo>
                <a:cubicBezTo>
                  <a:pt x="592772" y="1021724"/>
                  <a:pt x="592772" y="1023079"/>
                  <a:pt x="592192" y="1024435"/>
                </a:cubicBezTo>
                <a:cubicBezTo>
                  <a:pt x="586191" y="1024822"/>
                  <a:pt x="585610" y="1019788"/>
                  <a:pt x="584835" y="1016304"/>
                </a:cubicBezTo>
                <a:lnTo>
                  <a:pt x="580328" y="1005189"/>
                </a:lnTo>
                <a:lnTo>
                  <a:pt x="581158" y="1007592"/>
                </a:lnTo>
                <a:cubicBezTo>
                  <a:pt x="589676" y="1036630"/>
                  <a:pt x="599549" y="1064700"/>
                  <a:pt x="618907" y="1088705"/>
                </a:cubicBezTo>
                <a:cubicBezTo>
                  <a:pt x="622198" y="1092576"/>
                  <a:pt x="625877" y="1095674"/>
                  <a:pt x="629167" y="1099352"/>
                </a:cubicBezTo>
                <a:cubicBezTo>
                  <a:pt x="635749" y="1107870"/>
                  <a:pt x="645235" y="1113097"/>
                  <a:pt x="653365" y="1119679"/>
                </a:cubicBezTo>
                <a:cubicBezTo>
                  <a:pt x="661496" y="1127035"/>
                  <a:pt x="671950" y="1130326"/>
                  <a:pt x="680661" y="1136521"/>
                </a:cubicBezTo>
                <a:cubicBezTo>
                  <a:pt x="701955" y="1145813"/>
                  <a:pt x="724605" y="1150846"/>
                  <a:pt x="746674" y="1157428"/>
                </a:cubicBezTo>
                <a:cubicBezTo>
                  <a:pt x="790038" y="1170399"/>
                  <a:pt x="831078" y="1188596"/>
                  <a:pt x="869408" y="1212601"/>
                </a:cubicBezTo>
                <a:cubicBezTo>
                  <a:pt x="870763" y="1213568"/>
                  <a:pt x="871925" y="1214730"/>
                  <a:pt x="873280" y="1215698"/>
                </a:cubicBezTo>
                <a:cubicBezTo>
                  <a:pt x="890703" y="1226538"/>
                  <a:pt x="906771" y="1239122"/>
                  <a:pt x="921289" y="1253834"/>
                </a:cubicBezTo>
                <a:cubicBezTo>
                  <a:pt x="965814" y="1295649"/>
                  <a:pt x="994659" y="1345788"/>
                  <a:pt x="1003370" y="1406768"/>
                </a:cubicBezTo>
                <a:cubicBezTo>
                  <a:pt x="1004144" y="1411414"/>
                  <a:pt x="1004531" y="1416059"/>
                  <a:pt x="1004919" y="1420706"/>
                </a:cubicBezTo>
                <a:cubicBezTo>
                  <a:pt x="1005306" y="1420706"/>
                  <a:pt x="1005693" y="1420706"/>
                  <a:pt x="1005886" y="1420706"/>
                </a:cubicBezTo>
                <a:cubicBezTo>
                  <a:pt x="1005886" y="1435806"/>
                  <a:pt x="1005886" y="1450906"/>
                  <a:pt x="1005886" y="1466005"/>
                </a:cubicBezTo>
                <a:cubicBezTo>
                  <a:pt x="1005499" y="1466198"/>
                  <a:pt x="1005112" y="1466198"/>
                  <a:pt x="1004724" y="1466198"/>
                </a:cubicBezTo>
                <a:cubicBezTo>
                  <a:pt x="1003176" y="1484396"/>
                  <a:pt x="1001047" y="1502593"/>
                  <a:pt x="994659" y="1519822"/>
                </a:cubicBezTo>
                <a:cubicBezTo>
                  <a:pt x="990399" y="1533373"/>
                  <a:pt x="986722" y="1547311"/>
                  <a:pt x="979365" y="1559701"/>
                </a:cubicBezTo>
                <a:cubicBezTo>
                  <a:pt x="973751" y="1573446"/>
                  <a:pt x="964847" y="1585448"/>
                  <a:pt x="956523" y="1597644"/>
                </a:cubicBezTo>
                <a:cubicBezTo>
                  <a:pt x="952070" y="1607517"/>
                  <a:pt x="943939" y="1614486"/>
                  <a:pt x="937163" y="1622423"/>
                </a:cubicBezTo>
                <a:cubicBezTo>
                  <a:pt x="931356" y="1629586"/>
                  <a:pt x="923999" y="1635200"/>
                  <a:pt x="917611" y="1641782"/>
                </a:cubicBezTo>
                <a:cubicBezTo>
                  <a:pt x="898252" y="1658624"/>
                  <a:pt x="876377" y="1671788"/>
                  <a:pt x="854502" y="1684952"/>
                </a:cubicBezTo>
                <a:cubicBezTo>
                  <a:pt x="832627" y="1696760"/>
                  <a:pt x="810170" y="1707795"/>
                  <a:pt x="786746" y="1716700"/>
                </a:cubicBezTo>
                <a:cubicBezTo>
                  <a:pt x="762742" y="1725798"/>
                  <a:pt x="738543" y="1733928"/>
                  <a:pt x="713571" y="1740317"/>
                </a:cubicBezTo>
                <a:cubicBezTo>
                  <a:pt x="696923" y="1744576"/>
                  <a:pt x="680080" y="1748254"/>
                  <a:pt x="663626" y="1753288"/>
                </a:cubicBezTo>
                <a:cubicBezTo>
                  <a:pt x="647558" y="1756192"/>
                  <a:pt x="631490" y="1759095"/>
                  <a:pt x="615616" y="1762579"/>
                </a:cubicBezTo>
                <a:cubicBezTo>
                  <a:pt x="609034" y="1765096"/>
                  <a:pt x="602452" y="1764709"/>
                  <a:pt x="595870" y="1763548"/>
                </a:cubicBezTo>
                <a:cubicBezTo>
                  <a:pt x="595483" y="1763548"/>
                  <a:pt x="594902" y="1763355"/>
                  <a:pt x="594515" y="1763160"/>
                </a:cubicBezTo>
                <a:cubicBezTo>
                  <a:pt x="591999" y="1763160"/>
                  <a:pt x="589676" y="1762386"/>
                  <a:pt x="587933" y="1760838"/>
                </a:cubicBezTo>
                <a:cubicBezTo>
                  <a:pt x="577286" y="1751545"/>
                  <a:pt x="564703" y="1747674"/>
                  <a:pt x="550764" y="1746318"/>
                </a:cubicBezTo>
                <a:cubicBezTo>
                  <a:pt x="530632" y="1744382"/>
                  <a:pt x="510886" y="1740704"/>
                  <a:pt x="490947" y="1737607"/>
                </a:cubicBezTo>
                <a:cubicBezTo>
                  <a:pt x="469459" y="1734317"/>
                  <a:pt x="447971" y="1734317"/>
                  <a:pt x="426482" y="1737994"/>
                </a:cubicBezTo>
                <a:cubicBezTo>
                  <a:pt x="416997" y="1739543"/>
                  <a:pt x="407510" y="1740898"/>
                  <a:pt x="398025" y="1742447"/>
                </a:cubicBezTo>
                <a:cubicBezTo>
                  <a:pt x="383699" y="1744770"/>
                  <a:pt x="371117" y="1750965"/>
                  <a:pt x="359501" y="1759095"/>
                </a:cubicBezTo>
                <a:cubicBezTo>
                  <a:pt x="356791" y="1760838"/>
                  <a:pt x="354274" y="1762967"/>
                  <a:pt x="350983" y="1763935"/>
                </a:cubicBezTo>
                <a:cubicBezTo>
                  <a:pt x="350016" y="1764129"/>
                  <a:pt x="349241" y="1764129"/>
                  <a:pt x="348273" y="1764129"/>
                </a:cubicBezTo>
                <a:cubicBezTo>
                  <a:pt x="347306" y="1770130"/>
                  <a:pt x="343046" y="1767032"/>
                  <a:pt x="339949" y="1766452"/>
                </a:cubicBezTo>
                <a:cubicBezTo>
                  <a:pt x="319235" y="1762579"/>
                  <a:pt x="300070" y="1754642"/>
                  <a:pt x="280324" y="1747674"/>
                </a:cubicBezTo>
                <a:cubicBezTo>
                  <a:pt x="261159" y="1740898"/>
                  <a:pt x="242188" y="1734510"/>
                  <a:pt x="223604" y="1726573"/>
                </a:cubicBezTo>
                <a:cubicBezTo>
                  <a:pt x="220700" y="1726185"/>
                  <a:pt x="217990" y="1725604"/>
                  <a:pt x="215086" y="1725217"/>
                </a:cubicBezTo>
                <a:cubicBezTo>
                  <a:pt x="180434" y="1711666"/>
                  <a:pt x="146556" y="1696373"/>
                  <a:pt x="115969" y="1674885"/>
                </a:cubicBezTo>
                <a:cubicBezTo>
                  <a:pt x="71832" y="1643911"/>
                  <a:pt x="39696" y="1603645"/>
                  <a:pt x="21887" y="1552345"/>
                </a:cubicBezTo>
                <a:cubicBezTo>
                  <a:pt x="21306" y="1550602"/>
                  <a:pt x="20531" y="1548860"/>
                  <a:pt x="19950" y="1547118"/>
                </a:cubicBezTo>
                <a:cubicBezTo>
                  <a:pt x="14337" y="1536858"/>
                  <a:pt x="12981" y="1525243"/>
                  <a:pt x="10271" y="1514209"/>
                </a:cubicBezTo>
                <a:cubicBezTo>
                  <a:pt x="4463" y="1491171"/>
                  <a:pt x="2915" y="1467360"/>
                  <a:pt x="399" y="1443936"/>
                </a:cubicBezTo>
                <a:cubicBezTo>
                  <a:pt x="-570" y="1436580"/>
                  <a:pt x="205" y="1429418"/>
                  <a:pt x="2915" y="1422448"/>
                </a:cubicBezTo>
                <a:cubicBezTo>
                  <a:pt x="5819" y="1402702"/>
                  <a:pt x="10852" y="1383537"/>
                  <a:pt x="17627" y="1364759"/>
                </a:cubicBezTo>
                <a:cubicBezTo>
                  <a:pt x="24210" y="1346175"/>
                  <a:pt x="34082" y="1329527"/>
                  <a:pt x="45504" y="1313653"/>
                </a:cubicBezTo>
                <a:cubicBezTo>
                  <a:pt x="45698" y="1308426"/>
                  <a:pt x="49375" y="1305135"/>
                  <a:pt x="52473" y="1301650"/>
                </a:cubicBezTo>
                <a:cubicBezTo>
                  <a:pt x="75510" y="1276678"/>
                  <a:pt x="102805" y="1257125"/>
                  <a:pt x="132230" y="1240283"/>
                </a:cubicBezTo>
                <a:cubicBezTo>
                  <a:pt x="177336" y="1214342"/>
                  <a:pt x="223991" y="1191113"/>
                  <a:pt x="267160" y="1161881"/>
                </a:cubicBezTo>
                <a:cubicBezTo>
                  <a:pt x="301231" y="1138844"/>
                  <a:pt x="330269" y="1110580"/>
                  <a:pt x="354468" y="1077284"/>
                </a:cubicBezTo>
                <a:lnTo>
                  <a:pt x="357658" y="1073589"/>
                </a:lnTo>
                <a:lnTo>
                  <a:pt x="357759" y="1072831"/>
                </a:lnTo>
                <a:cubicBezTo>
                  <a:pt x="371890" y="1048246"/>
                  <a:pt x="380796" y="1021918"/>
                  <a:pt x="387958" y="994621"/>
                </a:cubicBezTo>
                <a:cubicBezTo>
                  <a:pt x="389701" y="987846"/>
                  <a:pt x="392411" y="981264"/>
                  <a:pt x="394734" y="974489"/>
                </a:cubicBezTo>
                <a:cubicBezTo>
                  <a:pt x="397057" y="968294"/>
                  <a:pt x="398992" y="962873"/>
                  <a:pt x="407317" y="961325"/>
                </a:cubicBezTo>
                <a:cubicBezTo>
                  <a:pt x="415254" y="959776"/>
                  <a:pt x="412931" y="952420"/>
                  <a:pt x="411382" y="946612"/>
                </a:cubicBezTo>
                <a:lnTo>
                  <a:pt x="412108" y="946361"/>
                </a:lnTo>
                <a:lnTo>
                  <a:pt x="389289" y="827800"/>
                </a:lnTo>
                <a:cubicBezTo>
                  <a:pt x="380892" y="788356"/>
                  <a:pt x="371406" y="749155"/>
                  <a:pt x="359888" y="710438"/>
                </a:cubicBezTo>
                <a:cubicBezTo>
                  <a:pt x="345950" y="663396"/>
                  <a:pt x="329302" y="617517"/>
                  <a:pt x="304909" y="574734"/>
                </a:cubicBezTo>
                <a:cubicBezTo>
                  <a:pt x="293488" y="554794"/>
                  <a:pt x="280518" y="536210"/>
                  <a:pt x="265999" y="518401"/>
                </a:cubicBezTo>
                <a:cubicBezTo>
                  <a:pt x="262320" y="513948"/>
                  <a:pt x="258836" y="509108"/>
                  <a:pt x="255545" y="504268"/>
                </a:cubicBezTo>
                <a:cubicBezTo>
                  <a:pt x="253996" y="502139"/>
                  <a:pt x="251673" y="499235"/>
                  <a:pt x="254384" y="496719"/>
                </a:cubicBezTo>
                <a:cubicBezTo>
                  <a:pt x="257093" y="494202"/>
                  <a:pt x="259805" y="497106"/>
                  <a:pt x="261933" y="498461"/>
                </a:cubicBezTo>
                <a:cubicBezTo>
                  <a:pt x="266386" y="501364"/>
                  <a:pt x="270645" y="504850"/>
                  <a:pt x="274710" y="508334"/>
                </a:cubicBezTo>
                <a:cubicBezTo>
                  <a:pt x="280711" y="513561"/>
                  <a:pt x="286906" y="518788"/>
                  <a:pt x="291940" y="524982"/>
                </a:cubicBezTo>
                <a:cubicBezTo>
                  <a:pt x="320203" y="550342"/>
                  <a:pt x="340530" y="581509"/>
                  <a:pt x="358533" y="614419"/>
                </a:cubicBezTo>
                <a:cubicBezTo>
                  <a:pt x="371697" y="636294"/>
                  <a:pt x="382345" y="659331"/>
                  <a:pt x="392217" y="682756"/>
                </a:cubicBezTo>
                <a:cubicBezTo>
                  <a:pt x="412350" y="729990"/>
                  <a:pt x="428805" y="778581"/>
                  <a:pt x="440808" y="828525"/>
                </a:cubicBezTo>
                <a:cubicBezTo>
                  <a:pt x="441195" y="830074"/>
                  <a:pt x="441775" y="831623"/>
                  <a:pt x="443323" y="832978"/>
                </a:cubicBezTo>
                <a:cubicBezTo>
                  <a:pt x="442162" y="824073"/>
                  <a:pt x="441001" y="815168"/>
                  <a:pt x="439839" y="806263"/>
                </a:cubicBezTo>
                <a:cubicBezTo>
                  <a:pt x="427643" y="719149"/>
                  <a:pt x="412931" y="632423"/>
                  <a:pt x="396476" y="545890"/>
                </a:cubicBezTo>
                <a:cubicBezTo>
                  <a:pt x="378279" y="450451"/>
                  <a:pt x="358727" y="355400"/>
                  <a:pt x="338981" y="260157"/>
                </a:cubicBezTo>
                <a:cubicBezTo>
                  <a:pt x="321752" y="176914"/>
                  <a:pt x="303168" y="94059"/>
                  <a:pt x="288455" y="10430"/>
                </a:cubicBezTo>
                <a:cubicBezTo>
                  <a:pt x="288068" y="8107"/>
                  <a:pt x="288068" y="5784"/>
                  <a:pt x="287874" y="3461"/>
                </a:cubicBezTo>
                <a:close/>
              </a:path>
            </a:pathLst>
          </a:custGeom>
          <a:solidFill>
            <a:schemeClr val="bg1"/>
          </a:solidFill>
          <a:ln w="199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aphic 43">
            <a:extLst>
              <a:ext uri="{FF2B5EF4-FFF2-40B4-BE49-F238E27FC236}">
                <a16:creationId xmlns:a16="http://schemas.microsoft.com/office/drawing/2014/main" xmlns="" id="{1D6B71F4-B33C-4098-9653-C6213B121CC5}"/>
              </a:ext>
            </a:extLst>
          </p:cNvPr>
          <p:cNvGrpSpPr/>
          <p:nvPr/>
        </p:nvGrpSpPr>
        <p:grpSpPr>
          <a:xfrm>
            <a:off x="7455402" y="3795079"/>
            <a:ext cx="354254" cy="299147"/>
            <a:chOff x="10245572" y="2383008"/>
            <a:chExt cx="1072164" cy="905383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xmlns="" id="{A21A9004-84CE-4983-BE3B-6E56CC2302E4}"/>
                </a:ext>
              </a:extLst>
            </p:cNvPr>
            <p:cNvSpPr/>
            <p:nvPr/>
          </p:nvSpPr>
          <p:spPr>
            <a:xfrm>
              <a:off x="10246012" y="2441891"/>
              <a:ext cx="1072946" cy="845478"/>
            </a:xfrm>
            <a:custGeom>
              <a:avLst/>
              <a:gdLst>
                <a:gd name="connsiteX0" fmla="*/ 1063214 w 1072946"/>
                <a:gd name="connsiteY0" fmla="*/ 303610 h 845478"/>
                <a:gd name="connsiteX1" fmla="*/ 1059470 w 1072946"/>
                <a:gd name="connsiteY1" fmla="*/ 288293 h 845478"/>
                <a:gd name="connsiteX2" fmla="*/ 937618 w 1072946"/>
                <a:gd name="connsiteY2" fmla="*/ 98367 h 845478"/>
                <a:gd name="connsiteX3" fmla="*/ 671789 w 1072946"/>
                <a:gd name="connsiteY3" fmla="*/ 10551 h 845478"/>
                <a:gd name="connsiteX4" fmla="*/ 425702 w 1072946"/>
                <a:gd name="connsiteY4" fmla="*/ 7488 h 845478"/>
                <a:gd name="connsiteX5" fmla="*/ 264027 w 1072946"/>
                <a:gd name="connsiteY5" fmla="*/ 41185 h 845478"/>
                <a:gd name="connsiteX6" fmla="*/ 65932 w 1072946"/>
                <a:gd name="connsiteY6" fmla="*/ 184821 h 845478"/>
                <a:gd name="connsiteX7" fmla="*/ 11813 w 1072946"/>
                <a:gd name="connsiteY7" fmla="*/ 479921 h 845478"/>
                <a:gd name="connsiteX8" fmla="*/ 202079 w 1072946"/>
                <a:gd name="connsiteY8" fmla="*/ 731114 h 845478"/>
                <a:gd name="connsiteX9" fmla="*/ 319507 w 1072946"/>
                <a:gd name="connsiteY9" fmla="*/ 785573 h 845478"/>
                <a:gd name="connsiteX10" fmla="*/ 466547 w 1072946"/>
                <a:gd name="connsiteY10" fmla="*/ 828460 h 845478"/>
                <a:gd name="connsiteX11" fmla="*/ 538365 w 1072946"/>
                <a:gd name="connsiteY11" fmla="*/ 845478 h 845478"/>
                <a:gd name="connsiteX12" fmla="*/ 596908 w 1072946"/>
                <a:gd name="connsiteY12" fmla="*/ 831182 h 845478"/>
                <a:gd name="connsiteX13" fmla="*/ 800449 w 1072946"/>
                <a:gd name="connsiteY13" fmla="*/ 762087 h 845478"/>
                <a:gd name="connsiteX14" fmla="*/ 1033943 w 1072946"/>
                <a:gd name="connsiteY14" fmla="*/ 556845 h 845478"/>
                <a:gd name="connsiteX15" fmla="*/ 1063214 w 1072946"/>
                <a:gd name="connsiteY15" fmla="*/ 303610 h 845478"/>
                <a:gd name="connsiteX16" fmla="*/ 1059811 w 1072946"/>
                <a:gd name="connsiteY16" fmla="*/ 293058 h 845478"/>
                <a:gd name="connsiteX17" fmla="*/ 1059811 w 1072946"/>
                <a:gd name="connsiteY17" fmla="*/ 293058 h 845478"/>
                <a:gd name="connsiteX18" fmla="*/ 1059811 w 1072946"/>
                <a:gd name="connsiteY18" fmla="*/ 293058 h 845478"/>
                <a:gd name="connsiteX19" fmla="*/ 1059811 w 1072946"/>
                <a:gd name="connsiteY19" fmla="*/ 293058 h 845478"/>
                <a:gd name="connsiteX20" fmla="*/ 577167 w 1072946"/>
                <a:gd name="connsiteY20" fmla="*/ 0 h 845478"/>
                <a:gd name="connsiteX21" fmla="*/ 577507 w 1072946"/>
                <a:gd name="connsiteY21" fmla="*/ 340 h 845478"/>
                <a:gd name="connsiteX22" fmla="*/ 577167 w 1072946"/>
                <a:gd name="connsiteY22" fmla="*/ 0 h 845478"/>
                <a:gd name="connsiteX23" fmla="*/ 577167 w 1072946"/>
                <a:gd name="connsiteY23" fmla="*/ 0 h 845478"/>
                <a:gd name="connsiteX24" fmla="*/ 577167 w 1072946"/>
                <a:gd name="connsiteY24" fmla="*/ 0 h 845478"/>
                <a:gd name="connsiteX25" fmla="*/ 577167 w 1072946"/>
                <a:gd name="connsiteY25" fmla="*/ 0 h 845478"/>
                <a:gd name="connsiteX26" fmla="*/ 9090 w 1072946"/>
                <a:gd name="connsiteY26" fmla="*/ 307013 h 845478"/>
                <a:gd name="connsiteX27" fmla="*/ 9090 w 1072946"/>
                <a:gd name="connsiteY27" fmla="*/ 307013 h 845478"/>
                <a:gd name="connsiteX28" fmla="*/ 9090 w 1072946"/>
                <a:gd name="connsiteY28" fmla="*/ 307013 h 845478"/>
                <a:gd name="connsiteX29" fmla="*/ 9090 w 1072946"/>
                <a:gd name="connsiteY29" fmla="*/ 307013 h 84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72946" h="845478">
                  <a:moveTo>
                    <a:pt x="1063214" y="303610"/>
                  </a:moveTo>
                  <a:cubicBezTo>
                    <a:pt x="1062193" y="298504"/>
                    <a:pt x="1060832" y="293399"/>
                    <a:pt x="1059470" y="288293"/>
                  </a:cubicBezTo>
                  <a:cubicBezTo>
                    <a:pt x="1039388" y="215114"/>
                    <a:pt x="994800" y="148061"/>
                    <a:pt x="937618" y="98367"/>
                  </a:cubicBezTo>
                  <a:cubicBezTo>
                    <a:pt x="866140" y="36420"/>
                    <a:pt x="764710" y="6807"/>
                    <a:pt x="671789" y="10551"/>
                  </a:cubicBezTo>
                  <a:cubicBezTo>
                    <a:pt x="616990" y="12934"/>
                    <a:pt x="554022" y="18380"/>
                    <a:pt x="425702" y="7488"/>
                  </a:cubicBezTo>
                  <a:cubicBezTo>
                    <a:pt x="370222" y="2723"/>
                    <a:pt x="314742" y="20422"/>
                    <a:pt x="264027" y="41185"/>
                  </a:cubicBezTo>
                  <a:cubicBezTo>
                    <a:pt x="188124" y="72158"/>
                    <a:pt x="116306" y="119129"/>
                    <a:pt x="65932" y="184821"/>
                  </a:cubicBezTo>
                  <a:cubicBezTo>
                    <a:pt x="1942" y="268552"/>
                    <a:pt x="-14055" y="378831"/>
                    <a:pt x="11813" y="479921"/>
                  </a:cubicBezTo>
                  <a:cubicBezTo>
                    <a:pt x="39383" y="587138"/>
                    <a:pt x="108818" y="673251"/>
                    <a:pt x="202079" y="731114"/>
                  </a:cubicBezTo>
                  <a:cubicBezTo>
                    <a:pt x="238839" y="753919"/>
                    <a:pt x="278322" y="772299"/>
                    <a:pt x="319507" y="785573"/>
                  </a:cubicBezTo>
                  <a:cubicBezTo>
                    <a:pt x="368180" y="801570"/>
                    <a:pt x="417193" y="815866"/>
                    <a:pt x="466547" y="828460"/>
                  </a:cubicBezTo>
                  <a:cubicBezTo>
                    <a:pt x="488330" y="833905"/>
                    <a:pt x="515560" y="845478"/>
                    <a:pt x="538365" y="845478"/>
                  </a:cubicBezTo>
                  <a:cubicBezTo>
                    <a:pt x="557425" y="845478"/>
                    <a:pt x="578528" y="835948"/>
                    <a:pt x="596908" y="831182"/>
                  </a:cubicBezTo>
                  <a:cubicBezTo>
                    <a:pt x="665322" y="813143"/>
                    <a:pt x="735098" y="791700"/>
                    <a:pt x="800449" y="762087"/>
                  </a:cubicBezTo>
                  <a:cubicBezTo>
                    <a:pt x="898476" y="717839"/>
                    <a:pt x="984589" y="654871"/>
                    <a:pt x="1033943" y="556845"/>
                  </a:cubicBezTo>
                  <a:cubicBezTo>
                    <a:pt x="1073085" y="479240"/>
                    <a:pt x="1082615" y="388362"/>
                    <a:pt x="1063214" y="303610"/>
                  </a:cubicBezTo>
                  <a:close/>
                  <a:moveTo>
                    <a:pt x="1059811" y="293058"/>
                  </a:moveTo>
                  <a:cubicBezTo>
                    <a:pt x="1059811" y="293058"/>
                    <a:pt x="1059811" y="293058"/>
                    <a:pt x="1059811" y="293058"/>
                  </a:cubicBezTo>
                  <a:cubicBezTo>
                    <a:pt x="1059811" y="293058"/>
                    <a:pt x="1059811" y="293058"/>
                    <a:pt x="1059811" y="293058"/>
                  </a:cubicBezTo>
                  <a:lnTo>
                    <a:pt x="1059811" y="293058"/>
                  </a:lnTo>
                  <a:close/>
                  <a:moveTo>
                    <a:pt x="577167" y="0"/>
                  </a:moveTo>
                  <a:cubicBezTo>
                    <a:pt x="577167" y="0"/>
                    <a:pt x="577507" y="340"/>
                    <a:pt x="577507" y="340"/>
                  </a:cubicBezTo>
                  <a:cubicBezTo>
                    <a:pt x="577507" y="340"/>
                    <a:pt x="577507" y="34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lnTo>
                    <a:pt x="577167" y="0"/>
                  </a:lnTo>
                  <a:close/>
                  <a:moveTo>
                    <a:pt x="9090" y="307013"/>
                  </a:move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lose/>
                </a:path>
              </a:pathLst>
            </a:custGeom>
            <a:solidFill>
              <a:schemeClr val="bg1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xmlns="" id="{8FE9BA50-40AF-4436-A13B-85E0F01B2E6C}"/>
                </a:ext>
              </a:extLst>
            </p:cNvPr>
            <p:cNvSpPr/>
            <p:nvPr/>
          </p:nvSpPr>
          <p:spPr>
            <a:xfrm>
              <a:off x="10498806" y="2383263"/>
              <a:ext cx="609271" cy="246382"/>
            </a:xfrm>
            <a:custGeom>
              <a:avLst/>
              <a:gdLst>
                <a:gd name="connsiteX0" fmla="*/ 173588 w 609271"/>
                <a:gd name="connsiteY0" fmla="*/ 234599 h 246382"/>
                <a:gd name="connsiteX1" fmla="*/ 188565 w 609271"/>
                <a:gd name="connsiteY1" fmla="*/ 222686 h 246382"/>
                <a:gd name="connsiteX2" fmla="*/ 204902 w 609271"/>
                <a:gd name="connsiteY2" fmla="*/ 205327 h 246382"/>
                <a:gd name="connsiteX3" fmla="*/ 219198 w 609271"/>
                <a:gd name="connsiteY3" fmla="*/ 185586 h 246382"/>
                <a:gd name="connsiteX4" fmla="*/ 226346 w 609271"/>
                <a:gd name="connsiteY4" fmla="*/ 175034 h 246382"/>
                <a:gd name="connsiteX5" fmla="*/ 233153 w 609271"/>
                <a:gd name="connsiteY5" fmla="*/ 165164 h 246382"/>
                <a:gd name="connsiteX6" fmla="*/ 0 w 609271"/>
                <a:gd name="connsiteY6" fmla="*/ 120235 h 246382"/>
                <a:gd name="connsiteX7" fmla="*/ 21443 w 609271"/>
                <a:gd name="connsiteY7" fmla="*/ 112406 h 246382"/>
                <a:gd name="connsiteX8" fmla="*/ 49013 w 609271"/>
                <a:gd name="connsiteY8" fmla="*/ 113768 h 246382"/>
                <a:gd name="connsiteX9" fmla="*/ 87815 w 609271"/>
                <a:gd name="connsiteY9" fmla="*/ 117852 h 246382"/>
                <a:gd name="connsiteX10" fmla="*/ 105174 w 609271"/>
                <a:gd name="connsiteY10" fmla="*/ 116150 h 246382"/>
                <a:gd name="connsiteX11" fmla="*/ 123554 w 609271"/>
                <a:gd name="connsiteY11" fmla="*/ 116150 h 246382"/>
                <a:gd name="connsiteX12" fmla="*/ 156570 w 609271"/>
                <a:gd name="connsiteY12" fmla="*/ 104237 h 246382"/>
                <a:gd name="connsiteX13" fmla="*/ 203541 w 609271"/>
                <a:gd name="connsiteY13" fmla="*/ 67478 h 246382"/>
                <a:gd name="connsiteX14" fmla="*/ 181417 w 609271"/>
                <a:gd name="connsiteY14" fmla="*/ 28675 h 246382"/>
                <a:gd name="connsiteX15" fmla="*/ 169164 w 609271"/>
                <a:gd name="connsiteY15" fmla="*/ 13018 h 246382"/>
                <a:gd name="connsiteX16" fmla="*/ 168143 w 609271"/>
                <a:gd name="connsiteY16" fmla="*/ 1106 h 246382"/>
                <a:gd name="connsiteX17" fmla="*/ 188224 w 609271"/>
                <a:gd name="connsiteY17" fmla="*/ 12678 h 246382"/>
                <a:gd name="connsiteX18" fmla="*/ 250512 w 609271"/>
                <a:gd name="connsiteY18" fmla="*/ 54544 h 246382"/>
                <a:gd name="connsiteX19" fmla="*/ 273317 w 609271"/>
                <a:gd name="connsiteY19" fmla="*/ 65776 h 246382"/>
                <a:gd name="connsiteX20" fmla="*/ 329137 w 609271"/>
                <a:gd name="connsiteY20" fmla="*/ 65776 h 246382"/>
                <a:gd name="connsiteX21" fmla="*/ 433971 w 609271"/>
                <a:gd name="connsiteY21" fmla="*/ 6211 h 246382"/>
                <a:gd name="connsiteX22" fmla="*/ 408784 w 609271"/>
                <a:gd name="connsiteY22" fmla="*/ 49098 h 246382"/>
                <a:gd name="connsiteX23" fmla="*/ 416272 w 609271"/>
                <a:gd name="connsiteY23" fmla="*/ 69860 h 246382"/>
                <a:gd name="connsiteX24" fmla="*/ 500003 w 609271"/>
                <a:gd name="connsiteY24" fmla="*/ 74966 h 246382"/>
                <a:gd name="connsiteX25" fmla="*/ 499662 w 609271"/>
                <a:gd name="connsiteY25" fmla="*/ 74966 h 246382"/>
                <a:gd name="connsiteX26" fmla="*/ 525190 w 609271"/>
                <a:gd name="connsiteY26" fmla="*/ 80412 h 246382"/>
                <a:gd name="connsiteX27" fmla="*/ 472093 w 609271"/>
                <a:gd name="connsiteY27" fmla="*/ 85177 h 246382"/>
                <a:gd name="connsiteX28" fmla="*/ 422058 w 609271"/>
                <a:gd name="connsiteY28" fmla="*/ 85517 h 246382"/>
                <a:gd name="connsiteX29" fmla="*/ 435673 w 609271"/>
                <a:gd name="connsiteY29" fmla="*/ 98451 h 246382"/>
                <a:gd name="connsiteX30" fmla="*/ 450649 w 609271"/>
                <a:gd name="connsiteY30" fmla="*/ 108662 h 246382"/>
                <a:gd name="connsiteX31" fmla="*/ 484686 w 609271"/>
                <a:gd name="connsiteY31" fmla="*/ 117512 h 246382"/>
                <a:gd name="connsiteX32" fmla="*/ 543230 w 609271"/>
                <a:gd name="connsiteY32" fmla="*/ 116831 h 246382"/>
                <a:gd name="connsiteX33" fmla="*/ 598710 w 609271"/>
                <a:gd name="connsiteY33" fmla="*/ 111045 h 246382"/>
                <a:gd name="connsiteX34" fmla="*/ 609261 w 609271"/>
                <a:gd name="connsiteY34" fmla="*/ 117512 h 246382"/>
                <a:gd name="connsiteX35" fmla="*/ 598710 w 609271"/>
                <a:gd name="connsiteY35" fmla="*/ 122958 h 246382"/>
                <a:gd name="connsiteX36" fmla="*/ 475156 w 609271"/>
                <a:gd name="connsiteY36" fmla="*/ 165164 h 246382"/>
                <a:gd name="connsiteX37" fmla="*/ 369982 w 609271"/>
                <a:gd name="connsiteY37" fmla="*/ 164823 h 246382"/>
                <a:gd name="connsiteX38" fmla="*/ 390063 w 609271"/>
                <a:gd name="connsiteY38" fmla="*/ 192053 h 246382"/>
                <a:gd name="connsiteX39" fmla="*/ 431929 w 609271"/>
                <a:gd name="connsiteY39" fmla="*/ 238343 h 246382"/>
                <a:gd name="connsiteX40" fmla="*/ 402998 w 609271"/>
                <a:gd name="connsiteY40" fmla="*/ 225069 h 246382"/>
                <a:gd name="connsiteX41" fmla="*/ 365897 w 609271"/>
                <a:gd name="connsiteY41" fmla="*/ 214177 h 246382"/>
                <a:gd name="connsiteX42" fmla="*/ 350921 w 609271"/>
                <a:gd name="connsiteY42" fmla="*/ 209412 h 246382"/>
                <a:gd name="connsiteX43" fmla="*/ 310077 w 609271"/>
                <a:gd name="connsiteY43" fmla="*/ 184565 h 246382"/>
                <a:gd name="connsiteX44" fmla="*/ 286932 w 609271"/>
                <a:gd name="connsiteY44" fmla="*/ 185586 h 246382"/>
                <a:gd name="connsiteX45" fmla="*/ 276040 w 609271"/>
                <a:gd name="connsiteY45" fmla="*/ 196137 h 246382"/>
                <a:gd name="connsiteX46" fmla="*/ 230771 w 609271"/>
                <a:gd name="connsiteY46" fmla="*/ 220984 h 246382"/>
                <a:gd name="connsiteX47" fmla="*/ 206604 w 609271"/>
                <a:gd name="connsiteY47" fmla="*/ 229834 h 246382"/>
                <a:gd name="connsiteX48" fmla="*/ 180736 w 609271"/>
                <a:gd name="connsiteY48" fmla="*/ 244810 h 246382"/>
                <a:gd name="connsiteX49" fmla="*/ 172908 w 609271"/>
                <a:gd name="connsiteY49" fmla="*/ 245491 h 246382"/>
                <a:gd name="connsiteX50" fmla="*/ 171546 w 609271"/>
                <a:gd name="connsiteY50" fmla="*/ 239024 h 246382"/>
                <a:gd name="connsiteX51" fmla="*/ 173588 w 609271"/>
                <a:gd name="connsiteY51" fmla="*/ 234599 h 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9271" h="246382">
                  <a:moveTo>
                    <a:pt x="173588" y="234599"/>
                  </a:moveTo>
                  <a:cubicBezTo>
                    <a:pt x="177333" y="229834"/>
                    <a:pt x="184480" y="226430"/>
                    <a:pt x="188565" y="222686"/>
                  </a:cubicBezTo>
                  <a:cubicBezTo>
                    <a:pt x="194351" y="217240"/>
                    <a:pt x="199797" y="211454"/>
                    <a:pt x="204902" y="205327"/>
                  </a:cubicBezTo>
                  <a:cubicBezTo>
                    <a:pt x="210008" y="198860"/>
                    <a:pt x="214773" y="192393"/>
                    <a:pt x="219198" y="185586"/>
                  </a:cubicBezTo>
                  <a:cubicBezTo>
                    <a:pt x="221581" y="182182"/>
                    <a:pt x="223963" y="178438"/>
                    <a:pt x="226346" y="175034"/>
                  </a:cubicBezTo>
                  <a:cubicBezTo>
                    <a:pt x="227367" y="173333"/>
                    <a:pt x="231451" y="165504"/>
                    <a:pt x="233153" y="165164"/>
                  </a:cubicBezTo>
                  <a:cubicBezTo>
                    <a:pt x="147380" y="181842"/>
                    <a:pt x="74541" y="151889"/>
                    <a:pt x="0" y="120235"/>
                  </a:cubicBezTo>
                  <a:cubicBezTo>
                    <a:pt x="4084" y="114108"/>
                    <a:pt x="14636" y="113087"/>
                    <a:pt x="21443" y="112406"/>
                  </a:cubicBezTo>
                  <a:cubicBezTo>
                    <a:pt x="30633" y="111385"/>
                    <a:pt x="39823" y="112406"/>
                    <a:pt x="49013" y="113768"/>
                  </a:cubicBezTo>
                  <a:cubicBezTo>
                    <a:pt x="61947" y="115470"/>
                    <a:pt x="74881" y="118533"/>
                    <a:pt x="87815" y="117852"/>
                  </a:cubicBezTo>
                  <a:cubicBezTo>
                    <a:pt x="93602" y="117852"/>
                    <a:pt x="99388" y="116150"/>
                    <a:pt x="105174" y="116150"/>
                  </a:cubicBezTo>
                  <a:cubicBezTo>
                    <a:pt x="111301" y="116150"/>
                    <a:pt x="117427" y="116150"/>
                    <a:pt x="123554" y="116150"/>
                  </a:cubicBezTo>
                  <a:cubicBezTo>
                    <a:pt x="135467" y="116150"/>
                    <a:pt x="146699" y="110705"/>
                    <a:pt x="156570" y="104237"/>
                  </a:cubicBezTo>
                  <a:cubicBezTo>
                    <a:pt x="173248" y="93346"/>
                    <a:pt x="186863" y="78029"/>
                    <a:pt x="203541" y="67478"/>
                  </a:cubicBezTo>
                  <a:cubicBezTo>
                    <a:pt x="201158" y="50799"/>
                    <a:pt x="188565" y="42631"/>
                    <a:pt x="181417" y="28675"/>
                  </a:cubicBezTo>
                  <a:cubicBezTo>
                    <a:pt x="179034" y="25612"/>
                    <a:pt x="170865" y="16422"/>
                    <a:pt x="169164" y="13018"/>
                  </a:cubicBezTo>
                  <a:cubicBezTo>
                    <a:pt x="167121" y="8934"/>
                    <a:pt x="163718" y="4509"/>
                    <a:pt x="168143" y="1106"/>
                  </a:cubicBezTo>
                  <a:cubicBezTo>
                    <a:pt x="173929" y="-3660"/>
                    <a:pt x="184480" y="8253"/>
                    <a:pt x="188224" y="12678"/>
                  </a:cubicBezTo>
                  <a:cubicBezTo>
                    <a:pt x="208306" y="30718"/>
                    <a:pt x="225665" y="43992"/>
                    <a:pt x="250512" y="54544"/>
                  </a:cubicBezTo>
                  <a:cubicBezTo>
                    <a:pt x="253575" y="56245"/>
                    <a:pt x="270253" y="64755"/>
                    <a:pt x="273317" y="65776"/>
                  </a:cubicBezTo>
                  <a:cubicBezTo>
                    <a:pt x="288633" y="70541"/>
                    <a:pt x="307354" y="64414"/>
                    <a:pt x="329137" y="65776"/>
                  </a:cubicBezTo>
                  <a:cubicBezTo>
                    <a:pt x="358749" y="67478"/>
                    <a:pt x="389042" y="25952"/>
                    <a:pt x="433971" y="6211"/>
                  </a:cubicBezTo>
                  <a:cubicBezTo>
                    <a:pt x="428525" y="26974"/>
                    <a:pt x="415932" y="34121"/>
                    <a:pt x="408784" y="49098"/>
                  </a:cubicBezTo>
                  <a:cubicBezTo>
                    <a:pt x="400615" y="66456"/>
                    <a:pt x="407763" y="69520"/>
                    <a:pt x="416272" y="69860"/>
                  </a:cubicBezTo>
                  <a:cubicBezTo>
                    <a:pt x="444182" y="71222"/>
                    <a:pt x="472773" y="66456"/>
                    <a:pt x="500003" y="74966"/>
                  </a:cubicBezTo>
                  <a:lnTo>
                    <a:pt x="499662" y="74966"/>
                  </a:lnTo>
                  <a:cubicBezTo>
                    <a:pt x="501024" y="76327"/>
                    <a:pt x="525871" y="78369"/>
                    <a:pt x="525190" y="80412"/>
                  </a:cubicBezTo>
                  <a:cubicBezTo>
                    <a:pt x="517021" y="89602"/>
                    <a:pt x="481963" y="86198"/>
                    <a:pt x="472093" y="85177"/>
                  </a:cubicBezTo>
                  <a:cubicBezTo>
                    <a:pt x="456436" y="83135"/>
                    <a:pt x="441119" y="82113"/>
                    <a:pt x="422058" y="85517"/>
                  </a:cubicBezTo>
                  <a:cubicBezTo>
                    <a:pt x="423420" y="85177"/>
                    <a:pt x="433971" y="97090"/>
                    <a:pt x="435673" y="98451"/>
                  </a:cubicBezTo>
                  <a:cubicBezTo>
                    <a:pt x="440438" y="102195"/>
                    <a:pt x="445544" y="105599"/>
                    <a:pt x="450649" y="108662"/>
                  </a:cubicBezTo>
                  <a:cubicBezTo>
                    <a:pt x="461541" y="114449"/>
                    <a:pt x="472433" y="116150"/>
                    <a:pt x="484686" y="117512"/>
                  </a:cubicBezTo>
                  <a:cubicBezTo>
                    <a:pt x="504087" y="119214"/>
                    <a:pt x="523829" y="119214"/>
                    <a:pt x="543230" y="116831"/>
                  </a:cubicBezTo>
                  <a:cubicBezTo>
                    <a:pt x="560929" y="114789"/>
                    <a:pt x="581011" y="106280"/>
                    <a:pt x="598710" y="111045"/>
                  </a:cubicBezTo>
                  <a:cubicBezTo>
                    <a:pt x="602794" y="112066"/>
                    <a:pt x="608921" y="111726"/>
                    <a:pt x="609261" y="117512"/>
                  </a:cubicBezTo>
                  <a:cubicBezTo>
                    <a:pt x="609602" y="124319"/>
                    <a:pt x="601433" y="119554"/>
                    <a:pt x="598710" y="122958"/>
                  </a:cubicBezTo>
                  <a:cubicBezTo>
                    <a:pt x="558206" y="139296"/>
                    <a:pt x="518383" y="156995"/>
                    <a:pt x="475156" y="165164"/>
                  </a:cubicBezTo>
                  <a:cubicBezTo>
                    <a:pt x="441119" y="171631"/>
                    <a:pt x="406742" y="174354"/>
                    <a:pt x="369982" y="164823"/>
                  </a:cubicBezTo>
                  <a:cubicBezTo>
                    <a:pt x="375087" y="177757"/>
                    <a:pt x="383596" y="184224"/>
                    <a:pt x="390063" y="192053"/>
                  </a:cubicBezTo>
                  <a:cubicBezTo>
                    <a:pt x="403678" y="208050"/>
                    <a:pt x="422739" y="218602"/>
                    <a:pt x="431929" y="238343"/>
                  </a:cubicBezTo>
                  <a:cubicBezTo>
                    <a:pt x="422058" y="234259"/>
                    <a:pt x="412868" y="229153"/>
                    <a:pt x="402998" y="225069"/>
                  </a:cubicBezTo>
                  <a:cubicBezTo>
                    <a:pt x="391425" y="219963"/>
                    <a:pt x="378151" y="217581"/>
                    <a:pt x="365897" y="214177"/>
                  </a:cubicBezTo>
                  <a:cubicBezTo>
                    <a:pt x="360792" y="212815"/>
                    <a:pt x="355686" y="211114"/>
                    <a:pt x="350921" y="209412"/>
                  </a:cubicBezTo>
                  <a:cubicBezTo>
                    <a:pt x="335604" y="203625"/>
                    <a:pt x="323011" y="194095"/>
                    <a:pt x="310077" y="184565"/>
                  </a:cubicBezTo>
                  <a:cubicBezTo>
                    <a:pt x="302589" y="179119"/>
                    <a:pt x="294079" y="179800"/>
                    <a:pt x="286932" y="185586"/>
                  </a:cubicBezTo>
                  <a:cubicBezTo>
                    <a:pt x="282847" y="188649"/>
                    <a:pt x="279784" y="192734"/>
                    <a:pt x="276040" y="196137"/>
                  </a:cubicBezTo>
                  <a:cubicBezTo>
                    <a:pt x="263786" y="208731"/>
                    <a:pt x="247449" y="215538"/>
                    <a:pt x="230771" y="220984"/>
                  </a:cubicBezTo>
                  <a:cubicBezTo>
                    <a:pt x="222602" y="223707"/>
                    <a:pt x="214092" y="225749"/>
                    <a:pt x="206604" y="229834"/>
                  </a:cubicBezTo>
                  <a:cubicBezTo>
                    <a:pt x="197755" y="234599"/>
                    <a:pt x="189245" y="239705"/>
                    <a:pt x="180736" y="244810"/>
                  </a:cubicBezTo>
                  <a:cubicBezTo>
                    <a:pt x="178354" y="246172"/>
                    <a:pt x="174950" y="247193"/>
                    <a:pt x="172908" y="245491"/>
                  </a:cubicBezTo>
                  <a:cubicBezTo>
                    <a:pt x="170865" y="244129"/>
                    <a:pt x="170865" y="241066"/>
                    <a:pt x="171546" y="239024"/>
                  </a:cubicBezTo>
                  <a:cubicBezTo>
                    <a:pt x="171887" y="236641"/>
                    <a:pt x="172567" y="235620"/>
                    <a:pt x="173588" y="23459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EB313DFF-ED85-42F3-BD05-F44222A6A3A9}"/>
                </a:ext>
              </a:extLst>
            </p:cNvPr>
            <p:cNvSpPr/>
            <p:nvPr/>
          </p:nvSpPr>
          <p:spPr>
            <a:xfrm>
              <a:off x="10725483" y="2395412"/>
              <a:ext cx="148252" cy="120993"/>
            </a:xfrm>
            <a:custGeom>
              <a:avLst/>
              <a:gdLst>
                <a:gd name="connsiteX0" fmla="*/ 88165 w 148252"/>
                <a:gd name="connsiteY0" fmla="*/ 5975 h 120993"/>
                <a:gd name="connsiteX1" fmla="*/ 95313 w 148252"/>
                <a:gd name="connsiteY1" fmla="*/ 37630 h 120993"/>
                <a:gd name="connsiteX2" fmla="*/ 119479 w 148252"/>
                <a:gd name="connsiteY2" fmla="*/ 65200 h 120993"/>
                <a:gd name="connsiteX3" fmla="*/ 135817 w 148252"/>
                <a:gd name="connsiteY3" fmla="*/ 72007 h 120993"/>
                <a:gd name="connsiteX4" fmla="*/ 137178 w 148252"/>
                <a:gd name="connsiteY4" fmla="*/ 107406 h 120993"/>
                <a:gd name="connsiteX5" fmla="*/ 101780 w 148252"/>
                <a:gd name="connsiteY5" fmla="*/ 118978 h 120993"/>
                <a:gd name="connsiteX6" fmla="*/ 19410 w 148252"/>
                <a:gd name="connsiteY6" fmla="*/ 112171 h 120993"/>
                <a:gd name="connsiteX7" fmla="*/ 9 w 148252"/>
                <a:gd name="connsiteY7" fmla="*/ 89026 h 120993"/>
                <a:gd name="connsiteX8" fmla="*/ 17708 w 148252"/>
                <a:gd name="connsiteY8" fmla="*/ 69284 h 120993"/>
                <a:gd name="connsiteX9" fmla="*/ 25877 w 148252"/>
                <a:gd name="connsiteY9" fmla="*/ 65880 h 120993"/>
                <a:gd name="connsiteX10" fmla="*/ 59233 w 148252"/>
                <a:gd name="connsiteY10" fmla="*/ 17888 h 120993"/>
                <a:gd name="connsiteX11" fmla="*/ 58893 w 148252"/>
                <a:gd name="connsiteY11" fmla="*/ 5295 h 120993"/>
                <a:gd name="connsiteX12" fmla="*/ 88165 w 148252"/>
                <a:gd name="connsiteY12" fmla="*/ 5975 h 120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252" h="120993">
                  <a:moveTo>
                    <a:pt x="88165" y="5975"/>
                  </a:moveTo>
                  <a:cubicBezTo>
                    <a:pt x="95313" y="15506"/>
                    <a:pt x="95653" y="26398"/>
                    <a:pt x="95313" y="37630"/>
                  </a:cubicBezTo>
                  <a:cubicBezTo>
                    <a:pt x="97014" y="52266"/>
                    <a:pt x="101780" y="63838"/>
                    <a:pt x="119479" y="65200"/>
                  </a:cubicBezTo>
                  <a:cubicBezTo>
                    <a:pt x="125265" y="65540"/>
                    <a:pt x="130711" y="68944"/>
                    <a:pt x="135817" y="72007"/>
                  </a:cubicBezTo>
                  <a:cubicBezTo>
                    <a:pt x="151814" y="81197"/>
                    <a:pt x="152495" y="97194"/>
                    <a:pt x="137178" y="107406"/>
                  </a:cubicBezTo>
                  <a:cubicBezTo>
                    <a:pt x="126627" y="114213"/>
                    <a:pt x="114033" y="117617"/>
                    <a:pt x="101780" y="118978"/>
                  </a:cubicBezTo>
                  <a:cubicBezTo>
                    <a:pt x="74210" y="121701"/>
                    <a:pt x="45959" y="123403"/>
                    <a:pt x="19410" y="112171"/>
                  </a:cubicBezTo>
                  <a:cubicBezTo>
                    <a:pt x="8859" y="107746"/>
                    <a:pt x="350" y="101279"/>
                    <a:pt x="9" y="89026"/>
                  </a:cubicBezTo>
                  <a:cubicBezTo>
                    <a:pt x="-331" y="77793"/>
                    <a:pt x="8859" y="73028"/>
                    <a:pt x="17708" y="69284"/>
                  </a:cubicBezTo>
                  <a:cubicBezTo>
                    <a:pt x="20431" y="68263"/>
                    <a:pt x="23154" y="66902"/>
                    <a:pt x="25877" y="65880"/>
                  </a:cubicBezTo>
                  <a:cubicBezTo>
                    <a:pt x="59574" y="54308"/>
                    <a:pt x="59574" y="54308"/>
                    <a:pt x="59233" y="17888"/>
                  </a:cubicBezTo>
                  <a:cubicBezTo>
                    <a:pt x="59233" y="13804"/>
                    <a:pt x="59233" y="9719"/>
                    <a:pt x="58893" y="5295"/>
                  </a:cubicBezTo>
                  <a:cubicBezTo>
                    <a:pt x="69104" y="-5597"/>
                    <a:pt x="78635" y="3252"/>
                    <a:pt x="88165" y="597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5" name="Graphic 416">
            <a:extLst>
              <a:ext uri="{FF2B5EF4-FFF2-40B4-BE49-F238E27FC236}">
                <a16:creationId xmlns:a16="http://schemas.microsoft.com/office/drawing/2014/main" xmlns="" id="{2E6637A1-804B-4B94-868D-514F324A1C27}"/>
              </a:ext>
            </a:extLst>
          </p:cNvPr>
          <p:cNvGrpSpPr/>
          <p:nvPr/>
        </p:nvGrpSpPr>
        <p:grpSpPr>
          <a:xfrm rot="3600000">
            <a:off x="6632647" y="5053475"/>
            <a:ext cx="411679" cy="515792"/>
            <a:chOff x="7143391" y="1135118"/>
            <a:chExt cx="1546562" cy="1937688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xmlns="" id="{9CB5EB46-2073-4EB6-8A65-DE5D040C0B54}"/>
                </a:ext>
              </a:extLst>
            </p:cNvPr>
            <p:cNvSpPr/>
            <p:nvPr/>
          </p:nvSpPr>
          <p:spPr>
            <a:xfrm>
              <a:off x="7143361" y="1306280"/>
              <a:ext cx="1542974" cy="1765449"/>
            </a:xfrm>
            <a:custGeom>
              <a:avLst/>
              <a:gdLst>
                <a:gd name="connsiteX0" fmla="*/ 1543722 w 1542973"/>
                <a:gd name="connsiteY0" fmla="*/ 1066805 h 1765449"/>
                <a:gd name="connsiteX1" fmla="*/ 1544439 w 1542973"/>
                <a:gd name="connsiteY1" fmla="*/ 1070034 h 1765449"/>
                <a:gd name="connsiteX2" fmla="*/ 1537263 w 1542973"/>
                <a:gd name="connsiteY2" fmla="*/ 1209261 h 1765449"/>
                <a:gd name="connsiteX3" fmla="*/ 1427461 w 1542973"/>
                <a:gd name="connsiteY3" fmla="*/ 1389394 h 1765449"/>
                <a:gd name="connsiteX4" fmla="*/ 1424949 w 1542973"/>
                <a:gd name="connsiteY4" fmla="*/ 1417024 h 1765449"/>
                <a:gd name="connsiteX5" fmla="*/ 1469803 w 1542973"/>
                <a:gd name="connsiteY5" fmla="*/ 1515703 h 1765449"/>
                <a:gd name="connsiteX6" fmla="*/ 1517527 w 1542973"/>
                <a:gd name="connsiteY6" fmla="*/ 1642370 h 1765449"/>
                <a:gd name="connsiteX7" fmla="*/ 1516092 w 1542973"/>
                <a:gd name="connsiteY7" fmla="*/ 1661388 h 1765449"/>
                <a:gd name="connsiteX8" fmla="*/ 1480209 w 1542973"/>
                <a:gd name="connsiteY8" fmla="*/ 1699065 h 1765449"/>
                <a:gd name="connsiteX9" fmla="*/ 1469085 w 1542973"/>
                <a:gd name="connsiteY9" fmla="*/ 1708754 h 1765449"/>
                <a:gd name="connsiteX10" fmla="*/ 1452220 w 1542973"/>
                <a:gd name="connsiteY10" fmla="*/ 1720236 h 1765449"/>
                <a:gd name="connsiteX11" fmla="*/ 1411672 w 1542973"/>
                <a:gd name="connsiteY11" fmla="*/ 1744278 h 1765449"/>
                <a:gd name="connsiteX12" fmla="*/ 1318735 w 1542973"/>
                <a:gd name="connsiteY12" fmla="*/ 1767602 h 1765449"/>
                <a:gd name="connsiteX13" fmla="*/ 1302228 w 1542973"/>
                <a:gd name="connsiteY13" fmla="*/ 1758990 h 1765449"/>
                <a:gd name="connsiteX14" fmla="*/ 1279622 w 1542973"/>
                <a:gd name="connsiteY14" fmla="*/ 1723107 h 1765449"/>
                <a:gd name="connsiteX15" fmla="*/ 1227951 w 1542973"/>
                <a:gd name="connsiteY15" fmla="*/ 1682918 h 1765449"/>
                <a:gd name="connsiteX16" fmla="*/ 1215391 w 1542973"/>
                <a:gd name="connsiteY16" fmla="*/ 1661388 h 1765449"/>
                <a:gd name="connsiteX17" fmla="*/ 1175561 w 1542973"/>
                <a:gd name="connsiteY17" fmla="*/ 1612228 h 1765449"/>
                <a:gd name="connsiteX18" fmla="*/ 1155467 w 1542973"/>
                <a:gd name="connsiteY18" fmla="*/ 1597516 h 1765449"/>
                <a:gd name="connsiteX19" fmla="*/ 1135731 w 1542973"/>
                <a:gd name="connsiteY19" fmla="*/ 1592134 h 1765449"/>
                <a:gd name="connsiteX20" fmla="*/ 1047817 w 1542973"/>
                <a:gd name="connsiteY20" fmla="*/ 1596081 h 1765449"/>
                <a:gd name="connsiteX21" fmla="*/ 1043152 w 1542973"/>
                <a:gd name="connsiteY21" fmla="*/ 1593928 h 1765449"/>
                <a:gd name="connsiteX22" fmla="*/ 983586 w 1542973"/>
                <a:gd name="connsiteY22" fmla="*/ 1583881 h 1765449"/>
                <a:gd name="connsiteX23" fmla="*/ 809195 w 1542973"/>
                <a:gd name="connsiteY23" fmla="*/ 1504938 h 1765449"/>
                <a:gd name="connsiteX24" fmla="*/ 533253 w 1542973"/>
                <a:gd name="connsiteY24" fmla="*/ 1216079 h 1765449"/>
                <a:gd name="connsiteX25" fmla="*/ 198823 w 1542973"/>
                <a:gd name="connsiteY25" fmla="*/ 805217 h 1765449"/>
                <a:gd name="connsiteX26" fmla="*/ 152892 w 1542973"/>
                <a:gd name="connsiteY26" fmla="*/ 761440 h 1765449"/>
                <a:gd name="connsiteX27" fmla="*/ 78256 w 1542973"/>
                <a:gd name="connsiteY27" fmla="*/ 693979 h 1765449"/>
                <a:gd name="connsiteX28" fmla="*/ 19407 w 1542973"/>
                <a:gd name="connsiteY28" fmla="*/ 658814 h 1765449"/>
                <a:gd name="connsiteX29" fmla="*/ 5772 w 1542973"/>
                <a:gd name="connsiteY29" fmla="*/ 657020 h 1765449"/>
                <a:gd name="connsiteX30" fmla="*/ 30 w 1542973"/>
                <a:gd name="connsiteY30" fmla="*/ 649126 h 1765449"/>
                <a:gd name="connsiteX31" fmla="*/ 6489 w 1542973"/>
                <a:gd name="connsiteY31" fmla="*/ 641231 h 1765449"/>
                <a:gd name="connsiteX32" fmla="*/ 24072 w 1542973"/>
                <a:gd name="connsiteY32" fmla="*/ 639078 h 1765449"/>
                <a:gd name="connsiteX33" fmla="*/ 122392 w 1542973"/>
                <a:gd name="connsiteY33" fmla="*/ 661685 h 1765449"/>
                <a:gd name="connsiteX34" fmla="*/ 212458 w 1542973"/>
                <a:gd name="connsiteY34" fmla="*/ 703309 h 1765449"/>
                <a:gd name="connsiteX35" fmla="*/ 227888 w 1542973"/>
                <a:gd name="connsiteY35" fmla="*/ 712280 h 1765449"/>
                <a:gd name="connsiteX36" fmla="*/ 254800 w 1542973"/>
                <a:gd name="connsiteY36" fmla="*/ 727710 h 1765449"/>
                <a:gd name="connsiteX37" fmla="*/ 305037 w 1542973"/>
                <a:gd name="connsiteY37" fmla="*/ 757851 h 1765449"/>
                <a:gd name="connsiteX38" fmla="*/ 367115 w 1542973"/>
                <a:gd name="connsiteY38" fmla="*/ 805576 h 1765449"/>
                <a:gd name="connsiteX39" fmla="*/ 377880 w 1542973"/>
                <a:gd name="connsiteY39" fmla="*/ 814905 h 1765449"/>
                <a:gd name="connsiteX40" fmla="*/ 399768 w 1542973"/>
                <a:gd name="connsiteY40" fmla="*/ 832847 h 1765449"/>
                <a:gd name="connsiteX41" fmla="*/ 502394 w 1542973"/>
                <a:gd name="connsiteY41" fmla="*/ 922196 h 1765449"/>
                <a:gd name="connsiteX42" fmla="*/ 704775 w 1542973"/>
                <a:gd name="connsiteY42" fmla="*/ 1120271 h 1765449"/>
                <a:gd name="connsiteX43" fmla="*/ 1052841 w 1542973"/>
                <a:gd name="connsiteY43" fmla="*/ 1375759 h 1765449"/>
                <a:gd name="connsiteX44" fmla="*/ 1280699 w 1542973"/>
                <a:gd name="connsiteY44" fmla="*/ 1431019 h 1765449"/>
                <a:gd name="connsiteX45" fmla="*/ 1346365 w 1542973"/>
                <a:gd name="connsiteY45" fmla="*/ 1423124 h 1765449"/>
                <a:gd name="connsiteX46" fmla="*/ 1368253 w 1542973"/>
                <a:gd name="connsiteY46" fmla="*/ 1404824 h 1765449"/>
                <a:gd name="connsiteX47" fmla="*/ 1353183 w 1542973"/>
                <a:gd name="connsiteY47" fmla="*/ 1382576 h 1765449"/>
                <a:gd name="connsiteX48" fmla="*/ 1302946 w 1542973"/>
                <a:gd name="connsiteY48" fmla="*/ 1366788 h 1765449"/>
                <a:gd name="connsiteX49" fmla="*/ 1287158 w 1542973"/>
                <a:gd name="connsiteY49" fmla="*/ 1344540 h 1765449"/>
                <a:gd name="connsiteX50" fmla="*/ 1320170 w 1542973"/>
                <a:gd name="connsiteY50" fmla="*/ 1133906 h 1765449"/>
                <a:gd name="connsiteX51" fmla="*/ 1309405 w 1542973"/>
                <a:gd name="connsiteY51" fmla="*/ 1023745 h 1765449"/>
                <a:gd name="connsiteX52" fmla="*/ 1296128 w 1542973"/>
                <a:gd name="connsiteY52" fmla="*/ 960950 h 1765449"/>
                <a:gd name="connsiteX53" fmla="*/ 1293617 w 1542973"/>
                <a:gd name="connsiteY53" fmla="*/ 944443 h 1765449"/>
                <a:gd name="connsiteX54" fmla="*/ 1284287 w 1542973"/>
                <a:gd name="connsiteY54" fmla="*/ 884878 h 1765449"/>
                <a:gd name="connsiteX55" fmla="*/ 1184891 w 1542973"/>
                <a:gd name="connsiteY55" fmla="*/ 538606 h 1765449"/>
                <a:gd name="connsiteX56" fmla="*/ 1154390 w 1542973"/>
                <a:gd name="connsiteY56" fmla="*/ 428444 h 1765449"/>
                <a:gd name="connsiteX57" fmla="*/ 1149366 w 1542973"/>
                <a:gd name="connsiteY57" fmla="*/ 400456 h 1765449"/>
                <a:gd name="connsiteX58" fmla="*/ 1138601 w 1542973"/>
                <a:gd name="connsiteY58" fmla="*/ 361343 h 1765449"/>
                <a:gd name="connsiteX59" fmla="*/ 1139678 w 1542973"/>
                <a:gd name="connsiteY59" fmla="*/ 340172 h 1765449"/>
                <a:gd name="connsiteX60" fmla="*/ 1119225 w 1542973"/>
                <a:gd name="connsiteY60" fmla="*/ 130615 h 1765449"/>
                <a:gd name="connsiteX61" fmla="*/ 1123531 w 1542973"/>
                <a:gd name="connsiteY61" fmla="*/ 72125 h 1765449"/>
                <a:gd name="connsiteX62" fmla="*/ 1142907 w 1542973"/>
                <a:gd name="connsiteY62" fmla="*/ 23683 h 1765449"/>
                <a:gd name="connsiteX63" fmla="*/ 1151519 w 1542973"/>
                <a:gd name="connsiteY63" fmla="*/ 0 h 1765449"/>
                <a:gd name="connsiteX64" fmla="*/ 1157261 w 1542973"/>
                <a:gd name="connsiteY64" fmla="*/ 44495 h 1765449"/>
                <a:gd name="connsiteX65" fmla="*/ 1176638 w 1542973"/>
                <a:gd name="connsiteY65" fmla="*/ 86119 h 1765449"/>
                <a:gd name="connsiteX66" fmla="*/ 1187761 w 1542973"/>
                <a:gd name="connsiteY66" fmla="*/ 141021 h 1765449"/>
                <a:gd name="connsiteX67" fmla="*/ 1271369 w 1542973"/>
                <a:gd name="connsiteY67" fmla="*/ 357037 h 1765449"/>
                <a:gd name="connsiteX68" fmla="*/ 1286799 w 1542973"/>
                <a:gd name="connsiteY68" fmla="*/ 386820 h 1765449"/>
                <a:gd name="connsiteX69" fmla="*/ 1311199 w 1542973"/>
                <a:gd name="connsiteY69" fmla="*/ 433109 h 1765449"/>
                <a:gd name="connsiteX70" fmla="*/ 1319452 w 1542973"/>
                <a:gd name="connsiteY70" fmla="*/ 454639 h 1765449"/>
                <a:gd name="connsiteX71" fmla="*/ 1331653 w 1542973"/>
                <a:gd name="connsiteY71" fmla="*/ 481551 h 1765449"/>
                <a:gd name="connsiteX72" fmla="*/ 1335241 w 1542973"/>
                <a:gd name="connsiteY72" fmla="*/ 504875 h 1765449"/>
                <a:gd name="connsiteX73" fmla="*/ 1410237 w 1542973"/>
                <a:gd name="connsiteY73" fmla="*/ 659890 h 1765449"/>
                <a:gd name="connsiteX74" fmla="*/ 1529010 w 1542973"/>
                <a:gd name="connsiteY74" fmla="*/ 978174 h 1765449"/>
                <a:gd name="connsiteX75" fmla="*/ 1543722 w 1542973"/>
                <a:gd name="connsiteY75" fmla="*/ 1066805 h 176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542973" h="1765449">
                  <a:moveTo>
                    <a:pt x="1543722" y="1066805"/>
                  </a:moveTo>
                  <a:cubicBezTo>
                    <a:pt x="1544081" y="1067881"/>
                    <a:pt x="1544081" y="1068958"/>
                    <a:pt x="1544439" y="1070034"/>
                  </a:cubicBezTo>
                  <a:cubicBezTo>
                    <a:pt x="1545157" y="1116682"/>
                    <a:pt x="1547310" y="1163331"/>
                    <a:pt x="1537263" y="1209261"/>
                  </a:cubicBezTo>
                  <a:cubicBezTo>
                    <a:pt x="1521115" y="1282104"/>
                    <a:pt x="1485950" y="1343105"/>
                    <a:pt x="1427461" y="1389394"/>
                  </a:cubicBezTo>
                  <a:cubicBezTo>
                    <a:pt x="1414543" y="1399800"/>
                    <a:pt x="1415260" y="1405542"/>
                    <a:pt x="1424949" y="1417024"/>
                  </a:cubicBezTo>
                  <a:cubicBezTo>
                    <a:pt x="1448990" y="1445372"/>
                    <a:pt x="1462267" y="1479102"/>
                    <a:pt x="1469803" y="1515703"/>
                  </a:cubicBezTo>
                  <a:cubicBezTo>
                    <a:pt x="1478773" y="1560557"/>
                    <a:pt x="1490256" y="1604334"/>
                    <a:pt x="1517527" y="1642370"/>
                  </a:cubicBezTo>
                  <a:cubicBezTo>
                    <a:pt x="1522910" y="1649547"/>
                    <a:pt x="1521474" y="1654929"/>
                    <a:pt x="1516092" y="1661388"/>
                  </a:cubicBezTo>
                  <a:cubicBezTo>
                    <a:pt x="1505327" y="1675024"/>
                    <a:pt x="1492768" y="1686865"/>
                    <a:pt x="1480209" y="1699065"/>
                  </a:cubicBezTo>
                  <a:cubicBezTo>
                    <a:pt x="1476620" y="1702295"/>
                    <a:pt x="1472673" y="1705524"/>
                    <a:pt x="1469085" y="1708754"/>
                  </a:cubicBezTo>
                  <a:cubicBezTo>
                    <a:pt x="1468367" y="1719878"/>
                    <a:pt x="1460114" y="1719878"/>
                    <a:pt x="1452220" y="1720236"/>
                  </a:cubicBezTo>
                  <a:cubicBezTo>
                    <a:pt x="1438943" y="1728490"/>
                    <a:pt x="1423513" y="1733513"/>
                    <a:pt x="1411672" y="1744278"/>
                  </a:cubicBezTo>
                  <a:cubicBezTo>
                    <a:pt x="1381171" y="1754325"/>
                    <a:pt x="1350312" y="1762579"/>
                    <a:pt x="1318735" y="1767602"/>
                  </a:cubicBezTo>
                  <a:cubicBezTo>
                    <a:pt x="1310123" y="1769037"/>
                    <a:pt x="1305458" y="1766884"/>
                    <a:pt x="1302228" y="1758990"/>
                  </a:cubicBezTo>
                  <a:cubicBezTo>
                    <a:pt x="1296846" y="1745713"/>
                    <a:pt x="1288593" y="1734231"/>
                    <a:pt x="1279622" y="1723107"/>
                  </a:cubicBezTo>
                  <a:cubicBezTo>
                    <a:pt x="1259169" y="1713777"/>
                    <a:pt x="1246610" y="1694401"/>
                    <a:pt x="1227951" y="1682918"/>
                  </a:cubicBezTo>
                  <a:cubicBezTo>
                    <a:pt x="1223286" y="1676100"/>
                    <a:pt x="1215391" y="1671077"/>
                    <a:pt x="1215391" y="1661388"/>
                  </a:cubicBezTo>
                  <a:cubicBezTo>
                    <a:pt x="1202115" y="1644882"/>
                    <a:pt x="1188838" y="1628376"/>
                    <a:pt x="1175561" y="1612228"/>
                  </a:cubicBezTo>
                  <a:cubicBezTo>
                    <a:pt x="1169102" y="1607205"/>
                    <a:pt x="1161567" y="1603257"/>
                    <a:pt x="1155467" y="1597516"/>
                  </a:cubicBezTo>
                  <a:cubicBezTo>
                    <a:pt x="1149725" y="1592134"/>
                    <a:pt x="1143266" y="1592134"/>
                    <a:pt x="1135731" y="1592134"/>
                  </a:cubicBezTo>
                  <a:cubicBezTo>
                    <a:pt x="1106307" y="1592851"/>
                    <a:pt x="1077241" y="1597157"/>
                    <a:pt x="1047817" y="1596081"/>
                  </a:cubicBezTo>
                  <a:cubicBezTo>
                    <a:pt x="1046023" y="1596081"/>
                    <a:pt x="1044588" y="1595363"/>
                    <a:pt x="1043152" y="1593928"/>
                  </a:cubicBezTo>
                  <a:cubicBezTo>
                    <a:pt x="1023417" y="1590698"/>
                    <a:pt x="1003322" y="1588187"/>
                    <a:pt x="983586" y="1583881"/>
                  </a:cubicBezTo>
                  <a:cubicBezTo>
                    <a:pt x="919714" y="1570245"/>
                    <a:pt x="863019" y="1540462"/>
                    <a:pt x="809195" y="1504938"/>
                  </a:cubicBezTo>
                  <a:cubicBezTo>
                    <a:pt x="698316" y="1426713"/>
                    <a:pt x="612555" y="1324446"/>
                    <a:pt x="533253" y="1216079"/>
                  </a:cubicBezTo>
                  <a:cubicBezTo>
                    <a:pt x="428834" y="1073623"/>
                    <a:pt x="322978" y="931884"/>
                    <a:pt x="198823" y="805217"/>
                  </a:cubicBezTo>
                  <a:cubicBezTo>
                    <a:pt x="186623" y="787634"/>
                    <a:pt x="169399" y="774716"/>
                    <a:pt x="152892" y="761440"/>
                  </a:cubicBezTo>
                  <a:cubicBezTo>
                    <a:pt x="135310" y="757492"/>
                    <a:pt x="83638" y="710486"/>
                    <a:pt x="78256" y="693979"/>
                  </a:cubicBezTo>
                  <a:cubicBezTo>
                    <a:pt x="60673" y="678550"/>
                    <a:pt x="40937" y="667426"/>
                    <a:pt x="19407" y="658814"/>
                  </a:cubicBezTo>
                  <a:cubicBezTo>
                    <a:pt x="14742" y="660967"/>
                    <a:pt x="10078" y="659532"/>
                    <a:pt x="5772" y="657020"/>
                  </a:cubicBezTo>
                  <a:cubicBezTo>
                    <a:pt x="2542" y="655226"/>
                    <a:pt x="-328" y="653431"/>
                    <a:pt x="30" y="649126"/>
                  </a:cubicBezTo>
                  <a:cubicBezTo>
                    <a:pt x="748" y="645178"/>
                    <a:pt x="2901" y="642667"/>
                    <a:pt x="6489" y="641231"/>
                  </a:cubicBezTo>
                  <a:cubicBezTo>
                    <a:pt x="12231" y="638719"/>
                    <a:pt x="17972" y="638361"/>
                    <a:pt x="24072" y="639078"/>
                  </a:cubicBezTo>
                  <a:cubicBezTo>
                    <a:pt x="57802" y="643025"/>
                    <a:pt x="90815" y="648767"/>
                    <a:pt x="122392" y="661685"/>
                  </a:cubicBezTo>
                  <a:cubicBezTo>
                    <a:pt x="152892" y="674603"/>
                    <a:pt x="184470" y="685367"/>
                    <a:pt x="212458" y="703309"/>
                  </a:cubicBezTo>
                  <a:cubicBezTo>
                    <a:pt x="217482" y="706539"/>
                    <a:pt x="223223" y="708333"/>
                    <a:pt x="227888" y="712280"/>
                  </a:cubicBezTo>
                  <a:cubicBezTo>
                    <a:pt x="234347" y="721968"/>
                    <a:pt x="245471" y="723045"/>
                    <a:pt x="254800" y="727710"/>
                  </a:cubicBezTo>
                  <a:cubicBezTo>
                    <a:pt x="272024" y="736680"/>
                    <a:pt x="288172" y="748163"/>
                    <a:pt x="305037" y="757851"/>
                  </a:cubicBezTo>
                  <a:cubicBezTo>
                    <a:pt x="324414" y="775793"/>
                    <a:pt x="346661" y="789429"/>
                    <a:pt x="367115" y="805576"/>
                  </a:cubicBezTo>
                  <a:cubicBezTo>
                    <a:pt x="370703" y="808447"/>
                    <a:pt x="375727" y="810241"/>
                    <a:pt x="377880" y="814905"/>
                  </a:cubicBezTo>
                  <a:cubicBezTo>
                    <a:pt x="382544" y="823876"/>
                    <a:pt x="392233" y="827106"/>
                    <a:pt x="399768" y="832847"/>
                  </a:cubicBezTo>
                  <a:cubicBezTo>
                    <a:pt x="435651" y="860477"/>
                    <a:pt x="469023" y="891337"/>
                    <a:pt x="502394" y="922196"/>
                  </a:cubicBezTo>
                  <a:cubicBezTo>
                    <a:pt x="571648" y="986068"/>
                    <a:pt x="636956" y="1054605"/>
                    <a:pt x="704775" y="1120271"/>
                  </a:cubicBezTo>
                  <a:cubicBezTo>
                    <a:pt x="809195" y="1221102"/>
                    <a:pt x="921150" y="1312245"/>
                    <a:pt x="1052841" y="1375759"/>
                  </a:cubicBezTo>
                  <a:cubicBezTo>
                    <a:pt x="1124607" y="1410565"/>
                    <a:pt x="1199962" y="1432454"/>
                    <a:pt x="1280699" y="1431019"/>
                  </a:cubicBezTo>
                  <a:cubicBezTo>
                    <a:pt x="1302587" y="1430660"/>
                    <a:pt x="1324835" y="1428507"/>
                    <a:pt x="1346365" y="1423124"/>
                  </a:cubicBezTo>
                  <a:cubicBezTo>
                    <a:pt x="1356412" y="1420612"/>
                    <a:pt x="1366459" y="1416306"/>
                    <a:pt x="1368253" y="1404824"/>
                  </a:cubicBezTo>
                  <a:cubicBezTo>
                    <a:pt x="1370048" y="1393341"/>
                    <a:pt x="1361436" y="1387600"/>
                    <a:pt x="1353183" y="1382576"/>
                  </a:cubicBezTo>
                  <a:cubicBezTo>
                    <a:pt x="1337753" y="1372888"/>
                    <a:pt x="1321964" y="1365711"/>
                    <a:pt x="1302946" y="1366788"/>
                  </a:cubicBezTo>
                  <a:cubicBezTo>
                    <a:pt x="1286440" y="1367864"/>
                    <a:pt x="1280699" y="1359611"/>
                    <a:pt x="1287158" y="1344540"/>
                  </a:cubicBezTo>
                  <a:cubicBezTo>
                    <a:pt x="1315864" y="1277080"/>
                    <a:pt x="1321964" y="1206031"/>
                    <a:pt x="1320170" y="1133906"/>
                  </a:cubicBezTo>
                  <a:cubicBezTo>
                    <a:pt x="1319094" y="1096947"/>
                    <a:pt x="1316582" y="1059628"/>
                    <a:pt x="1309405" y="1023745"/>
                  </a:cubicBezTo>
                  <a:cubicBezTo>
                    <a:pt x="1305099" y="1002933"/>
                    <a:pt x="1297923" y="982480"/>
                    <a:pt x="1296128" y="960950"/>
                  </a:cubicBezTo>
                  <a:cubicBezTo>
                    <a:pt x="1295411" y="955567"/>
                    <a:pt x="1293617" y="949826"/>
                    <a:pt x="1293617" y="944443"/>
                  </a:cubicBezTo>
                  <a:cubicBezTo>
                    <a:pt x="1296487" y="923631"/>
                    <a:pt x="1288593" y="904613"/>
                    <a:pt x="1284287" y="884878"/>
                  </a:cubicBezTo>
                  <a:cubicBezTo>
                    <a:pt x="1258092" y="767540"/>
                    <a:pt x="1215750" y="654508"/>
                    <a:pt x="1184891" y="538606"/>
                  </a:cubicBezTo>
                  <a:cubicBezTo>
                    <a:pt x="1175202" y="501646"/>
                    <a:pt x="1162643" y="465763"/>
                    <a:pt x="1154390" y="428444"/>
                  </a:cubicBezTo>
                  <a:cubicBezTo>
                    <a:pt x="1156543" y="418397"/>
                    <a:pt x="1148649" y="410144"/>
                    <a:pt x="1149366" y="400456"/>
                  </a:cubicBezTo>
                  <a:cubicBezTo>
                    <a:pt x="1150084" y="386102"/>
                    <a:pt x="1137525" y="375696"/>
                    <a:pt x="1138601" y="361343"/>
                  </a:cubicBezTo>
                  <a:cubicBezTo>
                    <a:pt x="1136807" y="354166"/>
                    <a:pt x="1139678" y="347349"/>
                    <a:pt x="1139678" y="340172"/>
                  </a:cubicBezTo>
                  <a:cubicBezTo>
                    <a:pt x="1124607" y="271276"/>
                    <a:pt x="1119942" y="201304"/>
                    <a:pt x="1119225" y="130615"/>
                  </a:cubicBezTo>
                  <a:cubicBezTo>
                    <a:pt x="1118866" y="110879"/>
                    <a:pt x="1126042" y="91861"/>
                    <a:pt x="1123531" y="72125"/>
                  </a:cubicBezTo>
                  <a:cubicBezTo>
                    <a:pt x="1126401" y="54542"/>
                    <a:pt x="1127119" y="36242"/>
                    <a:pt x="1142907" y="23683"/>
                  </a:cubicBezTo>
                  <a:cubicBezTo>
                    <a:pt x="1147572" y="16865"/>
                    <a:pt x="1144343" y="7535"/>
                    <a:pt x="1151519" y="0"/>
                  </a:cubicBezTo>
                  <a:cubicBezTo>
                    <a:pt x="1156543" y="15071"/>
                    <a:pt x="1149366" y="30859"/>
                    <a:pt x="1157261" y="44495"/>
                  </a:cubicBezTo>
                  <a:cubicBezTo>
                    <a:pt x="1171255" y="54901"/>
                    <a:pt x="1169461" y="72484"/>
                    <a:pt x="1176638" y="86119"/>
                  </a:cubicBezTo>
                  <a:cubicBezTo>
                    <a:pt x="1172690" y="105855"/>
                    <a:pt x="1183097" y="123079"/>
                    <a:pt x="1187761" y="141021"/>
                  </a:cubicBezTo>
                  <a:cubicBezTo>
                    <a:pt x="1206779" y="216375"/>
                    <a:pt x="1238357" y="287065"/>
                    <a:pt x="1271369" y="357037"/>
                  </a:cubicBezTo>
                  <a:cubicBezTo>
                    <a:pt x="1276034" y="367084"/>
                    <a:pt x="1278187" y="378926"/>
                    <a:pt x="1286799" y="386820"/>
                  </a:cubicBezTo>
                  <a:cubicBezTo>
                    <a:pt x="1292899" y="403326"/>
                    <a:pt x="1304381" y="417321"/>
                    <a:pt x="1311199" y="433109"/>
                  </a:cubicBezTo>
                  <a:cubicBezTo>
                    <a:pt x="1310482" y="441721"/>
                    <a:pt x="1319811" y="446386"/>
                    <a:pt x="1319452" y="454639"/>
                  </a:cubicBezTo>
                  <a:cubicBezTo>
                    <a:pt x="1320888" y="464686"/>
                    <a:pt x="1327706" y="472581"/>
                    <a:pt x="1331653" y="481551"/>
                  </a:cubicBezTo>
                  <a:cubicBezTo>
                    <a:pt x="1335241" y="489446"/>
                    <a:pt x="1336317" y="496622"/>
                    <a:pt x="1335241" y="504875"/>
                  </a:cubicBezTo>
                  <a:cubicBezTo>
                    <a:pt x="1360359" y="556547"/>
                    <a:pt x="1384760" y="608219"/>
                    <a:pt x="1410237" y="659890"/>
                  </a:cubicBezTo>
                  <a:cubicBezTo>
                    <a:pt x="1460473" y="762157"/>
                    <a:pt x="1503533" y="866936"/>
                    <a:pt x="1529010" y="978174"/>
                  </a:cubicBezTo>
                  <a:cubicBezTo>
                    <a:pt x="1536545" y="1006521"/>
                    <a:pt x="1539416" y="1037022"/>
                    <a:pt x="1543722" y="1066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FD59046B-D1A7-4031-96B9-98FB922DB100}"/>
                </a:ext>
              </a:extLst>
            </p:cNvPr>
            <p:cNvSpPr/>
            <p:nvPr/>
          </p:nvSpPr>
          <p:spPr>
            <a:xfrm>
              <a:off x="7358824" y="1135088"/>
              <a:ext cx="434186" cy="358831"/>
            </a:xfrm>
            <a:custGeom>
              <a:avLst/>
              <a:gdLst>
                <a:gd name="connsiteX0" fmla="*/ 132275 w 434185"/>
                <a:gd name="connsiteY0" fmla="*/ 350608 h 358831"/>
                <a:gd name="connsiteX1" fmla="*/ 144475 w 434185"/>
                <a:gd name="connsiteY1" fmla="*/ 333025 h 358831"/>
                <a:gd name="connsiteX2" fmla="*/ 232030 w 434185"/>
                <a:gd name="connsiteY2" fmla="*/ 250135 h 358831"/>
                <a:gd name="connsiteX3" fmla="*/ 372691 w 434185"/>
                <a:gd name="connsiteY3" fmla="*/ 213175 h 358831"/>
                <a:gd name="connsiteX4" fmla="*/ 403192 w 434185"/>
                <a:gd name="connsiteY4" fmla="*/ 192722 h 358831"/>
                <a:gd name="connsiteX5" fmla="*/ 415751 w 434185"/>
                <a:gd name="connsiteY5" fmla="*/ 175498 h 358831"/>
                <a:gd name="connsiteX6" fmla="*/ 430463 w 434185"/>
                <a:gd name="connsiteY6" fmla="*/ 158274 h 358831"/>
                <a:gd name="connsiteX7" fmla="*/ 436563 w 434185"/>
                <a:gd name="connsiteY7" fmla="*/ 141409 h 358831"/>
                <a:gd name="connsiteX8" fmla="*/ 338961 w 434185"/>
                <a:gd name="connsiteY8" fmla="*/ 101579 h 358831"/>
                <a:gd name="connsiteX9" fmla="*/ 308819 w 434185"/>
                <a:gd name="connsiteY9" fmla="*/ 120956 h 358831"/>
                <a:gd name="connsiteX10" fmla="*/ 271501 w 434185"/>
                <a:gd name="connsiteY10" fmla="*/ 135309 h 358831"/>
                <a:gd name="connsiteX11" fmla="*/ 291596 w 434185"/>
                <a:gd name="connsiteY11" fmla="*/ 104450 h 358831"/>
                <a:gd name="connsiteX12" fmla="*/ 299490 w 434185"/>
                <a:gd name="connsiteY12" fmla="*/ 78255 h 358831"/>
                <a:gd name="connsiteX13" fmla="*/ 284419 w 434185"/>
                <a:gd name="connsiteY13" fmla="*/ 9718 h 358831"/>
                <a:gd name="connsiteX14" fmla="*/ 260018 w 434185"/>
                <a:gd name="connsiteY14" fmla="*/ 9718 h 358831"/>
                <a:gd name="connsiteX15" fmla="*/ 174617 w 434185"/>
                <a:gd name="connsiteY15" fmla="*/ 32325 h 358831"/>
                <a:gd name="connsiteX16" fmla="*/ 96391 w 434185"/>
                <a:gd name="connsiteY16" fmla="*/ 24789 h 358831"/>
                <a:gd name="connsiteX17" fmla="*/ 77732 w 434185"/>
                <a:gd name="connsiteY17" fmla="*/ 53496 h 358831"/>
                <a:gd name="connsiteX18" fmla="*/ 79885 w 434185"/>
                <a:gd name="connsiteY18" fmla="*/ 89020 h 358831"/>
                <a:gd name="connsiteX19" fmla="*/ 59432 w 434185"/>
                <a:gd name="connsiteY19" fmla="*/ 128491 h 358831"/>
                <a:gd name="connsiteX20" fmla="*/ 11348 w 434185"/>
                <a:gd name="connsiteY20" fmla="*/ 142486 h 358831"/>
                <a:gd name="connsiteX21" fmla="*/ 1660 w 434185"/>
                <a:gd name="connsiteY21" fmla="*/ 159710 h 358831"/>
                <a:gd name="connsiteX22" fmla="*/ 45437 w 434185"/>
                <a:gd name="connsiteY22" fmla="*/ 206716 h 358831"/>
                <a:gd name="connsiteX23" fmla="*/ 66967 w 434185"/>
                <a:gd name="connsiteY23" fmla="*/ 216046 h 358831"/>
                <a:gd name="connsiteX24" fmla="*/ 113615 w 434185"/>
                <a:gd name="connsiteY24" fmla="*/ 217840 h 358831"/>
                <a:gd name="connsiteX25" fmla="*/ 126533 w 434185"/>
                <a:gd name="connsiteY25" fmla="*/ 225376 h 358831"/>
                <a:gd name="connsiteX26" fmla="*/ 114333 w 434185"/>
                <a:gd name="connsiteY26" fmla="*/ 233270 h 358831"/>
                <a:gd name="connsiteX27" fmla="*/ 55126 w 434185"/>
                <a:gd name="connsiteY27" fmla="*/ 253364 h 358831"/>
                <a:gd name="connsiteX28" fmla="*/ 25343 w 434185"/>
                <a:gd name="connsiteY28" fmla="*/ 321184 h 358831"/>
                <a:gd name="connsiteX29" fmla="*/ 43643 w 434185"/>
                <a:gd name="connsiteY29" fmla="*/ 337331 h 358831"/>
                <a:gd name="connsiteX30" fmla="*/ 106080 w 434185"/>
                <a:gd name="connsiteY30" fmla="*/ 356349 h 358831"/>
                <a:gd name="connsiteX31" fmla="*/ 132275 w 434185"/>
                <a:gd name="connsiteY31" fmla="*/ 350608 h 3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34185" h="358831">
                  <a:moveTo>
                    <a:pt x="132275" y="350608"/>
                  </a:moveTo>
                  <a:cubicBezTo>
                    <a:pt x="136222" y="344866"/>
                    <a:pt x="140528" y="338766"/>
                    <a:pt x="144475" y="333025"/>
                  </a:cubicBezTo>
                  <a:cubicBezTo>
                    <a:pt x="168158" y="299295"/>
                    <a:pt x="196505" y="270230"/>
                    <a:pt x="232030" y="250135"/>
                  </a:cubicBezTo>
                  <a:cubicBezTo>
                    <a:pt x="275448" y="225735"/>
                    <a:pt x="323173" y="214611"/>
                    <a:pt x="372691" y="213175"/>
                  </a:cubicBezTo>
                  <a:cubicBezTo>
                    <a:pt x="387762" y="212817"/>
                    <a:pt x="399604" y="210305"/>
                    <a:pt x="403192" y="192722"/>
                  </a:cubicBezTo>
                  <a:cubicBezTo>
                    <a:pt x="404627" y="185545"/>
                    <a:pt x="410369" y="180522"/>
                    <a:pt x="415751" y="175498"/>
                  </a:cubicBezTo>
                  <a:cubicBezTo>
                    <a:pt x="420416" y="169398"/>
                    <a:pt x="422569" y="161863"/>
                    <a:pt x="430463" y="158274"/>
                  </a:cubicBezTo>
                  <a:cubicBezTo>
                    <a:pt x="436922" y="155045"/>
                    <a:pt x="438716" y="148227"/>
                    <a:pt x="436563" y="141409"/>
                  </a:cubicBezTo>
                  <a:cubicBezTo>
                    <a:pt x="421134" y="91890"/>
                    <a:pt x="377715" y="78255"/>
                    <a:pt x="338961" y="101579"/>
                  </a:cubicBezTo>
                  <a:cubicBezTo>
                    <a:pt x="328914" y="107679"/>
                    <a:pt x="319584" y="115573"/>
                    <a:pt x="308819" y="120956"/>
                  </a:cubicBezTo>
                  <a:cubicBezTo>
                    <a:pt x="297696" y="126697"/>
                    <a:pt x="287290" y="134950"/>
                    <a:pt x="271501" y="135309"/>
                  </a:cubicBezTo>
                  <a:cubicBezTo>
                    <a:pt x="275807" y="122032"/>
                    <a:pt x="284778" y="113779"/>
                    <a:pt x="291596" y="104450"/>
                  </a:cubicBezTo>
                  <a:cubicBezTo>
                    <a:pt x="297696" y="96555"/>
                    <a:pt x="300566" y="88302"/>
                    <a:pt x="299490" y="78255"/>
                  </a:cubicBezTo>
                  <a:cubicBezTo>
                    <a:pt x="307743" y="52419"/>
                    <a:pt x="300566" y="30530"/>
                    <a:pt x="284419" y="9718"/>
                  </a:cubicBezTo>
                  <a:cubicBezTo>
                    <a:pt x="275448" y="-1764"/>
                    <a:pt x="270066" y="-4635"/>
                    <a:pt x="260018" y="9718"/>
                  </a:cubicBezTo>
                  <a:cubicBezTo>
                    <a:pt x="240283" y="38425"/>
                    <a:pt x="216959" y="56007"/>
                    <a:pt x="174617" y="32325"/>
                  </a:cubicBezTo>
                  <a:cubicBezTo>
                    <a:pt x="150216" y="18330"/>
                    <a:pt x="123663" y="16895"/>
                    <a:pt x="96391" y="24789"/>
                  </a:cubicBezTo>
                  <a:cubicBezTo>
                    <a:pt x="81321" y="29095"/>
                    <a:pt x="74503" y="37707"/>
                    <a:pt x="77732" y="53496"/>
                  </a:cubicBezTo>
                  <a:cubicBezTo>
                    <a:pt x="80244" y="65337"/>
                    <a:pt x="80962" y="77178"/>
                    <a:pt x="79885" y="89020"/>
                  </a:cubicBezTo>
                  <a:cubicBezTo>
                    <a:pt x="83474" y="111985"/>
                    <a:pt x="80244" y="118444"/>
                    <a:pt x="59432" y="128491"/>
                  </a:cubicBezTo>
                  <a:cubicBezTo>
                    <a:pt x="44002" y="135668"/>
                    <a:pt x="27855" y="139974"/>
                    <a:pt x="11348" y="142486"/>
                  </a:cubicBezTo>
                  <a:cubicBezTo>
                    <a:pt x="-134" y="144280"/>
                    <a:pt x="-1928" y="149303"/>
                    <a:pt x="1660" y="159710"/>
                  </a:cubicBezTo>
                  <a:cubicBezTo>
                    <a:pt x="9195" y="181957"/>
                    <a:pt x="24266" y="197028"/>
                    <a:pt x="45437" y="206716"/>
                  </a:cubicBezTo>
                  <a:cubicBezTo>
                    <a:pt x="49743" y="216046"/>
                    <a:pt x="58355" y="215687"/>
                    <a:pt x="66967" y="216046"/>
                  </a:cubicBezTo>
                  <a:cubicBezTo>
                    <a:pt x="82397" y="216764"/>
                    <a:pt x="98186" y="214970"/>
                    <a:pt x="113615" y="217840"/>
                  </a:cubicBezTo>
                  <a:cubicBezTo>
                    <a:pt x="118639" y="218917"/>
                    <a:pt x="126174" y="218917"/>
                    <a:pt x="126533" y="225376"/>
                  </a:cubicBezTo>
                  <a:cubicBezTo>
                    <a:pt x="126892" y="232193"/>
                    <a:pt x="119357" y="232193"/>
                    <a:pt x="114333" y="233270"/>
                  </a:cubicBezTo>
                  <a:cubicBezTo>
                    <a:pt x="93880" y="237935"/>
                    <a:pt x="73785" y="244035"/>
                    <a:pt x="55126" y="253364"/>
                  </a:cubicBezTo>
                  <a:cubicBezTo>
                    <a:pt x="25702" y="268077"/>
                    <a:pt x="16731" y="289248"/>
                    <a:pt x="25343" y="321184"/>
                  </a:cubicBezTo>
                  <a:cubicBezTo>
                    <a:pt x="28214" y="331231"/>
                    <a:pt x="32878" y="337331"/>
                    <a:pt x="43643" y="337331"/>
                  </a:cubicBezTo>
                  <a:cubicBezTo>
                    <a:pt x="66608" y="337331"/>
                    <a:pt x="87062" y="344508"/>
                    <a:pt x="106080" y="356349"/>
                  </a:cubicBezTo>
                  <a:cubicBezTo>
                    <a:pt x="116486" y="363167"/>
                    <a:pt x="125457" y="360655"/>
                    <a:pt x="132275" y="35060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59723E4E-89D4-4715-9725-7544AFFBF9A9}"/>
                </a:ext>
              </a:extLst>
            </p:cNvPr>
            <p:cNvSpPr/>
            <p:nvPr/>
          </p:nvSpPr>
          <p:spPr>
            <a:xfrm>
              <a:off x="7874716" y="1549785"/>
              <a:ext cx="175827" cy="172239"/>
            </a:xfrm>
            <a:custGeom>
              <a:avLst/>
              <a:gdLst>
                <a:gd name="connsiteX0" fmla="*/ 56668 w 175827"/>
                <a:gd name="connsiteY0" fmla="*/ 37819 h 172238"/>
                <a:gd name="connsiteX1" fmla="*/ 14326 w 175827"/>
                <a:gd name="connsiteY1" fmla="*/ 53966 h 172238"/>
                <a:gd name="connsiteX2" fmla="*/ 4997 w 175827"/>
                <a:gd name="connsiteY2" fmla="*/ 85544 h 172238"/>
                <a:gd name="connsiteX3" fmla="*/ 18991 w 175827"/>
                <a:gd name="connsiteY3" fmla="*/ 111738 h 172238"/>
                <a:gd name="connsiteX4" fmla="*/ 49851 w 175827"/>
                <a:gd name="connsiteY4" fmla="*/ 161616 h 172238"/>
                <a:gd name="connsiteX5" fmla="*/ 70304 w 175827"/>
                <a:gd name="connsiteY5" fmla="*/ 173457 h 172238"/>
                <a:gd name="connsiteX6" fmla="*/ 73534 w 175827"/>
                <a:gd name="connsiteY6" fmla="*/ 172381 h 172238"/>
                <a:gd name="connsiteX7" fmla="*/ 149606 w 175827"/>
                <a:gd name="connsiteY7" fmla="*/ 137215 h 172238"/>
                <a:gd name="connsiteX8" fmla="*/ 153194 w 175827"/>
                <a:gd name="connsiteY8" fmla="*/ 123221 h 172238"/>
                <a:gd name="connsiteX9" fmla="*/ 177953 w 175827"/>
                <a:gd name="connsiteY9" fmla="*/ 76573 h 172238"/>
                <a:gd name="connsiteX10" fmla="*/ 152117 w 175827"/>
                <a:gd name="connsiteY10" fmla="*/ 8036 h 172238"/>
                <a:gd name="connsiteX11" fmla="*/ 129870 w 175827"/>
                <a:gd name="connsiteY11" fmla="*/ 3371 h 172238"/>
                <a:gd name="connsiteX12" fmla="*/ 67075 w 175827"/>
                <a:gd name="connsiteY12" fmla="*/ 37101 h 172238"/>
                <a:gd name="connsiteX13" fmla="*/ 56668 w 175827"/>
                <a:gd name="connsiteY13" fmla="*/ 37819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827" h="172238">
                  <a:moveTo>
                    <a:pt x="56668" y="37819"/>
                  </a:moveTo>
                  <a:cubicBezTo>
                    <a:pt x="43033" y="44278"/>
                    <a:pt x="27603" y="46790"/>
                    <a:pt x="14326" y="53966"/>
                  </a:cubicBezTo>
                  <a:cubicBezTo>
                    <a:pt x="-1462" y="62219"/>
                    <a:pt x="-3615" y="70114"/>
                    <a:pt x="4997" y="85544"/>
                  </a:cubicBezTo>
                  <a:cubicBezTo>
                    <a:pt x="9662" y="94155"/>
                    <a:pt x="18991" y="100614"/>
                    <a:pt x="18991" y="111738"/>
                  </a:cubicBezTo>
                  <a:cubicBezTo>
                    <a:pt x="27962" y="129321"/>
                    <a:pt x="39086" y="145468"/>
                    <a:pt x="49851" y="161616"/>
                  </a:cubicBezTo>
                  <a:cubicBezTo>
                    <a:pt x="54515" y="168792"/>
                    <a:pt x="60616" y="174534"/>
                    <a:pt x="70304" y="173457"/>
                  </a:cubicBezTo>
                  <a:cubicBezTo>
                    <a:pt x="71380" y="173098"/>
                    <a:pt x="72457" y="172739"/>
                    <a:pt x="73534" y="172381"/>
                  </a:cubicBezTo>
                  <a:cubicBezTo>
                    <a:pt x="104034" y="171663"/>
                    <a:pt x="126641" y="154080"/>
                    <a:pt x="149606" y="137215"/>
                  </a:cubicBezTo>
                  <a:cubicBezTo>
                    <a:pt x="154629" y="133627"/>
                    <a:pt x="155347" y="128603"/>
                    <a:pt x="153194" y="123221"/>
                  </a:cubicBezTo>
                  <a:cubicBezTo>
                    <a:pt x="163959" y="108868"/>
                    <a:pt x="173289" y="94155"/>
                    <a:pt x="177953" y="76573"/>
                  </a:cubicBezTo>
                  <a:cubicBezTo>
                    <a:pt x="179389" y="50019"/>
                    <a:pt x="166112" y="28848"/>
                    <a:pt x="152117" y="8036"/>
                  </a:cubicBezTo>
                  <a:cubicBezTo>
                    <a:pt x="145659" y="-1294"/>
                    <a:pt x="139558" y="-2011"/>
                    <a:pt x="129870" y="3371"/>
                  </a:cubicBezTo>
                  <a:cubicBezTo>
                    <a:pt x="109058" y="14854"/>
                    <a:pt x="89681" y="28489"/>
                    <a:pt x="67075" y="37101"/>
                  </a:cubicBezTo>
                  <a:cubicBezTo>
                    <a:pt x="63845" y="39254"/>
                    <a:pt x="60257" y="36025"/>
                    <a:pt x="56668" y="3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8E5F218C-B5A7-4531-BA48-A3B2CEE4F643}"/>
                </a:ext>
              </a:extLst>
            </p:cNvPr>
            <p:cNvSpPr/>
            <p:nvPr/>
          </p:nvSpPr>
          <p:spPr>
            <a:xfrm>
              <a:off x="7629099" y="1501105"/>
              <a:ext cx="172239" cy="157886"/>
            </a:xfrm>
            <a:custGeom>
              <a:avLst/>
              <a:gdLst>
                <a:gd name="connsiteX0" fmla="*/ 22038 w 172238"/>
                <a:gd name="connsiteY0" fmla="*/ 103364 h 157885"/>
                <a:gd name="connsiteX1" fmla="*/ 40698 w 172238"/>
                <a:gd name="connsiteY1" fmla="*/ 144988 h 157885"/>
                <a:gd name="connsiteX2" fmla="*/ 73351 w 172238"/>
                <a:gd name="connsiteY2" fmla="*/ 157189 h 157885"/>
                <a:gd name="connsiteX3" fmla="*/ 91293 w 172238"/>
                <a:gd name="connsiteY3" fmla="*/ 150730 h 157885"/>
                <a:gd name="connsiteX4" fmla="*/ 164135 w 172238"/>
                <a:gd name="connsiteY4" fmla="*/ 90446 h 157885"/>
                <a:gd name="connsiteX5" fmla="*/ 169518 w 172238"/>
                <a:gd name="connsiteY5" fmla="*/ 67840 h 157885"/>
                <a:gd name="connsiteX6" fmla="*/ 167006 w 172238"/>
                <a:gd name="connsiteY6" fmla="*/ 34109 h 157885"/>
                <a:gd name="connsiteX7" fmla="*/ 155523 w 172238"/>
                <a:gd name="connsiteY7" fmla="*/ 16168 h 157885"/>
                <a:gd name="connsiteX8" fmla="*/ 126817 w 172238"/>
                <a:gd name="connsiteY8" fmla="*/ 21 h 157885"/>
                <a:gd name="connsiteX9" fmla="*/ 13068 w 172238"/>
                <a:gd name="connsiteY9" fmla="*/ 36980 h 157885"/>
                <a:gd name="connsiteX10" fmla="*/ 4814 w 172238"/>
                <a:gd name="connsiteY10" fmla="*/ 67122 h 157885"/>
                <a:gd name="connsiteX11" fmla="*/ 23115 w 172238"/>
                <a:gd name="connsiteY11" fmla="*/ 96187 h 157885"/>
                <a:gd name="connsiteX12" fmla="*/ 22038 w 172238"/>
                <a:gd name="connsiteY12" fmla="*/ 103364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2238" h="157885">
                  <a:moveTo>
                    <a:pt x="22038" y="103364"/>
                  </a:moveTo>
                  <a:cubicBezTo>
                    <a:pt x="24191" y="119152"/>
                    <a:pt x="37109" y="129917"/>
                    <a:pt x="40698" y="144988"/>
                  </a:cubicBezTo>
                  <a:cubicBezTo>
                    <a:pt x="51462" y="161853"/>
                    <a:pt x="55051" y="163289"/>
                    <a:pt x="73351" y="157189"/>
                  </a:cubicBezTo>
                  <a:cubicBezTo>
                    <a:pt x="79451" y="155036"/>
                    <a:pt x="85193" y="152524"/>
                    <a:pt x="91293" y="150730"/>
                  </a:cubicBezTo>
                  <a:cubicBezTo>
                    <a:pt x="117487" y="132788"/>
                    <a:pt x="143682" y="114846"/>
                    <a:pt x="164135" y="90446"/>
                  </a:cubicBezTo>
                  <a:cubicBezTo>
                    <a:pt x="168800" y="83628"/>
                    <a:pt x="165571" y="75016"/>
                    <a:pt x="169518" y="67840"/>
                  </a:cubicBezTo>
                  <a:cubicBezTo>
                    <a:pt x="176695" y="55998"/>
                    <a:pt x="175977" y="44874"/>
                    <a:pt x="167006" y="34109"/>
                  </a:cubicBezTo>
                  <a:cubicBezTo>
                    <a:pt x="162341" y="28727"/>
                    <a:pt x="158753" y="22268"/>
                    <a:pt x="155523" y="16168"/>
                  </a:cubicBezTo>
                  <a:cubicBezTo>
                    <a:pt x="149423" y="3968"/>
                    <a:pt x="140453" y="-338"/>
                    <a:pt x="126817" y="21"/>
                  </a:cubicBezTo>
                  <a:cubicBezTo>
                    <a:pt x="85193" y="1815"/>
                    <a:pt x="47874" y="14374"/>
                    <a:pt x="13068" y="36980"/>
                  </a:cubicBezTo>
                  <a:cubicBezTo>
                    <a:pt x="508" y="45233"/>
                    <a:pt x="-4515" y="53845"/>
                    <a:pt x="4814" y="67122"/>
                  </a:cubicBezTo>
                  <a:cubicBezTo>
                    <a:pt x="12709" y="75734"/>
                    <a:pt x="18091" y="85781"/>
                    <a:pt x="23115" y="96187"/>
                  </a:cubicBezTo>
                  <a:cubicBezTo>
                    <a:pt x="22038" y="98340"/>
                    <a:pt x="21321" y="100852"/>
                    <a:pt x="22038" y="10336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xmlns="" id="{53B0414E-0CD7-4FEE-98F8-1C05F41E3546}"/>
                </a:ext>
              </a:extLst>
            </p:cNvPr>
            <p:cNvSpPr/>
            <p:nvPr/>
          </p:nvSpPr>
          <p:spPr>
            <a:xfrm>
              <a:off x="7823216" y="1430832"/>
              <a:ext cx="143532" cy="154297"/>
            </a:xfrm>
            <a:custGeom>
              <a:avLst/>
              <a:gdLst>
                <a:gd name="connsiteX0" fmla="*/ 159 w 143532"/>
                <a:gd name="connsiteY0" fmla="*/ 105818 h 154297"/>
                <a:gd name="connsiteX1" fmla="*/ 159 w 143532"/>
                <a:gd name="connsiteY1" fmla="*/ 148877 h 154297"/>
                <a:gd name="connsiteX2" fmla="*/ 68696 w 143532"/>
                <a:gd name="connsiteY2" fmla="*/ 146007 h 154297"/>
                <a:gd name="connsiteX3" fmla="*/ 137592 w 143532"/>
                <a:gd name="connsiteY3" fmla="*/ 112277 h 154297"/>
                <a:gd name="connsiteX4" fmla="*/ 143333 w 143532"/>
                <a:gd name="connsiteY4" fmla="*/ 91464 h 154297"/>
                <a:gd name="connsiteX5" fmla="*/ 93097 w 143532"/>
                <a:gd name="connsiteY5" fmla="*/ 6780 h 154297"/>
                <a:gd name="connsiteX6" fmla="*/ 76949 w 143532"/>
                <a:gd name="connsiteY6" fmla="*/ 1398 h 154297"/>
                <a:gd name="connsiteX7" fmla="*/ 159 w 143532"/>
                <a:gd name="connsiteY7" fmla="*/ 105818 h 15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532" h="154297">
                  <a:moveTo>
                    <a:pt x="159" y="105818"/>
                  </a:moveTo>
                  <a:cubicBezTo>
                    <a:pt x="-199" y="120171"/>
                    <a:pt x="159" y="134524"/>
                    <a:pt x="159" y="148877"/>
                  </a:cubicBezTo>
                  <a:cubicBezTo>
                    <a:pt x="23484" y="157489"/>
                    <a:pt x="46449" y="159283"/>
                    <a:pt x="68696" y="146007"/>
                  </a:cubicBezTo>
                  <a:cubicBezTo>
                    <a:pt x="92020" y="135601"/>
                    <a:pt x="116421" y="127706"/>
                    <a:pt x="137592" y="112277"/>
                  </a:cubicBezTo>
                  <a:cubicBezTo>
                    <a:pt x="145486" y="106535"/>
                    <a:pt x="149074" y="101153"/>
                    <a:pt x="143333" y="91464"/>
                  </a:cubicBezTo>
                  <a:cubicBezTo>
                    <a:pt x="126468" y="63476"/>
                    <a:pt x="109603" y="35128"/>
                    <a:pt x="93097" y="6780"/>
                  </a:cubicBezTo>
                  <a:cubicBezTo>
                    <a:pt x="89150" y="-38"/>
                    <a:pt x="84844" y="-1473"/>
                    <a:pt x="76949" y="1398"/>
                  </a:cubicBezTo>
                  <a:cubicBezTo>
                    <a:pt x="32095" y="17545"/>
                    <a:pt x="1954" y="58093"/>
                    <a:pt x="159" y="10581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xmlns="" id="{443DB63C-A895-48B8-AFA6-841F939F27A1}"/>
                </a:ext>
              </a:extLst>
            </p:cNvPr>
            <p:cNvSpPr/>
            <p:nvPr/>
          </p:nvSpPr>
          <p:spPr>
            <a:xfrm>
              <a:off x="7713732" y="1346074"/>
              <a:ext cx="161474" cy="114826"/>
            </a:xfrm>
            <a:custGeom>
              <a:avLst/>
              <a:gdLst>
                <a:gd name="connsiteX0" fmla="*/ 560 w 161473"/>
                <a:gd name="connsiteY0" fmla="*/ 52785 h 114825"/>
                <a:gd name="connsiteX1" fmla="*/ 60843 w 161473"/>
                <a:gd name="connsiteY1" fmla="*/ 117733 h 114825"/>
                <a:gd name="connsiteX2" fmla="*/ 154498 w 161473"/>
                <a:gd name="connsiteY2" fmla="*/ 62114 h 114825"/>
                <a:gd name="connsiteX3" fmla="*/ 162392 w 161473"/>
                <a:gd name="connsiteY3" fmla="*/ 23002 h 114825"/>
                <a:gd name="connsiteX4" fmla="*/ 135480 w 161473"/>
                <a:gd name="connsiteY4" fmla="*/ 395 h 114825"/>
                <a:gd name="connsiteX5" fmla="*/ 8095 w 161473"/>
                <a:gd name="connsiteY5" fmla="*/ 43096 h 114825"/>
                <a:gd name="connsiteX6" fmla="*/ 560 w 161473"/>
                <a:gd name="connsiteY6" fmla="*/ 52785 h 11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473" h="114825">
                  <a:moveTo>
                    <a:pt x="560" y="52785"/>
                  </a:moveTo>
                  <a:cubicBezTo>
                    <a:pt x="-4823" y="84721"/>
                    <a:pt x="29625" y="123474"/>
                    <a:pt x="60843" y="117733"/>
                  </a:cubicBezTo>
                  <a:cubicBezTo>
                    <a:pt x="98162" y="110915"/>
                    <a:pt x="130456" y="92615"/>
                    <a:pt x="154498" y="62114"/>
                  </a:cubicBezTo>
                  <a:cubicBezTo>
                    <a:pt x="163469" y="50632"/>
                    <a:pt x="165622" y="37355"/>
                    <a:pt x="162392" y="23002"/>
                  </a:cubicBezTo>
                  <a:cubicBezTo>
                    <a:pt x="158804" y="7572"/>
                    <a:pt x="151269" y="-2117"/>
                    <a:pt x="135480" y="395"/>
                  </a:cubicBezTo>
                  <a:cubicBezTo>
                    <a:pt x="87397" y="1831"/>
                    <a:pt x="46131" y="17619"/>
                    <a:pt x="8095" y="43096"/>
                  </a:cubicBezTo>
                  <a:cubicBezTo>
                    <a:pt x="4507" y="45608"/>
                    <a:pt x="1277" y="48120"/>
                    <a:pt x="560" y="5278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xmlns="" id="{A6618C3C-3922-4DAE-8D54-0ACB42FA6461}"/>
                </a:ext>
              </a:extLst>
            </p:cNvPr>
            <p:cNvSpPr/>
            <p:nvPr/>
          </p:nvSpPr>
          <p:spPr>
            <a:xfrm>
              <a:off x="7574840" y="1382353"/>
              <a:ext cx="136356" cy="132768"/>
            </a:xfrm>
            <a:custGeom>
              <a:avLst/>
              <a:gdLst>
                <a:gd name="connsiteX0" fmla="*/ 134427 w 136355"/>
                <a:gd name="connsiteY0" fmla="*/ 67819 h 132767"/>
                <a:gd name="connsiteX1" fmla="*/ 110027 w 136355"/>
                <a:gd name="connsiteY1" fmla="*/ 30142 h 132767"/>
                <a:gd name="connsiteX2" fmla="*/ 54049 w 136355"/>
                <a:gd name="connsiteY2" fmla="*/ 0 h 132767"/>
                <a:gd name="connsiteX3" fmla="*/ 4889 w 136355"/>
                <a:gd name="connsiteY3" fmla="*/ 19018 h 132767"/>
                <a:gd name="connsiteX4" fmla="*/ 4530 w 136355"/>
                <a:gd name="connsiteY4" fmla="*/ 54901 h 132767"/>
                <a:gd name="connsiteX5" fmla="*/ 8836 w 136355"/>
                <a:gd name="connsiteY5" fmla="*/ 90425 h 132767"/>
                <a:gd name="connsiteX6" fmla="*/ 26060 w 136355"/>
                <a:gd name="connsiteY6" fmla="*/ 129179 h 132767"/>
                <a:gd name="connsiteX7" fmla="*/ 45437 w 136355"/>
                <a:gd name="connsiteY7" fmla="*/ 133126 h 132767"/>
                <a:gd name="connsiteX8" fmla="*/ 128327 w 136355"/>
                <a:gd name="connsiteY8" fmla="*/ 87196 h 132767"/>
                <a:gd name="connsiteX9" fmla="*/ 134427 w 136355"/>
                <a:gd name="connsiteY9" fmla="*/ 67819 h 13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355" h="132767">
                  <a:moveTo>
                    <a:pt x="134427" y="67819"/>
                  </a:moveTo>
                  <a:cubicBezTo>
                    <a:pt x="126174" y="55619"/>
                    <a:pt x="119356" y="41983"/>
                    <a:pt x="110027" y="30142"/>
                  </a:cubicBezTo>
                  <a:cubicBezTo>
                    <a:pt x="96032" y="11841"/>
                    <a:pt x="77373" y="359"/>
                    <a:pt x="54049" y="0"/>
                  </a:cubicBezTo>
                  <a:cubicBezTo>
                    <a:pt x="35390" y="1076"/>
                    <a:pt x="17807" y="6100"/>
                    <a:pt x="4889" y="19018"/>
                  </a:cubicBezTo>
                  <a:cubicBezTo>
                    <a:pt x="-5517" y="29424"/>
                    <a:pt x="3813" y="43060"/>
                    <a:pt x="4530" y="54901"/>
                  </a:cubicBezTo>
                  <a:cubicBezTo>
                    <a:pt x="5248" y="66743"/>
                    <a:pt x="7042" y="78584"/>
                    <a:pt x="8836" y="90425"/>
                  </a:cubicBezTo>
                  <a:cubicBezTo>
                    <a:pt x="10989" y="104779"/>
                    <a:pt x="17807" y="117338"/>
                    <a:pt x="26060" y="129179"/>
                  </a:cubicBezTo>
                  <a:cubicBezTo>
                    <a:pt x="31802" y="137073"/>
                    <a:pt x="37184" y="138150"/>
                    <a:pt x="45437" y="133126"/>
                  </a:cubicBezTo>
                  <a:cubicBezTo>
                    <a:pt x="72708" y="117338"/>
                    <a:pt x="100338" y="101908"/>
                    <a:pt x="128327" y="87196"/>
                  </a:cubicBezTo>
                  <a:cubicBezTo>
                    <a:pt x="137657" y="82172"/>
                    <a:pt x="140886" y="77149"/>
                    <a:pt x="134427" y="6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xmlns="" id="{EE7546EA-EF36-42CB-9D06-8FB2D1714AE1}"/>
                </a:ext>
              </a:extLst>
            </p:cNvPr>
            <p:cNvSpPr/>
            <p:nvPr/>
          </p:nvSpPr>
          <p:spPr>
            <a:xfrm>
              <a:off x="7436197" y="1497762"/>
              <a:ext cx="150709" cy="118414"/>
            </a:xfrm>
            <a:custGeom>
              <a:avLst/>
              <a:gdLst>
                <a:gd name="connsiteX0" fmla="*/ 149991 w 150709"/>
                <a:gd name="connsiteY0" fmla="*/ 74054 h 118414"/>
                <a:gd name="connsiteX1" fmla="*/ 89349 w 150709"/>
                <a:gd name="connsiteY1" fmla="*/ 493 h 118414"/>
                <a:gd name="connsiteX2" fmla="*/ 0 w 150709"/>
                <a:gd name="connsiteY2" fmla="*/ 99531 h 118414"/>
                <a:gd name="connsiteX3" fmla="*/ 43419 w 150709"/>
                <a:gd name="connsiteY3" fmla="*/ 119267 h 118414"/>
                <a:gd name="connsiteX4" fmla="*/ 149991 w 150709"/>
                <a:gd name="connsiteY4" fmla="*/ 74054 h 118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9" h="118414">
                  <a:moveTo>
                    <a:pt x="149991" y="74054"/>
                  </a:moveTo>
                  <a:cubicBezTo>
                    <a:pt x="160398" y="40324"/>
                    <a:pt x="122720" y="-5248"/>
                    <a:pt x="89349" y="493"/>
                  </a:cubicBezTo>
                  <a:cubicBezTo>
                    <a:pt x="49160" y="7311"/>
                    <a:pt x="3229" y="58265"/>
                    <a:pt x="0" y="99531"/>
                  </a:cubicBezTo>
                  <a:cubicBezTo>
                    <a:pt x="8971" y="118549"/>
                    <a:pt x="25477" y="121061"/>
                    <a:pt x="43419" y="119267"/>
                  </a:cubicBezTo>
                  <a:cubicBezTo>
                    <a:pt x="83608" y="114961"/>
                    <a:pt x="119132" y="100607"/>
                    <a:pt x="149991" y="7405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xmlns="" id="{78ECFEBD-F8C5-4600-883D-55F36F5C8CF3}"/>
                </a:ext>
              </a:extLst>
            </p:cNvPr>
            <p:cNvSpPr/>
            <p:nvPr/>
          </p:nvSpPr>
          <p:spPr>
            <a:xfrm>
              <a:off x="7948111" y="2069789"/>
              <a:ext cx="204534" cy="172239"/>
            </a:xfrm>
            <a:custGeom>
              <a:avLst/>
              <a:gdLst>
                <a:gd name="connsiteX0" fmla="*/ 7314 w 204533"/>
                <a:gd name="connsiteY0" fmla="*/ 120293 h 172238"/>
                <a:gd name="connsiteX1" fmla="*/ 39609 w 204533"/>
                <a:gd name="connsiteY1" fmla="*/ 168017 h 172238"/>
                <a:gd name="connsiteX2" fmla="*/ 61498 w 204533"/>
                <a:gd name="connsiteY2" fmla="*/ 171605 h 172238"/>
                <a:gd name="connsiteX3" fmla="*/ 97022 w 204533"/>
                <a:gd name="connsiteY3" fmla="*/ 154740 h 172238"/>
                <a:gd name="connsiteX4" fmla="*/ 161612 w 204533"/>
                <a:gd name="connsiteY4" fmla="*/ 130340 h 172238"/>
                <a:gd name="connsiteX5" fmla="*/ 205030 w 204533"/>
                <a:gd name="connsiteY5" fmla="*/ 72209 h 172238"/>
                <a:gd name="connsiteX6" fmla="*/ 89846 w 204533"/>
                <a:gd name="connsiteY6" fmla="*/ 9055 h 172238"/>
                <a:gd name="connsiteX7" fmla="*/ 58986 w 204533"/>
                <a:gd name="connsiteY7" fmla="*/ 26638 h 172238"/>
                <a:gd name="connsiteX8" fmla="*/ 138 w 204533"/>
                <a:gd name="connsiteY8" fmla="*/ 104863 h 172238"/>
                <a:gd name="connsiteX9" fmla="*/ 7314 w 204533"/>
                <a:gd name="connsiteY9" fmla="*/ 120293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533" h="172238">
                  <a:moveTo>
                    <a:pt x="7314" y="120293"/>
                  </a:moveTo>
                  <a:cubicBezTo>
                    <a:pt x="10544" y="141464"/>
                    <a:pt x="26691" y="153664"/>
                    <a:pt x="39609" y="168017"/>
                  </a:cubicBezTo>
                  <a:cubicBezTo>
                    <a:pt x="46427" y="175553"/>
                    <a:pt x="52886" y="176629"/>
                    <a:pt x="61498" y="171605"/>
                  </a:cubicBezTo>
                  <a:cubicBezTo>
                    <a:pt x="72981" y="165146"/>
                    <a:pt x="85181" y="160123"/>
                    <a:pt x="97022" y="154740"/>
                  </a:cubicBezTo>
                  <a:cubicBezTo>
                    <a:pt x="121423" y="154382"/>
                    <a:pt x="140082" y="138952"/>
                    <a:pt x="161612" y="130340"/>
                  </a:cubicBezTo>
                  <a:cubicBezTo>
                    <a:pt x="187806" y="119934"/>
                    <a:pt x="208619" y="105222"/>
                    <a:pt x="205030" y="72209"/>
                  </a:cubicBezTo>
                  <a:cubicBezTo>
                    <a:pt x="189242" y="10849"/>
                    <a:pt x="141876" y="-15346"/>
                    <a:pt x="89846" y="9055"/>
                  </a:cubicBezTo>
                  <a:cubicBezTo>
                    <a:pt x="79081" y="14079"/>
                    <a:pt x="69033" y="20896"/>
                    <a:pt x="58986" y="26638"/>
                  </a:cubicBezTo>
                  <a:cubicBezTo>
                    <a:pt x="29921" y="32738"/>
                    <a:pt x="-2374" y="75798"/>
                    <a:pt x="138" y="104863"/>
                  </a:cubicBezTo>
                  <a:cubicBezTo>
                    <a:pt x="497" y="111322"/>
                    <a:pt x="1932" y="117063"/>
                    <a:pt x="7314" y="12029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xmlns="" id="{F54A3777-E7A1-4EDD-89E2-C1ED05152FE0}"/>
                </a:ext>
              </a:extLst>
            </p:cNvPr>
            <p:cNvSpPr/>
            <p:nvPr/>
          </p:nvSpPr>
          <p:spPr>
            <a:xfrm>
              <a:off x="8146844" y="1966373"/>
              <a:ext cx="204534" cy="150709"/>
            </a:xfrm>
            <a:custGeom>
              <a:avLst/>
              <a:gdLst>
                <a:gd name="connsiteX0" fmla="*/ 4504 w 204533"/>
                <a:gd name="connsiteY0" fmla="*/ 82688 h 150709"/>
                <a:gd name="connsiteX1" fmla="*/ 557 w 204533"/>
                <a:gd name="connsiteY1" fmla="*/ 103141 h 150709"/>
                <a:gd name="connsiteX2" fmla="*/ 65505 w 204533"/>
                <a:gd name="connsiteY2" fmla="*/ 151942 h 150709"/>
                <a:gd name="connsiteX3" fmla="*/ 93853 w 204533"/>
                <a:gd name="connsiteY3" fmla="*/ 146201 h 150709"/>
                <a:gd name="connsiteX4" fmla="*/ 174949 w 204533"/>
                <a:gd name="connsiteY4" fmla="*/ 104218 h 150709"/>
                <a:gd name="connsiteX5" fmla="*/ 194684 w 204533"/>
                <a:gd name="connsiteY5" fmla="*/ 44293 h 150709"/>
                <a:gd name="connsiteX6" fmla="*/ 173154 w 204533"/>
                <a:gd name="connsiteY6" fmla="*/ 13792 h 150709"/>
                <a:gd name="connsiteX7" fmla="*/ 140860 w 204533"/>
                <a:gd name="connsiteY7" fmla="*/ 157 h 150709"/>
                <a:gd name="connsiteX8" fmla="*/ 4504 w 204533"/>
                <a:gd name="connsiteY8" fmla="*/ 82688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533" h="150709">
                  <a:moveTo>
                    <a:pt x="4504" y="82688"/>
                  </a:moveTo>
                  <a:cubicBezTo>
                    <a:pt x="1633" y="89147"/>
                    <a:pt x="-1237" y="95606"/>
                    <a:pt x="557" y="103141"/>
                  </a:cubicBezTo>
                  <a:cubicBezTo>
                    <a:pt x="7733" y="130771"/>
                    <a:pt x="35005" y="151942"/>
                    <a:pt x="65505" y="151942"/>
                  </a:cubicBezTo>
                  <a:cubicBezTo>
                    <a:pt x="74476" y="152301"/>
                    <a:pt x="84164" y="150148"/>
                    <a:pt x="93853" y="146201"/>
                  </a:cubicBezTo>
                  <a:cubicBezTo>
                    <a:pt x="122201" y="134359"/>
                    <a:pt x="148395" y="118930"/>
                    <a:pt x="174949" y="104218"/>
                  </a:cubicBezTo>
                  <a:cubicBezTo>
                    <a:pt x="211549" y="84482"/>
                    <a:pt x="211908" y="82688"/>
                    <a:pt x="194684" y="44293"/>
                  </a:cubicBezTo>
                  <a:cubicBezTo>
                    <a:pt x="189661" y="32810"/>
                    <a:pt x="182484" y="22404"/>
                    <a:pt x="173154" y="13792"/>
                  </a:cubicBezTo>
                  <a:cubicBezTo>
                    <a:pt x="164184" y="5180"/>
                    <a:pt x="153419" y="874"/>
                    <a:pt x="140860" y="157"/>
                  </a:cubicBezTo>
                  <a:cubicBezTo>
                    <a:pt x="87753" y="-2714"/>
                    <a:pt x="26034" y="34245"/>
                    <a:pt x="4504" y="8268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xmlns="" id="{0D97368B-B5FB-4C77-B570-CCB8EF8370BB}"/>
                </a:ext>
              </a:extLst>
            </p:cNvPr>
            <p:cNvSpPr/>
            <p:nvPr/>
          </p:nvSpPr>
          <p:spPr>
            <a:xfrm>
              <a:off x="8052021" y="1817256"/>
              <a:ext cx="204534" cy="161474"/>
            </a:xfrm>
            <a:custGeom>
              <a:avLst/>
              <a:gdLst>
                <a:gd name="connsiteX0" fmla="*/ 3519 w 204533"/>
                <a:gd name="connsiteY0" fmla="*/ 76431 h 161474"/>
                <a:gd name="connsiteX1" fmla="*/ 3519 w 204533"/>
                <a:gd name="connsiteY1" fmla="*/ 99755 h 161474"/>
                <a:gd name="connsiteX2" fmla="*/ 37967 w 204533"/>
                <a:gd name="connsiteY2" fmla="*/ 156450 h 161474"/>
                <a:gd name="connsiteX3" fmla="*/ 56626 w 204533"/>
                <a:gd name="connsiteY3" fmla="*/ 162192 h 161474"/>
                <a:gd name="connsiteX4" fmla="*/ 195494 w 204533"/>
                <a:gd name="connsiteY4" fmla="*/ 87555 h 161474"/>
                <a:gd name="connsiteX5" fmla="*/ 204465 w 204533"/>
                <a:gd name="connsiteY5" fmla="*/ 72125 h 161474"/>
                <a:gd name="connsiteX6" fmla="*/ 121575 w 204533"/>
                <a:gd name="connsiteY6" fmla="*/ 0 h 161474"/>
                <a:gd name="connsiteX7" fmla="*/ 3519 w 204533"/>
                <a:gd name="connsiteY7" fmla="*/ 7643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61474">
                  <a:moveTo>
                    <a:pt x="3519" y="76431"/>
                  </a:moveTo>
                  <a:cubicBezTo>
                    <a:pt x="-428" y="84325"/>
                    <a:pt x="-1863" y="91502"/>
                    <a:pt x="3519" y="99755"/>
                  </a:cubicBezTo>
                  <a:cubicBezTo>
                    <a:pt x="15360" y="118414"/>
                    <a:pt x="26843" y="137432"/>
                    <a:pt x="37967" y="156450"/>
                  </a:cubicBezTo>
                  <a:cubicBezTo>
                    <a:pt x="42632" y="164703"/>
                    <a:pt x="47655" y="167215"/>
                    <a:pt x="56626" y="162192"/>
                  </a:cubicBezTo>
                  <a:cubicBezTo>
                    <a:pt x="102915" y="137073"/>
                    <a:pt x="149204" y="112314"/>
                    <a:pt x="195494" y="87555"/>
                  </a:cubicBezTo>
                  <a:cubicBezTo>
                    <a:pt x="201594" y="84325"/>
                    <a:pt x="205541" y="80737"/>
                    <a:pt x="204465" y="72125"/>
                  </a:cubicBezTo>
                  <a:cubicBezTo>
                    <a:pt x="199441" y="33012"/>
                    <a:pt x="164275" y="718"/>
                    <a:pt x="121575" y="0"/>
                  </a:cubicBezTo>
                  <a:cubicBezTo>
                    <a:pt x="71697" y="5382"/>
                    <a:pt x="28637" y="26195"/>
                    <a:pt x="3519" y="7643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xmlns="" id="{DE520813-6393-4D6E-96C9-8A6B175BE1DF}"/>
                </a:ext>
              </a:extLst>
            </p:cNvPr>
            <p:cNvSpPr/>
            <p:nvPr/>
          </p:nvSpPr>
          <p:spPr>
            <a:xfrm>
              <a:off x="7771521" y="1765880"/>
              <a:ext cx="200945" cy="161474"/>
            </a:xfrm>
            <a:custGeom>
              <a:avLst/>
              <a:gdLst>
                <a:gd name="connsiteX0" fmla="*/ 32478 w 200945"/>
                <a:gd name="connsiteY0" fmla="*/ 154361 h 161474"/>
                <a:gd name="connsiteX1" fmla="*/ 54008 w 200945"/>
                <a:gd name="connsiteY1" fmla="*/ 160820 h 161474"/>
                <a:gd name="connsiteX2" fmla="*/ 195388 w 200945"/>
                <a:gd name="connsiteY2" fmla="*/ 82953 h 161474"/>
                <a:gd name="connsiteX3" fmla="*/ 204000 w 200945"/>
                <a:gd name="connsiteY3" fmla="*/ 69318 h 161474"/>
                <a:gd name="connsiteX4" fmla="*/ 115010 w 200945"/>
                <a:gd name="connsiteY4" fmla="*/ 63 h 161474"/>
                <a:gd name="connsiteX5" fmla="*/ 4131 w 200945"/>
                <a:gd name="connsiteY5" fmla="*/ 71830 h 161474"/>
                <a:gd name="connsiteX6" fmla="*/ 4490 w 200945"/>
                <a:gd name="connsiteY6" fmla="*/ 102330 h 161474"/>
                <a:gd name="connsiteX7" fmla="*/ 32478 w 200945"/>
                <a:gd name="connsiteY7" fmla="*/ 15436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945" h="161474">
                  <a:moveTo>
                    <a:pt x="32478" y="154361"/>
                  </a:moveTo>
                  <a:cubicBezTo>
                    <a:pt x="37861" y="164767"/>
                    <a:pt x="43961" y="166202"/>
                    <a:pt x="54008" y="160820"/>
                  </a:cubicBezTo>
                  <a:cubicBezTo>
                    <a:pt x="101015" y="134625"/>
                    <a:pt x="148381" y="108789"/>
                    <a:pt x="195388" y="82953"/>
                  </a:cubicBezTo>
                  <a:cubicBezTo>
                    <a:pt x="200770" y="80083"/>
                    <a:pt x="205435" y="77212"/>
                    <a:pt x="204000" y="69318"/>
                  </a:cubicBezTo>
                  <a:cubicBezTo>
                    <a:pt x="196823" y="34870"/>
                    <a:pt x="172781" y="-1731"/>
                    <a:pt x="115010" y="63"/>
                  </a:cubicBezTo>
                  <a:cubicBezTo>
                    <a:pt x="75538" y="5087"/>
                    <a:pt x="29608" y="20876"/>
                    <a:pt x="4131" y="71830"/>
                  </a:cubicBezTo>
                  <a:cubicBezTo>
                    <a:pt x="-893" y="82236"/>
                    <a:pt x="-1969" y="91565"/>
                    <a:pt x="4490" y="102330"/>
                  </a:cubicBezTo>
                  <a:cubicBezTo>
                    <a:pt x="14178" y="119554"/>
                    <a:pt x="23508" y="136778"/>
                    <a:pt x="32478" y="15436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xmlns="" id="{2857F99B-96CD-473C-B75F-C836EFFC447B}"/>
                </a:ext>
              </a:extLst>
            </p:cNvPr>
            <p:cNvSpPr/>
            <p:nvPr/>
          </p:nvSpPr>
          <p:spPr>
            <a:xfrm>
              <a:off x="7672603" y="2029452"/>
              <a:ext cx="211710" cy="161474"/>
            </a:xfrm>
            <a:custGeom>
              <a:avLst/>
              <a:gdLst>
                <a:gd name="connsiteX0" fmla="*/ 145032 w 211710"/>
                <a:gd name="connsiteY0" fmla="*/ 120800 h 161474"/>
                <a:gd name="connsiteX1" fmla="*/ 197062 w 211710"/>
                <a:gd name="connsiteY1" fmla="*/ 89940 h 161474"/>
                <a:gd name="connsiteX2" fmla="*/ 211415 w 211710"/>
                <a:gd name="connsiteY2" fmla="*/ 66257 h 161474"/>
                <a:gd name="connsiteX3" fmla="*/ 190244 w 211710"/>
                <a:gd name="connsiteY3" fmla="*/ 31092 h 161474"/>
                <a:gd name="connsiteX4" fmla="*/ 168356 w 211710"/>
                <a:gd name="connsiteY4" fmla="*/ 11356 h 161474"/>
                <a:gd name="connsiteX5" fmla="*/ 86901 w 211710"/>
                <a:gd name="connsiteY5" fmla="*/ 2744 h 161474"/>
                <a:gd name="connsiteX6" fmla="*/ 47430 w 211710"/>
                <a:gd name="connsiteY6" fmla="*/ 22480 h 161474"/>
                <a:gd name="connsiteX7" fmla="*/ 64 w 211710"/>
                <a:gd name="connsiteY7" fmla="*/ 96040 h 161474"/>
                <a:gd name="connsiteX8" fmla="*/ 37023 w 211710"/>
                <a:gd name="connsiteY8" fmla="*/ 155247 h 161474"/>
                <a:gd name="connsiteX9" fmla="*/ 57118 w 211710"/>
                <a:gd name="connsiteY9" fmla="*/ 159912 h 161474"/>
                <a:gd name="connsiteX10" fmla="*/ 118837 w 211710"/>
                <a:gd name="connsiteY10" fmla="*/ 127617 h 161474"/>
                <a:gd name="connsiteX11" fmla="*/ 145032 w 211710"/>
                <a:gd name="connsiteY11" fmla="*/ 120800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710" h="161474">
                  <a:moveTo>
                    <a:pt x="145032" y="120800"/>
                  </a:moveTo>
                  <a:cubicBezTo>
                    <a:pt x="162256" y="110035"/>
                    <a:pt x="180197" y="100705"/>
                    <a:pt x="197062" y="89940"/>
                  </a:cubicBezTo>
                  <a:cubicBezTo>
                    <a:pt x="206033" y="84199"/>
                    <a:pt x="214645" y="78458"/>
                    <a:pt x="211415" y="66257"/>
                  </a:cubicBezTo>
                  <a:cubicBezTo>
                    <a:pt x="207827" y="52622"/>
                    <a:pt x="209621" y="35398"/>
                    <a:pt x="190244" y="31092"/>
                  </a:cubicBezTo>
                  <a:cubicBezTo>
                    <a:pt x="184144" y="23556"/>
                    <a:pt x="179121" y="13868"/>
                    <a:pt x="168356" y="11356"/>
                  </a:cubicBezTo>
                  <a:cubicBezTo>
                    <a:pt x="141443" y="4897"/>
                    <a:pt x="115249" y="-4791"/>
                    <a:pt x="86901" y="2744"/>
                  </a:cubicBezTo>
                  <a:cubicBezTo>
                    <a:pt x="73624" y="9203"/>
                    <a:pt x="59271" y="14227"/>
                    <a:pt x="47430" y="22480"/>
                  </a:cubicBezTo>
                  <a:cubicBezTo>
                    <a:pt x="21594" y="40063"/>
                    <a:pt x="-1371" y="60157"/>
                    <a:pt x="64" y="96040"/>
                  </a:cubicBezTo>
                  <a:cubicBezTo>
                    <a:pt x="12264" y="115776"/>
                    <a:pt x="25182" y="135153"/>
                    <a:pt x="37023" y="155247"/>
                  </a:cubicBezTo>
                  <a:cubicBezTo>
                    <a:pt x="42765" y="164936"/>
                    <a:pt x="48147" y="164936"/>
                    <a:pt x="57118" y="159912"/>
                  </a:cubicBezTo>
                  <a:cubicBezTo>
                    <a:pt x="77213" y="148430"/>
                    <a:pt x="98025" y="138382"/>
                    <a:pt x="118837" y="127617"/>
                  </a:cubicBezTo>
                  <a:cubicBezTo>
                    <a:pt x="127808" y="127617"/>
                    <a:pt x="136779" y="125823"/>
                    <a:pt x="145032" y="12080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7B3E7804-8FE6-4C63-9502-42C96F12C1FC}"/>
                </a:ext>
              </a:extLst>
            </p:cNvPr>
            <p:cNvSpPr/>
            <p:nvPr/>
          </p:nvSpPr>
          <p:spPr>
            <a:xfrm>
              <a:off x="7861270" y="1924142"/>
              <a:ext cx="204534" cy="143532"/>
            </a:xfrm>
            <a:custGeom>
              <a:avLst/>
              <a:gdLst>
                <a:gd name="connsiteX0" fmla="*/ 30642 w 204533"/>
                <a:gd name="connsiteY0" fmla="*/ 130660 h 143532"/>
                <a:gd name="connsiteX1" fmla="*/ 33513 w 204533"/>
                <a:gd name="connsiteY1" fmla="*/ 132813 h 143532"/>
                <a:gd name="connsiteX2" fmla="*/ 66167 w 204533"/>
                <a:gd name="connsiteY2" fmla="*/ 139989 h 143532"/>
                <a:gd name="connsiteX3" fmla="*/ 200011 w 204533"/>
                <a:gd name="connsiteY3" fmla="*/ 80782 h 143532"/>
                <a:gd name="connsiteX4" fmla="*/ 205034 w 204533"/>
                <a:gd name="connsiteY4" fmla="*/ 68582 h 143532"/>
                <a:gd name="connsiteX5" fmla="*/ 138650 w 204533"/>
                <a:gd name="connsiteY5" fmla="*/ 404 h 143532"/>
                <a:gd name="connsiteX6" fmla="*/ 32078 w 204533"/>
                <a:gd name="connsiteY6" fmla="*/ 33775 h 143532"/>
                <a:gd name="connsiteX7" fmla="*/ 30642 w 204533"/>
                <a:gd name="connsiteY7" fmla="*/ 130660 h 1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43532">
                  <a:moveTo>
                    <a:pt x="30642" y="130660"/>
                  </a:moveTo>
                  <a:cubicBezTo>
                    <a:pt x="31360" y="131377"/>
                    <a:pt x="32436" y="132095"/>
                    <a:pt x="33513" y="132813"/>
                  </a:cubicBezTo>
                  <a:cubicBezTo>
                    <a:pt x="43919" y="148242"/>
                    <a:pt x="51454" y="149678"/>
                    <a:pt x="66167" y="139989"/>
                  </a:cubicBezTo>
                  <a:cubicBezTo>
                    <a:pt x="115685" y="131019"/>
                    <a:pt x="155874" y="101594"/>
                    <a:pt x="200011" y="80782"/>
                  </a:cubicBezTo>
                  <a:cubicBezTo>
                    <a:pt x="205034" y="78270"/>
                    <a:pt x="205752" y="73964"/>
                    <a:pt x="205034" y="68582"/>
                  </a:cubicBezTo>
                  <a:cubicBezTo>
                    <a:pt x="201805" y="34852"/>
                    <a:pt x="171304" y="2198"/>
                    <a:pt x="138650" y="404"/>
                  </a:cubicBezTo>
                  <a:cubicBezTo>
                    <a:pt x="99179" y="-2108"/>
                    <a:pt x="61143" y="6863"/>
                    <a:pt x="32078" y="33775"/>
                  </a:cubicBezTo>
                  <a:cubicBezTo>
                    <a:pt x="-9906" y="72888"/>
                    <a:pt x="-10982" y="94059"/>
                    <a:pt x="30642" y="130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xmlns="" id="{51BE9278-B433-4226-84F4-6F7EDB47B907}"/>
                </a:ext>
              </a:extLst>
            </p:cNvPr>
            <p:cNvSpPr/>
            <p:nvPr/>
          </p:nvSpPr>
          <p:spPr>
            <a:xfrm>
              <a:off x="7976206" y="1687437"/>
              <a:ext cx="190180" cy="139944"/>
            </a:xfrm>
            <a:custGeom>
              <a:avLst/>
              <a:gdLst>
                <a:gd name="connsiteX0" fmla="*/ 20127 w 190180"/>
                <a:gd name="connsiteY0" fmla="*/ 46929 h 139944"/>
                <a:gd name="connsiteX1" fmla="*/ 3621 w 190180"/>
                <a:gd name="connsiteY1" fmla="*/ 76712 h 139944"/>
                <a:gd name="connsiteX2" fmla="*/ 1109 w 190180"/>
                <a:gd name="connsiteY2" fmla="*/ 95372 h 139944"/>
                <a:gd name="connsiteX3" fmla="*/ 74310 w 190180"/>
                <a:gd name="connsiteY3" fmla="*/ 142020 h 139944"/>
                <a:gd name="connsiteX4" fmla="*/ 153971 w 190180"/>
                <a:gd name="connsiteY4" fmla="*/ 107213 h 139944"/>
                <a:gd name="connsiteX5" fmla="*/ 191289 w 190180"/>
                <a:gd name="connsiteY5" fmla="*/ 46929 h 139944"/>
                <a:gd name="connsiteX6" fmla="*/ 163659 w 190180"/>
                <a:gd name="connsiteY6" fmla="*/ 10329 h 139944"/>
                <a:gd name="connsiteX7" fmla="*/ 108758 w 190180"/>
                <a:gd name="connsiteY7" fmla="*/ 2793 h 139944"/>
                <a:gd name="connsiteX8" fmla="*/ 33762 w 190180"/>
                <a:gd name="connsiteY8" fmla="*/ 23964 h 139944"/>
                <a:gd name="connsiteX9" fmla="*/ 20127 w 190180"/>
                <a:gd name="connsiteY9" fmla="*/ 46929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180" h="139944">
                  <a:moveTo>
                    <a:pt x="20127" y="46929"/>
                  </a:moveTo>
                  <a:cubicBezTo>
                    <a:pt x="14744" y="56977"/>
                    <a:pt x="9003" y="66665"/>
                    <a:pt x="3621" y="76712"/>
                  </a:cubicBezTo>
                  <a:cubicBezTo>
                    <a:pt x="750" y="82454"/>
                    <a:pt x="-1403" y="88195"/>
                    <a:pt x="1109" y="95372"/>
                  </a:cubicBezTo>
                  <a:cubicBezTo>
                    <a:pt x="11156" y="128025"/>
                    <a:pt x="40580" y="147402"/>
                    <a:pt x="74310" y="142020"/>
                  </a:cubicBezTo>
                  <a:cubicBezTo>
                    <a:pt x="103734" y="137355"/>
                    <a:pt x="130647" y="125872"/>
                    <a:pt x="153971" y="107213"/>
                  </a:cubicBezTo>
                  <a:cubicBezTo>
                    <a:pt x="172989" y="91783"/>
                    <a:pt x="189854" y="73842"/>
                    <a:pt x="191289" y="46929"/>
                  </a:cubicBezTo>
                  <a:cubicBezTo>
                    <a:pt x="195236" y="26117"/>
                    <a:pt x="188060" y="16429"/>
                    <a:pt x="163659" y="10329"/>
                  </a:cubicBezTo>
                  <a:cubicBezTo>
                    <a:pt x="145359" y="7817"/>
                    <a:pt x="127058" y="5305"/>
                    <a:pt x="108758" y="2793"/>
                  </a:cubicBezTo>
                  <a:cubicBezTo>
                    <a:pt x="78975" y="-6895"/>
                    <a:pt x="57086" y="10687"/>
                    <a:pt x="33762" y="23964"/>
                  </a:cubicBezTo>
                  <a:cubicBezTo>
                    <a:pt x="25150" y="28988"/>
                    <a:pt x="20127" y="36523"/>
                    <a:pt x="20127" y="4692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78851E1B-D9F3-4C77-9984-789C57E3195D}"/>
                </a:ext>
              </a:extLst>
            </p:cNvPr>
            <p:cNvSpPr/>
            <p:nvPr/>
          </p:nvSpPr>
          <p:spPr>
            <a:xfrm>
              <a:off x="7691071" y="1625139"/>
              <a:ext cx="197357" cy="150709"/>
            </a:xfrm>
            <a:custGeom>
              <a:avLst/>
              <a:gdLst>
                <a:gd name="connsiteX0" fmla="*/ 69510 w 197357"/>
                <a:gd name="connsiteY0" fmla="*/ 152646 h 150709"/>
                <a:gd name="connsiteX1" fmla="*/ 182900 w 197357"/>
                <a:gd name="connsiteY1" fmla="*/ 80162 h 150709"/>
                <a:gd name="connsiteX2" fmla="*/ 194024 w 197357"/>
                <a:gd name="connsiteY2" fmla="*/ 42843 h 150709"/>
                <a:gd name="connsiteX3" fmla="*/ 186130 w 197357"/>
                <a:gd name="connsiteY3" fmla="*/ 25261 h 150709"/>
                <a:gd name="connsiteX4" fmla="*/ 99293 w 197357"/>
                <a:gd name="connsiteY4" fmla="*/ 4090 h 150709"/>
                <a:gd name="connsiteX5" fmla="*/ 71304 w 197357"/>
                <a:gd name="connsiteY5" fmla="*/ 15931 h 150709"/>
                <a:gd name="connsiteX6" fmla="*/ 57668 w 197357"/>
                <a:gd name="connsiteY6" fmla="*/ 26696 h 150709"/>
                <a:gd name="connsiteX7" fmla="*/ 6714 w 197357"/>
                <a:gd name="connsiteY7" fmla="*/ 67244 h 150709"/>
                <a:gd name="connsiteX8" fmla="*/ 614 w 197357"/>
                <a:gd name="connsiteY8" fmla="*/ 92003 h 150709"/>
                <a:gd name="connsiteX9" fmla="*/ 69510 w 197357"/>
                <a:gd name="connsiteY9" fmla="*/ 152646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7357" h="150709">
                  <a:moveTo>
                    <a:pt x="69510" y="152646"/>
                  </a:moveTo>
                  <a:cubicBezTo>
                    <a:pt x="117593" y="145469"/>
                    <a:pt x="157064" y="123580"/>
                    <a:pt x="182900" y="80162"/>
                  </a:cubicBezTo>
                  <a:cubicBezTo>
                    <a:pt x="197971" y="70115"/>
                    <a:pt x="201918" y="58273"/>
                    <a:pt x="194024" y="42843"/>
                  </a:cubicBezTo>
                  <a:cubicBezTo>
                    <a:pt x="191153" y="37102"/>
                    <a:pt x="189359" y="30643"/>
                    <a:pt x="186130" y="25261"/>
                  </a:cubicBezTo>
                  <a:cubicBezTo>
                    <a:pt x="161370" y="1219"/>
                    <a:pt x="132305" y="-5240"/>
                    <a:pt x="99293" y="4090"/>
                  </a:cubicBezTo>
                  <a:cubicBezTo>
                    <a:pt x="89604" y="6960"/>
                    <a:pt x="80992" y="12343"/>
                    <a:pt x="71304" y="15931"/>
                  </a:cubicBezTo>
                  <a:cubicBezTo>
                    <a:pt x="66280" y="18802"/>
                    <a:pt x="63768" y="24543"/>
                    <a:pt x="57668" y="26696"/>
                  </a:cubicBezTo>
                  <a:cubicBezTo>
                    <a:pt x="35780" y="33873"/>
                    <a:pt x="21785" y="51455"/>
                    <a:pt x="6714" y="67244"/>
                  </a:cubicBezTo>
                  <a:cubicBezTo>
                    <a:pt x="-104" y="74420"/>
                    <a:pt x="-821" y="82674"/>
                    <a:pt x="614" y="92003"/>
                  </a:cubicBezTo>
                  <a:cubicBezTo>
                    <a:pt x="-1539" y="127886"/>
                    <a:pt x="31474" y="158387"/>
                    <a:pt x="69510" y="15264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9FE280B4-363A-4C76-A9C4-BFA02630E6DA}"/>
                </a:ext>
              </a:extLst>
            </p:cNvPr>
            <p:cNvSpPr/>
            <p:nvPr/>
          </p:nvSpPr>
          <p:spPr>
            <a:xfrm>
              <a:off x="8215579" y="2125245"/>
              <a:ext cx="183004" cy="150709"/>
            </a:xfrm>
            <a:custGeom>
              <a:avLst/>
              <a:gdLst>
                <a:gd name="connsiteX0" fmla="*/ 38394 w 183003"/>
                <a:gd name="connsiteY0" fmla="*/ 53713 h 150709"/>
                <a:gd name="connsiteX1" fmla="*/ 30141 w 183003"/>
                <a:gd name="connsiteY1" fmla="*/ 55507 h 150709"/>
                <a:gd name="connsiteX2" fmla="*/ 2870 w 183003"/>
                <a:gd name="connsiteY2" fmla="*/ 93543 h 150709"/>
                <a:gd name="connsiteX3" fmla="*/ 28705 w 183003"/>
                <a:gd name="connsiteY3" fmla="*/ 137320 h 150709"/>
                <a:gd name="connsiteX4" fmla="*/ 53465 w 183003"/>
                <a:gd name="connsiteY4" fmla="*/ 150238 h 150709"/>
                <a:gd name="connsiteX5" fmla="*/ 56335 w 183003"/>
                <a:gd name="connsiteY5" fmla="*/ 151315 h 150709"/>
                <a:gd name="connsiteX6" fmla="*/ 181567 w 183003"/>
                <a:gd name="connsiteY6" fmla="*/ 96414 h 150709"/>
                <a:gd name="connsiteX7" fmla="*/ 155373 w 183003"/>
                <a:gd name="connsiteY7" fmla="*/ 8500 h 150709"/>
                <a:gd name="connsiteX8" fmla="*/ 129537 w 183003"/>
                <a:gd name="connsiteY8" fmla="*/ 3835 h 150709"/>
                <a:gd name="connsiteX9" fmla="*/ 38394 w 183003"/>
                <a:gd name="connsiteY9" fmla="*/ 53713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003" h="150709">
                  <a:moveTo>
                    <a:pt x="38394" y="53713"/>
                  </a:moveTo>
                  <a:cubicBezTo>
                    <a:pt x="35882" y="55866"/>
                    <a:pt x="33011" y="55507"/>
                    <a:pt x="30141" y="55507"/>
                  </a:cubicBezTo>
                  <a:cubicBezTo>
                    <a:pt x="4305" y="55866"/>
                    <a:pt x="-5384" y="69501"/>
                    <a:pt x="2870" y="93543"/>
                  </a:cubicBezTo>
                  <a:cubicBezTo>
                    <a:pt x="8611" y="109690"/>
                    <a:pt x="18658" y="123685"/>
                    <a:pt x="28705" y="137320"/>
                  </a:cubicBezTo>
                  <a:cubicBezTo>
                    <a:pt x="34447" y="145574"/>
                    <a:pt x="42341" y="151315"/>
                    <a:pt x="53465" y="150238"/>
                  </a:cubicBezTo>
                  <a:cubicBezTo>
                    <a:pt x="54541" y="150597"/>
                    <a:pt x="55618" y="150597"/>
                    <a:pt x="56335" y="151315"/>
                  </a:cubicBezTo>
                  <a:cubicBezTo>
                    <a:pt x="110878" y="161721"/>
                    <a:pt x="149990" y="137320"/>
                    <a:pt x="181567" y="96414"/>
                  </a:cubicBezTo>
                  <a:cubicBezTo>
                    <a:pt x="192691" y="61248"/>
                    <a:pt x="177262" y="33977"/>
                    <a:pt x="155373" y="8500"/>
                  </a:cubicBezTo>
                  <a:cubicBezTo>
                    <a:pt x="147478" y="-830"/>
                    <a:pt x="140661" y="-2624"/>
                    <a:pt x="129537" y="3835"/>
                  </a:cubicBezTo>
                  <a:cubicBezTo>
                    <a:pt x="99395" y="21059"/>
                    <a:pt x="68894" y="36848"/>
                    <a:pt x="38394" y="5371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xmlns="" id="{C61A6BB0-D319-4C8D-9D32-C6A603BFFCA4}"/>
                </a:ext>
              </a:extLst>
            </p:cNvPr>
            <p:cNvSpPr/>
            <p:nvPr/>
          </p:nvSpPr>
          <p:spPr>
            <a:xfrm>
              <a:off x="7600193" y="1892475"/>
              <a:ext cx="175827" cy="150709"/>
            </a:xfrm>
            <a:custGeom>
              <a:avLst/>
              <a:gdLst>
                <a:gd name="connsiteX0" fmla="*/ 122710 w 175827"/>
                <a:gd name="connsiteY0" fmla="*/ 124649 h 150709"/>
                <a:gd name="connsiteX1" fmla="*/ 158235 w 175827"/>
                <a:gd name="connsiteY1" fmla="*/ 97737 h 150709"/>
                <a:gd name="connsiteX2" fmla="*/ 168641 w 175827"/>
                <a:gd name="connsiteY2" fmla="*/ 23818 h 150709"/>
                <a:gd name="connsiteX3" fmla="*/ 113022 w 175827"/>
                <a:gd name="connsiteY3" fmla="*/ 1929 h 150709"/>
                <a:gd name="connsiteX4" fmla="*/ 55609 w 175827"/>
                <a:gd name="connsiteY4" fmla="*/ 22024 h 150709"/>
                <a:gd name="connsiteX5" fmla="*/ 1426 w 175827"/>
                <a:gd name="connsiteY5" fmla="*/ 110296 h 150709"/>
                <a:gd name="connsiteX6" fmla="*/ 13267 w 175827"/>
                <a:gd name="connsiteY6" fmla="*/ 117114 h 150709"/>
                <a:gd name="connsiteX7" fmla="*/ 60992 w 175827"/>
                <a:gd name="connsiteY7" fmla="*/ 146897 h 150709"/>
                <a:gd name="connsiteX8" fmla="*/ 77498 w 175827"/>
                <a:gd name="connsiteY8" fmla="*/ 149409 h 150709"/>
                <a:gd name="connsiteX9" fmla="*/ 122710 w 175827"/>
                <a:gd name="connsiteY9" fmla="*/ 124649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827" h="150709">
                  <a:moveTo>
                    <a:pt x="122710" y="124649"/>
                  </a:moveTo>
                  <a:cubicBezTo>
                    <a:pt x="134552" y="115679"/>
                    <a:pt x="147470" y="107426"/>
                    <a:pt x="158235" y="97737"/>
                  </a:cubicBezTo>
                  <a:cubicBezTo>
                    <a:pt x="179047" y="79437"/>
                    <a:pt x="182276" y="51089"/>
                    <a:pt x="168641" y="23818"/>
                  </a:cubicBezTo>
                  <a:cubicBezTo>
                    <a:pt x="157158" y="853"/>
                    <a:pt x="146034" y="-3094"/>
                    <a:pt x="113022" y="1929"/>
                  </a:cubicBezTo>
                  <a:cubicBezTo>
                    <a:pt x="92569" y="5159"/>
                    <a:pt x="73909" y="12694"/>
                    <a:pt x="55609" y="22024"/>
                  </a:cubicBezTo>
                  <a:cubicBezTo>
                    <a:pt x="19367" y="40324"/>
                    <a:pt x="-6469" y="65084"/>
                    <a:pt x="1426" y="110296"/>
                  </a:cubicBezTo>
                  <a:cubicBezTo>
                    <a:pt x="4655" y="113885"/>
                    <a:pt x="8243" y="117473"/>
                    <a:pt x="13267" y="117114"/>
                  </a:cubicBezTo>
                  <a:cubicBezTo>
                    <a:pt x="36591" y="115679"/>
                    <a:pt x="51662" y="126444"/>
                    <a:pt x="60992" y="146897"/>
                  </a:cubicBezTo>
                  <a:cubicBezTo>
                    <a:pt x="64939" y="155509"/>
                    <a:pt x="71398" y="152638"/>
                    <a:pt x="77498" y="149409"/>
                  </a:cubicBezTo>
                  <a:cubicBezTo>
                    <a:pt x="92569" y="141156"/>
                    <a:pt x="107640" y="132903"/>
                    <a:pt x="122710" y="12464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xmlns="" id="{671703CA-D623-4E61-BE87-B2AE7BE6BA40}"/>
                </a:ext>
              </a:extLst>
            </p:cNvPr>
            <p:cNvSpPr/>
            <p:nvPr/>
          </p:nvSpPr>
          <p:spPr>
            <a:xfrm>
              <a:off x="7530044" y="1739838"/>
              <a:ext cx="190180" cy="147121"/>
            </a:xfrm>
            <a:custGeom>
              <a:avLst/>
              <a:gdLst>
                <a:gd name="connsiteX0" fmla="*/ 186400 w 190180"/>
                <a:gd name="connsiteY0" fmla="*/ 107201 h 147120"/>
                <a:gd name="connsiteX1" fmla="*/ 187476 w 190180"/>
                <a:gd name="connsiteY1" fmla="*/ 93206 h 147120"/>
                <a:gd name="connsiteX2" fmla="*/ 136522 w 190180"/>
                <a:gd name="connsiteY2" fmla="*/ 6728 h 147120"/>
                <a:gd name="connsiteX3" fmla="*/ 120734 w 190180"/>
                <a:gd name="connsiteY3" fmla="*/ 2422 h 147120"/>
                <a:gd name="connsiteX4" fmla="*/ 8061 w 190180"/>
                <a:gd name="connsiteY4" fmla="*/ 65218 h 147120"/>
                <a:gd name="connsiteX5" fmla="*/ 525 w 190180"/>
                <a:gd name="connsiteY5" fmla="*/ 81365 h 147120"/>
                <a:gd name="connsiteX6" fmla="*/ 88798 w 190180"/>
                <a:gd name="connsiteY6" fmla="*/ 147749 h 147120"/>
                <a:gd name="connsiteX7" fmla="*/ 186400 w 190180"/>
                <a:gd name="connsiteY7" fmla="*/ 107201 h 14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180" h="147120">
                  <a:moveTo>
                    <a:pt x="186400" y="107201"/>
                  </a:moveTo>
                  <a:cubicBezTo>
                    <a:pt x="192500" y="102895"/>
                    <a:pt x="190347" y="98230"/>
                    <a:pt x="187476" y="93206"/>
                  </a:cubicBezTo>
                  <a:cubicBezTo>
                    <a:pt x="170253" y="64500"/>
                    <a:pt x="153388" y="35793"/>
                    <a:pt x="136522" y="6728"/>
                  </a:cubicBezTo>
                  <a:cubicBezTo>
                    <a:pt x="132217" y="-449"/>
                    <a:pt x="127910" y="-1884"/>
                    <a:pt x="120734" y="2422"/>
                  </a:cubicBezTo>
                  <a:cubicBezTo>
                    <a:pt x="83415" y="23593"/>
                    <a:pt x="45738" y="44405"/>
                    <a:pt x="8061" y="65218"/>
                  </a:cubicBezTo>
                  <a:cubicBezTo>
                    <a:pt x="1602" y="68806"/>
                    <a:pt x="-1269" y="73112"/>
                    <a:pt x="525" y="81365"/>
                  </a:cubicBezTo>
                  <a:cubicBezTo>
                    <a:pt x="9137" y="117248"/>
                    <a:pt x="46456" y="147390"/>
                    <a:pt x="88798" y="147749"/>
                  </a:cubicBezTo>
                  <a:cubicBezTo>
                    <a:pt x="121810" y="145596"/>
                    <a:pt x="154823" y="128372"/>
                    <a:pt x="186400" y="10720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xmlns="" id="{90837899-83A1-4219-ADB1-B90D8595F82F}"/>
                </a:ext>
              </a:extLst>
            </p:cNvPr>
            <p:cNvSpPr/>
            <p:nvPr/>
          </p:nvSpPr>
          <p:spPr>
            <a:xfrm>
              <a:off x="7478936" y="1615703"/>
              <a:ext cx="179416" cy="150709"/>
            </a:xfrm>
            <a:custGeom>
              <a:avLst/>
              <a:gdLst>
                <a:gd name="connsiteX0" fmla="*/ 71369 w 179415"/>
                <a:gd name="connsiteY0" fmla="*/ 148805 h 150709"/>
                <a:gd name="connsiteX1" fmla="*/ 157848 w 179415"/>
                <a:gd name="connsiteY1" fmla="*/ 93186 h 150709"/>
                <a:gd name="connsiteX2" fmla="*/ 175072 w 179415"/>
                <a:gd name="connsiteY2" fmla="*/ 77038 h 150709"/>
                <a:gd name="connsiteX3" fmla="*/ 172201 w 179415"/>
                <a:gd name="connsiteY3" fmla="*/ 22137 h 150709"/>
                <a:gd name="connsiteX4" fmla="*/ 142418 w 179415"/>
                <a:gd name="connsiteY4" fmla="*/ 2402 h 150709"/>
                <a:gd name="connsiteX5" fmla="*/ 71010 w 179415"/>
                <a:gd name="connsiteY5" fmla="*/ 12808 h 150709"/>
                <a:gd name="connsiteX6" fmla="*/ 59169 w 179415"/>
                <a:gd name="connsiteY6" fmla="*/ 14961 h 150709"/>
                <a:gd name="connsiteX7" fmla="*/ 25798 w 179415"/>
                <a:gd name="connsiteY7" fmla="*/ 29314 h 150709"/>
                <a:gd name="connsiteX8" fmla="*/ 11086 w 179415"/>
                <a:gd name="connsiteY8" fmla="*/ 39002 h 150709"/>
                <a:gd name="connsiteX9" fmla="*/ 4986 w 179415"/>
                <a:gd name="connsiteY9" fmla="*/ 64121 h 150709"/>
                <a:gd name="connsiteX10" fmla="*/ 21492 w 179415"/>
                <a:gd name="connsiteY10" fmla="*/ 93186 h 150709"/>
                <a:gd name="connsiteX11" fmla="*/ 51992 w 179415"/>
                <a:gd name="connsiteY11" fmla="*/ 143063 h 150709"/>
                <a:gd name="connsiteX12" fmla="*/ 71369 w 179415"/>
                <a:gd name="connsiteY12" fmla="*/ 148805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415" h="150709">
                  <a:moveTo>
                    <a:pt x="71369" y="148805"/>
                  </a:moveTo>
                  <a:cubicBezTo>
                    <a:pt x="101152" y="131581"/>
                    <a:pt x="132012" y="116151"/>
                    <a:pt x="157848" y="93186"/>
                  </a:cubicBezTo>
                  <a:cubicBezTo>
                    <a:pt x="167177" y="91751"/>
                    <a:pt x="171483" y="84933"/>
                    <a:pt x="175072" y="77038"/>
                  </a:cubicBezTo>
                  <a:cubicBezTo>
                    <a:pt x="184042" y="58020"/>
                    <a:pt x="180454" y="40079"/>
                    <a:pt x="172201" y="22137"/>
                  </a:cubicBezTo>
                  <a:cubicBezTo>
                    <a:pt x="164665" y="11731"/>
                    <a:pt x="160001" y="-6569"/>
                    <a:pt x="142418" y="2402"/>
                  </a:cubicBezTo>
                  <a:cubicBezTo>
                    <a:pt x="119094" y="13884"/>
                    <a:pt x="96129" y="18190"/>
                    <a:pt x="71010" y="12808"/>
                  </a:cubicBezTo>
                  <a:cubicBezTo>
                    <a:pt x="66705" y="12449"/>
                    <a:pt x="61322" y="13525"/>
                    <a:pt x="59169" y="14961"/>
                  </a:cubicBezTo>
                  <a:cubicBezTo>
                    <a:pt x="48763" y="21420"/>
                    <a:pt x="32616" y="14602"/>
                    <a:pt x="25798" y="29314"/>
                  </a:cubicBezTo>
                  <a:cubicBezTo>
                    <a:pt x="20774" y="32543"/>
                    <a:pt x="16109" y="36491"/>
                    <a:pt x="11086" y="39002"/>
                  </a:cubicBezTo>
                  <a:cubicBezTo>
                    <a:pt x="-756" y="45103"/>
                    <a:pt x="-3626" y="52279"/>
                    <a:pt x="4986" y="64121"/>
                  </a:cubicBezTo>
                  <a:cubicBezTo>
                    <a:pt x="11445" y="73091"/>
                    <a:pt x="18621" y="82062"/>
                    <a:pt x="21492" y="93186"/>
                  </a:cubicBezTo>
                  <a:cubicBezTo>
                    <a:pt x="34051" y="108257"/>
                    <a:pt x="42304" y="126198"/>
                    <a:pt x="51992" y="143063"/>
                  </a:cubicBezTo>
                  <a:cubicBezTo>
                    <a:pt x="57016" y="152393"/>
                    <a:pt x="62040" y="154187"/>
                    <a:pt x="71369" y="148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xmlns="" id="{0201F311-1FEA-4A39-B4AA-40D4E2577727}"/>
                </a:ext>
              </a:extLst>
            </p:cNvPr>
            <p:cNvSpPr/>
            <p:nvPr/>
          </p:nvSpPr>
          <p:spPr>
            <a:xfrm>
              <a:off x="8002940" y="2287237"/>
              <a:ext cx="427009" cy="315771"/>
            </a:xfrm>
            <a:custGeom>
              <a:avLst/>
              <a:gdLst>
                <a:gd name="connsiteX0" fmla="*/ 419684 w 427008"/>
                <a:gd name="connsiteY0" fmla="*/ 24847 h 315771"/>
                <a:gd name="connsiteX1" fmla="*/ 406049 w 427008"/>
                <a:gd name="connsiteY1" fmla="*/ 11212 h 315771"/>
                <a:gd name="connsiteX2" fmla="*/ 362630 w 427008"/>
                <a:gd name="connsiteY2" fmla="*/ 14441 h 315771"/>
                <a:gd name="connsiteX3" fmla="*/ 349712 w 427008"/>
                <a:gd name="connsiteY3" fmla="*/ 31306 h 315771"/>
                <a:gd name="connsiteX4" fmla="*/ 146614 w 427008"/>
                <a:gd name="connsiteY4" fmla="*/ 168738 h 315771"/>
                <a:gd name="connsiteX5" fmla="*/ 14923 w 427008"/>
                <a:gd name="connsiteY5" fmla="*/ 201392 h 315771"/>
                <a:gd name="connsiteX6" fmla="*/ 2364 w 427008"/>
                <a:gd name="connsiteY6" fmla="*/ 216463 h 315771"/>
                <a:gd name="connsiteX7" fmla="*/ 85254 w 427008"/>
                <a:gd name="connsiteY7" fmla="*/ 312988 h 315771"/>
                <a:gd name="connsiteX8" fmla="*/ 110372 w 427008"/>
                <a:gd name="connsiteY8" fmla="*/ 314783 h 315771"/>
                <a:gd name="connsiteX9" fmla="*/ 415737 w 427008"/>
                <a:gd name="connsiteY9" fmla="*/ 149003 h 315771"/>
                <a:gd name="connsiteX10" fmla="*/ 426502 w 427008"/>
                <a:gd name="connsiteY10" fmla="*/ 136085 h 315771"/>
                <a:gd name="connsiteX11" fmla="*/ 419684 w 427008"/>
                <a:gd name="connsiteY11" fmla="*/ 24847 h 31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008" h="315771">
                  <a:moveTo>
                    <a:pt x="419684" y="24847"/>
                  </a:moveTo>
                  <a:cubicBezTo>
                    <a:pt x="415020" y="20182"/>
                    <a:pt x="411072" y="15159"/>
                    <a:pt x="406049" y="11212"/>
                  </a:cubicBezTo>
                  <a:cubicBezTo>
                    <a:pt x="386313" y="-4577"/>
                    <a:pt x="378778" y="-3859"/>
                    <a:pt x="362630" y="14441"/>
                  </a:cubicBezTo>
                  <a:cubicBezTo>
                    <a:pt x="358324" y="20182"/>
                    <a:pt x="354377" y="26282"/>
                    <a:pt x="349712" y="31306"/>
                  </a:cubicBezTo>
                  <a:cubicBezTo>
                    <a:pt x="291940" y="91590"/>
                    <a:pt x="224121" y="137520"/>
                    <a:pt x="146614" y="168738"/>
                  </a:cubicBezTo>
                  <a:cubicBezTo>
                    <a:pt x="104272" y="185962"/>
                    <a:pt x="60494" y="197086"/>
                    <a:pt x="14923" y="201392"/>
                  </a:cubicBezTo>
                  <a:cubicBezTo>
                    <a:pt x="7029" y="202110"/>
                    <a:pt x="-5172" y="201033"/>
                    <a:pt x="2364" y="216463"/>
                  </a:cubicBezTo>
                  <a:cubicBezTo>
                    <a:pt x="21741" y="255934"/>
                    <a:pt x="47935" y="289306"/>
                    <a:pt x="85254" y="312988"/>
                  </a:cubicBezTo>
                  <a:cubicBezTo>
                    <a:pt x="93507" y="318371"/>
                    <a:pt x="101401" y="319447"/>
                    <a:pt x="110372" y="314783"/>
                  </a:cubicBezTo>
                  <a:cubicBezTo>
                    <a:pt x="214792" y="264546"/>
                    <a:pt x="317776" y="211080"/>
                    <a:pt x="415737" y="149003"/>
                  </a:cubicBezTo>
                  <a:cubicBezTo>
                    <a:pt x="420761" y="145773"/>
                    <a:pt x="426861" y="142903"/>
                    <a:pt x="426502" y="136085"/>
                  </a:cubicBezTo>
                  <a:cubicBezTo>
                    <a:pt x="425067" y="99125"/>
                    <a:pt x="433320" y="61089"/>
                    <a:pt x="419684" y="24847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xmlns="" id="{247CEE62-8BAD-4195-9140-4D5A007520AB}"/>
                </a:ext>
              </a:extLst>
            </p:cNvPr>
            <p:cNvSpPr/>
            <p:nvPr/>
          </p:nvSpPr>
          <p:spPr>
            <a:xfrm>
              <a:off x="8032358" y="2217277"/>
              <a:ext cx="218887" cy="190180"/>
            </a:xfrm>
            <a:custGeom>
              <a:avLst/>
              <a:gdLst>
                <a:gd name="connsiteX0" fmla="*/ 26411 w 218886"/>
                <a:gd name="connsiteY0" fmla="*/ 157602 h 190180"/>
                <a:gd name="connsiteX1" fmla="*/ 102483 w 218886"/>
                <a:gd name="connsiteY1" fmla="*/ 189179 h 190180"/>
                <a:gd name="connsiteX2" fmla="*/ 189321 w 218886"/>
                <a:gd name="connsiteY2" fmla="*/ 147914 h 190180"/>
                <a:gd name="connsiteX3" fmla="*/ 218027 w 218886"/>
                <a:gd name="connsiteY3" fmla="*/ 69689 h 190180"/>
                <a:gd name="connsiteX4" fmla="*/ 174250 w 218886"/>
                <a:gd name="connsiteY4" fmla="*/ 9405 h 190180"/>
                <a:gd name="connsiteX5" fmla="*/ 143390 w 218886"/>
                <a:gd name="connsiteY5" fmla="*/ 4381 h 190180"/>
                <a:gd name="connsiteX6" fmla="*/ 92795 w 218886"/>
                <a:gd name="connsiteY6" fmla="*/ 30576 h 190180"/>
                <a:gd name="connsiteX7" fmla="*/ 11340 w 218886"/>
                <a:gd name="connsiteY7" fmla="*/ 75789 h 190180"/>
                <a:gd name="connsiteX8" fmla="*/ 575 w 218886"/>
                <a:gd name="connsiteY8" fmla="*/ 93730 h 190180"/>
                <a:gd name="connsiteX9" fmla="*/ 26411 w 218886"/>
                <a:gd name="connsiteY9" fmla="*/ 157602 h 1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886" h="190180">
                  <a:moveTo>
                    <a:pt x="26411" y="157602"/>
                  </a:moveTo>
                  <a:cubicBezTo>
                    <a:pt x="45070" y="183797"/>
                    <a:pt x="70189" y="195280"/>
                    <a:pt x="102483" y="189179"/>
                  </a:cubicBezTo>
                  <a:cubicBezTo>
                    <a:pt x="135137" y="183079"/>
                    <a:pt x="163126" y="166932"/>
                    <a:pt x="189321" y="147914"/>
                  </a:cubicBezTo>
                  <a:cubicBezTo>
                    <a:pt x="215515" y="128537"/>
                    <a:pt x="228074" y="102701"/>
                    <a:pt x="218027" y="69689"/>
                  </a:cubicBezTo>
                  <a:cubicBezTo>
                    <a:pt x="207262" y="46724"/>
                    <a:pt x="191832" y="27705"/>
                    <a:pt x="174250" y="9405"/>
                  </a:cubicBezTo>
                  <a:cubicBezTo>
                    <a:pt x="164561" y="-642"/>
                    <a:pt x="155949" y="-3154"/>
                    <a:pt x="143390" y="4381"/>
                  </a:cubicBezTo>
                  <a:cubicBezTo>
                    <a:pt x="127243" y="14070"/>
                    <a:pt x="109660" y="21964"/>
                    <a:pt x="92795" y="30576"/>
                  </a:cubicBezTo>
                  <a:cubicBezTo>
                    <a:pt x="65524" y="45647"/>
                    <a:pt x="38612" y="60718"/>
                    <a:pt x="11340" y="75789"/>
                  </a:cubicBezTo>
                  <a:cubicBezTo>
                    <a:pt x="4164" y="79736"/>
                    <a:pt x="-1936" y="83324"/>
                    <a:pt x="575" y="93730"/>
                  </a:cubicBezTo>
                  <a:cubicBezTo>
                    <a:pt x="5958" y="115978"/>
                    <a:pt x="12776" y="138225"/>
                    <a:pt x="26411" y="157602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80EBB823-B094-446C-A716-7F7E812B68A4}"/>
                </a:ext>
              </a:extLst>
            </p:cNvPr>
            <p:cNvSpPr/>
            <p:nvPr/>
          </p:nvSpPr>
          <p:spPr>
            <a:xfrm>
              <a:off x="7747012" y="2182112"/>
              <a:ext cx="204534" cy="139944"/>
            </a:xfrm>
            <a:custGeom>
              <a:avLst/>
              <a:gdLst>
                <a:gd name="connsiteX0" fmla="*/ 186525 w 204533"/>
                <a:gd name="connsiteY0" fmla="*/ 94806 h 139944"/>
                <a:gd name="connsiteX1" fmla="*/ 187602 w 204533"/>
                <a:gd name="connsiteY1" fmla="*/ 22323 h 139944"/>
                <a:gd name="connsiteX2" fmla="*/ 119424 w 204533"/>
                <a:gd name="connsiteY2" fmla="*/ 2946 h 139944"/>
                <a:gd name="connsiteX3" fmla="*/ 11416 w 204533"/>
                <a:gd name="connsiteY3" fmla="*/ 58564 h 139944"/>
                <a:gd name="connsiteX4" fmla="*/ 292 w 204533"/>
                <a:gd name="connsiteY4" fmla="*/ 73994 h 139944"/>
                <a:gd name="connsiteX5" fmla="*/ 63805 w 204533"/>
                <a:gd name="connsiteY5" fmla="*/ 141813 h 139944"/>
                <a:gd name="connsiteX6" fmla="*/ 186525 w 204533"/>
                <a:gd name="connsiteY6" fmla="*/ 94806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533" h="139944">
                  <a:moveTo>
                    <a:pt x="186525" y="94806"/>
                  </a:moveTo>
                  <a:cubicBezTo>
                    <a:pt x="210926" y="64306"/>
                    <a:pt x="210208" y="53541"/>
                    <a:pt x="187602" y="22323"/>
                  </a:cubicBezTo>
                  <a:cubicBezTo>
                    <a:pt x="168943" y="1510"/>
                    <a:pt x="145977" y="-4231"/>
                    <a:pt x="119424" y="2946"/>
                  </a:cubicBezTo>
                  <a:cubicBezTo>
                    <a:pt x="83541" y="21605"/>
                    <a:pt x="47299" y="39905"/>
                    <a:pt x="11416" y="58564"/>
                  </a:cubicBezTo>
                  <a:cubicBezTo>
                    <a:pt x="5316" y="61794"/>
                    <a:pt x="-1502" y="63947"/>
                    <a:pt x="292" y="73994"/>
                  </a:cubicBezTo>
                  <a:cubicBezTo>
                    <a:pt x="5316" y="104854"/>
                    <a:pt x="33304" y="138225"/>
                    <a:pt x="63805" y="141813"/>
                  </a:cubicBezTo>
                  <a:cubicBezTo>
                    <a:pt x="111888" y="147196"/>
                    <a:pt x="154948" y="134278"/>
                    <a:pt x="186525" y="9480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13C0659D-4683-4A20-B09F-BABA72B0C945}"/>
                </a:ext>
              </a:extLst>
            </p:cNvPr>
            <p:cNvSpPr/>
            <p:nvPr/>
          </p:nvSpPr>
          <p:spPr>
            <a:xfrm>
              <a:off x="8159601" y="2486087"/>
              <a:ext cx="258358" cy="179416"/>
            </a:xfrm>
            <a:custGeom>
              <a:avLst/>
              <a:gdLst>
                <a:gd name="connsiteX0" fmla="*/ 238623 w 258358"/>
                <a:gd name="connsiteY0" fmla="*/ 30 h 179415"/>
                <a:gd name="connsiteX1" fmla="*/ 230728 w 258358"/>
                <a:gd name="connsiteY1" fmla="*/ 12230 h 179415"/>
                <a:gd name="connsiteX2" fmla="*/ 213146 w 258358"/>
                <a:gd name="connsiteY2" fmla="*/ 42731 h 179415"/>
                <a:gd name="connsiteX3" fmla="*/ 161474 w 258358"/>
                <a:gd name="connsiteY3" fmla="*/ 77537 h 179415"/>
                <a:gd name="connsiteX4" fmla="*/ 35883 w 258358"/>
                <a:gd name="connsiteY4" fmla="*/ 129927 h 179415"/>
                <a:gd name="connsiteX5" fmla="*/ 0 w 258358"/>
                <a:gd name="connsiteY5" fmla="*/ 156480 h 179415"/>
                <a:gd name="connsiteX6" fmla="*/ 94014 w 258358"/>
                <a:gd name="connsiteY6" fmla="*/ 175498 h 179415"/>
                <a:gd name="connsiteX7" fmla="*/ 158962 w 258358"/>
                <a:gd name="connsiteY7" fmla="*/ 175139 h 179415"/>
                <a:gd name="connsiteX8" fmla="*/ 260153 w 258358"/>
                <a:gd name="connsiteY8" fmla="*/ 33042 h 179415"/>
                <a:gd name="connsiteX9" fmla="*/ 255847 w 258358"/>
                <a:gd name="connsiteY9" fmla="*/ 8642 h 179415"/>
                <a:gd name="connsiteX10" fmla="*/ 238623 w 258358"/>
                <a:gd name="connsiteY10" fmla="*/ 30 h 1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358" h="179415">
                  <a:moveTo>
                    <a:pt x="238623" y="30"/>
                  </a:moveTo>
                  <a:cubicBezTo>
                    <a:pt x="231087" y="389"/>
                    <a:pt x="231446" y="6848"/>
                    <a:pt x="230728" y="12230"/>
                  </a:cubicBezTo>
                  <a:cubicBezTo>
                    <a:pt x="228216" y="24430"/>
                    <a:pt x="221758" y="34119"/>
                    <a:pt x="213146" y="42731"/>
                  </a:cubicBezTo>
                  <a:cubicBezTo>
                    <a:pt x="198075" y="57802"/>
                    <a:pt x="180133" y="68208"/>
                    <a:pt x="161474" y="77537"/>
                  </a:cubicBezTo>
                  <a:cubicBezTo>
                    <a:pt x="120926" y="97991"/>
                    <a:pt x="76790" y="110191"/>
                    <a:pt x="35883" y="129927"/>
                  </a:cubicBezTo>
                  <a:cubicBezTo>
                    <a:pt x="24400" y="135309"/>
                    <a:pt x="11483" y="139615"/>
                    <a:pt x="0" y="156480"/>
                  </a:cubicBezTo>
                  <a:cubicBezTo>
                    <a:pt x="36960" y="150739"/>
                    <a:pt x="64948" y="165092"/>
                    <a:pt x="94014" y="175498"/>
                  </a:cubicBezTo>
                  <a:cubicBezTo>
                    <a:pt x="115544" y="183034"/>
                    <a:pt x="137432" y="183034"/>
                    <a:pt x="158962" y="175139"/>
                  </a:cubicBezTo>
                  <a:cubicBezTo>
                    <a:pt x="216016" y="153610"/>
                    <a:pt x="258358" y="94044"/>
                    <a:pt x="260153" y="33042"/>
                  </a:cubicBezTo>
                  <a:cubicBezTo>
                    <a:pt x="260511" y="24789"/>
                    <a:pt x="260511" y="16177"/>
                    <a:pt x="255847" y="8642"/>
                  </a:cubicBezTo>
                  <a:cubicBezTo>
                    <a:pt x="251541" y="2542"/>
                    <a:pt x="245799" y="-329"/>
                    <a:pt x="238623" y="3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7A8D44A8-17E4-468D-9CDB-BFCADCD1C58C}"/>
                </a:ext>
              </a:extLst>
            </p:cNvPr>
            <p:cNvSpPr/>
            <p:nvPr/>
          </p:nvSpPr>
          <p:spPr>
            <a:xfrm>
              <a:off x="7870194" y="2319672"/>
              <a:ext cx="168651" cy="150709"/>
            </a:xfrm>
            <a:custGeom>
              <a:avLst/>
              <a:gdLst>
                <a:gd name="connsiteX0" fmla="*/ 168839 w 168650"/>
                <a:gd name="connsiteY0" fmla="*/ 75660 h 150709"/>
                <a:gd name="connsiteX1" fmla="*/ 141209 w 168650"/>
                <a:gd name="connsiteY1" fmla="*/ 8918 h 150709"/>
                <a:gd name="connsiteX2" fmla="*/ 117885 w 168650"/>
                <a:gd name="connsiteY2" fmla="*/ 3535 h 150709"/>
                <a:gd name="connsiteX3" fmla="*/ 16336 w 168650"/>
                <a:gd name="connsiteY3" fmla="*/ 60589 h 150709"/>
                <a:gd name="connsiteX4" fmla="*/ 12030 w 168650"/>
                <a:gd name="connsiteY4" fmla="*/ 92525 h 150709"/>
                <a:gd name="connsiteX5" fmla="*/ 34278 w 168650"/>
                <a:gd name="connsiteY5" fmla="*/ 110467 h 150709"/>
                <a:gd name="connsiteX6" fmla="*/ 65496 w 168650"/>
                <a:gd name="connsiteY6" fmla="*/ 134150 h 150709"/>
                <a:gd name="connsiteX7" fmla="*/ 121474 w 168650"/>
                <a:gd name="connsiteY7" fmla="*/ 141685 h 150709"/>
                <a:gd name="connsiteX8" fmla="*/ 152692 w 168650"/>
                <a:gd name="connsiteY8" fmla="*/ 118002 h 150709"/>
                <a:gd name="connsiteX9" fmla="*/ 168839 w 168650"/>
                <a:gd name="connsiteY9" fmla="*/ 75660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650" h="150709">
                  <a:moveTo>
                    <a:pt x="168839" y="75660"/>
                  </a:moveTo>
                  <a:cubicBezTo>
                    <a:pt x="167763" y="50183"/>
                    <a:pt x="155563" y="29371"/>
                    <a:pt x="141209" y="8918"/>
                  </a:cubicBezTo>
                  <a:cubicBezTo>
                    <a:pt x="134392" y="-771"/>
                    <a:pt x="128650" y="-2565"/>
                    <a:pt x="117885" y="3535"/>
                  </a:cubicBezTo>
                  <a:cubicBezTo>
                    <a:pt x="84514" y="23271"/>
                    <a:pt x="50425" y="41571"/>
                    <a:pt x="16336" y="60589"/>
                  </a:cubicBezTo>
                  <a:cubicBezTo>
                    <a:pt x="-4476" y="72072"/>
                    <a:pt x="-4835" y="74943"/>
                    <a:pt x="12030" y="92525"/>
                  </a:cubicBezTo>
                  <a:cubicBezTo>
                    <a:pt x="18489" y="99343"/>
                    <a:pt x="26383" y="105084"/>
                    <a:pt x="34278" y="110467"/>
                  </a:cubicBezTo>
                  <a:cubicBezTo>
                    <a:pt x="45043" y="118002"/>
                    <a:pt x="56166" y="124820"/>
                    <a:pt x="65496" y="134150"/>
                  </a:cubicBezTo>
                  <a:cubicBezTo>
                    <a:pt x="89897" y="158192"/>
                    <a:pt x="89897" y="158192"/>
                    <a:pt x="121474" y="141685"/>
                  </a:cubicBezTo>
                  <a:cubicBezTo>
                    <a:pt x="133315" y="135585"/>
                    <a:pt x="143721" y="127691"/>
                    <a:pt x="152692" y="118002"/>
                  </a:cubicBezTo>
                  <a:cubicBezTo>
                    <a:pt x="163457" y="105802"/>
                    <a:pt x="169557" y="91808"/>
                    <a:pt x="168839" y="75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1" name="L-Shape 80">
            <a:extLst>
              <a:ext uri="{FF2B5EF4-FFF2-40B4-BE49-F238E27FC236}">
                <a16:creationId xmlns:a16="http://schemas.microsoft.com/office/drawing/2014/main" xmlns="" id="{EDB6362D-D25B-4E6F-BF8A-1EE64FD4F70E}"/>
              </a:ext>
            </a:extLst>
          </p:cNvPr>
          <p:cNvSpPr/>
          <p:nvPr/>
        </p:nvSpPr>
        <p:spPr>
          <a:xfrm rot="13500000">
            <a:off x="3673586" y="3941951"/>
            <a:ext cx="375843" cy="375843"/>
          </a:xfrm>
          <a:prstGeom prst="corner">
            <a:avLst>
              <a:gd name="adj1" fmla="val 20835"/>
              <a:gd name="adj2" fmla="val 243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65389B03-4FB9-47D6-BDEE-53D0189ED595}"/>
              </a:ext>
            </a:extLst>
          </p:cNvPr>
          <p:cNvSpPr txBox="1"/>
          <p:nvPr/>
        </p:nvSpPr>
        <p:spPr>
          <a:xfrm>
            <a:off x="1331274" y="5662681"/>
            <a:ext cx="307815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700" b="1" dirty="0" err="1" smtClean="0">
                <a:solidFill>
                  <a:schemeClr val="accent1"/>
                </a:solidFill>
                <a:cs typeface="Arial" pitchFamily="34" charset="0"/>
              </a:rPr>
              <a:t>Glovo</a:t>
            </a:r>
            <a:endParaRPr lang="ru-RU" altLang="ko-KR" sz="27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algn="r"/>
            <a:endParaRPr lang="en-US" altLang="ko-KR" sz="27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3" name="Oval 10">
            <a:extLst>
              <a:ext uri="{FF2B5EF4-FFF2-40B4-BE49-F238E27FC236}">
                <a16:creationId xmlns:a16="http://schemas.microsoft.com/office/drawing/2014/main" xmlns="" id="{4A30ED92-7A41-4833-8C9E-85FA3E071D39}"/>
              </a:ext>
            </a:extLst>
          </p:cNvPr>
          <p:cNvSpPr/>
          <p:nvPr/>
        </p:nvSpPr>
        <p:spPr>
          <a:xfrm rot="14426287">
            <a:off x="4590644" y="4693757"/>
            <a:ext cx="1625048" cy="1330154"/>
          </a:xfrm>
          <a:custGeom>
            <a:avLst/>
            <a:gdLst/>
            <a:ahLst/>
            <a:cxnLst/>
            <a:rect l="l" t="t" r="r" b="b"/>
            <a:pathLst>
              <a:path w="1625048" h="1330154">
                <a:moveTo>
                  <a:pt x="1625048" y="0"/>
                </a:moveTo>
                <a:lnTo>
                  <a:pt x="1625048" y="778278"/>
                </a:lnTo>
                <a:cubicBezTo>
                  <a:pt x="1224842" y="797234"/>
                  <a:pt x="876193" y="1012505"/>
                  <a:pt x="673127" y="1330154"/>
                </a:cubicBezTo>
                <a:lnTo>
                  <a:pt x="0" y="941523"/>
                </a:lnTo>
                <a:cubicBezTo>
                  <a:pt x="336920" y="390726"/>
                  <a:pt x="936837" y="19359"/>
                  <a:pt x="1625048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cs typeface="Arial" pitchFamily="34" charset="0"/>
            </a:endParaRPr>
          </a:p>
        </p:txBody>
      </p:sp>
      <p:grpSp>
        <p:nvGrpSpPr>
          <p:cNvPr id="84" name="Graphic 161">
            <a:extLst>
              <a:ext uri="{FF2B5EF4-FFF2-40B4-BE49-F238E27FC236}">
                <a16:creationId xmlns:a16="http://schemas.microsoft.com/office/drawing/2014/main" xmlns="" id="{611A241C-3E60-4E17-B4C0-F4AF90073D05}"/>
              </a:ext>
            </a:extLst>
          </p:cNvPr>
          <p:cNvGrpSpPr/>
          <p:nvPr/>
        </p:nvGrpSpPr>
        <p:grpSpPr>
          <a:xfrm rot="20415798">
            <a:off x="5145129" y="5017657"/>
            <a:ext cx="300743" cy="566468"/>
            <a:chOff x="5516731" y="2706042"/>
            <a:chExt cx="952136" cy="1793407"/>
          </a:xfrm>
        </p:grpSpPr>
        <p:sp>
          <p:nvSpPr>
            <p:cNvPr id="85" name="Freeform: Shape 49">
              <a:extLst>
                <a:ext uri="{FF2B5EF4-FFF2-40B4-BE49-F238E27FC236}">
                  <a16:creationId xmlns:a16="http://schemas.microsoft.com/office/drawing/2014/main" xmlns="" id="{EA366B76-8777-460A-8E1D-CFA42BA7075B}"/>
                </a:ext>
              </a:extLst>
            </p:cNvPr>
            <p:cNvSpPr/>
            <p:nvPr/>
          </p:nvSpPr>
          <p:spPr>
            <a:xfrm>
              <a:off x="5516712" y="2706060"/>
              <a:ext cx="949962" cy="1562981"/>
            </a:xfrm>
            <a:custGeom>
              <a:avLst/>
              <a:gdLst>
                <a:gd name="connsiteX0" fmla="*/ 919330 w 949962"/>
                <a:gd name="connsiteY0" fmla="*/ 653217 h 1562981"/>
                <a:gd name="connsiteX1" fmla="*/ 775857 w 949962"/>
                <a:gd name="connsiteY1" fmla="*/ 398879 h 1562981"/>
                <a:gd name="connsiteX2" fmla="*/ 661514 w 949962"/>
                <a:gd name="connsiteY2" fmla="*/ 271493 h 1562981"/>
                <a:gd name="connsiteX3" fmla="*/ 539997 w 949962"/>
                <a:gd name="connsiteY3" fmla="*/ 186279 h 1562981"/>
                <a:gd name="connsiteX4" fmla="*/ 436740 w 949962"/>
                <a:gd name="connsiteY4" fmla="*/ 126064 h 1562981"/>
                <a:gd name="connsiteX5" fmla="*/ 278051 w 949962"/>
                <a:gd name="connsiteY5" fmla="*/ 33241 h 1562981"/>
                <a:gd name="connsiteX6" fmla="*/ 160664 w 949962"/>
                <a:gd name="connsiteY6" fmla="*/ 199 h 1562981"/>
                <a:gd name="connsiteX7" fmla="*/ 129144 w 949962"/>
                <a:gd name="connsiteY7" fmla="*/ 17372 h 1562981"/>
                <a:gd name="connsiteX8" fmla="*/ 81320 w 949962"/>
                <a:gd name="connsiteY8" fmla="*/ 169323 h 1562981"/>
                <a:gd name="connsiteX9" fmla="*/ 49364 w 949962"/>
                <a:gd name="connsiteY9" fmla="*/ 363011 h 1562981"/>
                <a:gd name="connsiteX10" fmla="*/ 19 w 949962"/>
                <a:gd name="connsiteY10" fmla="*/ 608001 h 1562981"/>
                <a:gd name="connsiteX11" fmla="*/ 20453 w 949962"/>
                <a:gd name="connsiteY11" fmla="*/ 829297 h 1562981"/>
                <a:gd name="connsiteX12" fmla="*/ 85667 w 949962"/>
                <a:gd name="connsiteY12" fmla="*/ 1010594 h 1562981"/>
                <a:gd name="connsiteX13" fmla="*/ 281964 w 949962"/>
                <a:gd name="connsiteY13" fmla="*/ 1213629 h 1562981"/>
                <a:gd name="connsiteX14" fmla="*/ 375656 w 949962"/>
                <a:gd name="connsiteY14" fmla="*/ 1257758 h 1562981"/>
                <a:gd name="connsiteX15" fmla="*/ 478478 w 949962"/>
                <a:gd name="connsiteY15" fmla="*/ 1326886 h 1562981"/>
                <a:gd name="connsiteX16" fmla="*/ 674992 w 949962"/>
                <a:gd name="connsiteY16" fmla="*/ 1559485 h 1562981"/>
                <a:gd name="connsiteX17" fmla="*/ 680426 w 949962"/>
                <a:gd name="connsiteY17" fmla="*/ 1563615 h 1562981"/>
                <a:gd name="connsiteX18" fmla="*/ 684339 w 949962"/>
                <a:gd name="connsiteY18" fmla="*/ 1558398 h 1562981"/>
                <a:gd name="connsiteX19" fmla="*/ 691078 w 949962"/>
                <a:gd name="connsiteY19" fmla="*/ 1508617 h 1562981"/>
                <a:gd name="connsiteX20" fmla="*/ 713034 w 949962"/>
                <a:gd name="connsiteY20" fmla="*/ 1412099 h 1562981"/>
                <a:gd name="connsiteX21" fmla="*/ 801074 w 949962"/>
                <a:gd name="connsiteY21" fmla="*/ 1248193 h 1562981"/>
                <a:gd name="connsiteX22" fmla="*/ 835203 w 949962"/>
                <a:gd name="connsiteY22" fmla="*/ 1202977 h 1562981"/>
                <a:gd name="connsiteX23" fmla="*/ 930634 w 949962"/>
                <a:gd name="connsiteY23" fmla="*/ 993855 h 1562981"/>
                <a:gd name="connsiteX24" fmla="*/ 948242 w 949962"/>
                <a:gd name="connsiteY24" fmla="*/ 910598 h 1562981"/>
                <a:gd name="connsiteX25" fmla="*/ 951285 w 949962"/>
                <a:gd name="connsiteY25" fmla="*/ 793646 h 1562981"/>
                <a:gd name="connsiteX26" fmla="*/ 919330 w 949962"/>
                <a:gd name="connsiteY26" fmla="*/ 653217 h 1562981"/>
                <a:gd name="connsiteX27" fmla="*/ 220879 w 949962"/>
                <a:gd name="connsiteY27" fmla="*/ 161932 h 1562981"/>
                <a:gd name="connsiteX28" fmla="*/ 216314 w 949962"/>
                <a:gd name="connsiteY28" fmla="*/ 152150 h 1562981"/>
                <a:gd name="connsiteX29" fmla="*/ 221097 w 949962"/>
                <a:gd name="connsiteY29" fmla="*/ 161714 h 1562981"/>
                <a:gd name="connsiteX30" fmla="*/ 220879 w 949962"/>
                <a:gd name="connsiteY30" fmla="*/ 161932 h 156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49962" h="1562981">
                  <a:moveTo>
                    <a:pt x="919330" y="653217"/>
                  </a:moveTo>
                  <a:cubicBezTo>
                    <a:pt x="901287" y="613218"/>
                    <a:pt x="807595" y="442138"/>
                    <a:pt x="775857" y="398879"/>
                  </a:cubicBezTo>
                  <a:cubicBezTo>
                    <a:pt x="741946" y="352794"/>
                    <a:pt x="703686" y="310404"/>
                    <a:pt x="661514" y="271493"/>
                  </a:cubicBezTo>
                  <a:cubicBezTo>
                    <a:pt x="624776" y="237581"/>
                    <a:pt x="585430" y="207582"/>
                    <a:pt x="539997" y="186279"/>
                  </a:cubicBezTo>
                  <a:cubicBezTo>
                    <a:pt x="503694" y="169540"/>
                    <a:pt x="470000" y="148454"/>
                    <a:pt x="436740" y="126064"/>
                  </a:cubicBezTo>
                  <a:cubicBezTo>
                    <a:pt x="385873" y="91500"/>
                    <a:pt x="334788" y="57805"/>
                    <a:pt x="278051" y="33241"/>
                  </a:cubicBezTo>
                  <a:cubicBezTo>
                    <a:pt x="240661" y="16937"/>
                    <a:pt x="202184" y="2590"/>
                    <a:pt x="160664" y="199"/>
                  </a:cubicBezTo>
                  <a:cubicBezTo>
                    <a:pt x="142839" y="-888"/>
                    <a:pt x="136535" y="2155"/>
                    <a:pt x="129144" y="17372"/>
                  </a:cubicBezTo>
                  <a:cubicBezTo>
                    <a:pt x="125883" y="23894"/>
                    <a:pt x="91102" y="124325"/>
                    <a:pt x="81320" y="169323"/>
                  </a:cubicBezTo>
                  <a:cubicBezTo>
                    <a:pt x="68929" y="224973"/>
                    <a:pt x="52843" y="354968"/>
                    <a:pt x="49364" y="363011"/>
                  </a:cubicBezTo>
                  <a:cubicBezTo>
                    <a:pt x="15888" y="441268"/>
                    <a:pt x="-634" y="523004"/>
                    <a:pt x="19" y="608001"/>
                  </a:cubicBezTo>
                  <a:cubicBezTo>
                    <a:pt x="236" y="633870"/>
                    <a:pt x="12844" y="797776"/>
                    <a:pt x="20453" y="829297"/>
                  </a:cubicBezTo>
                  <a:cubicBezTo>
                    <a:pt x="35452" y="892120"/>
                    <a:pt x="55016" y="953205"/>
                    <a:pt x="85667" y="1010594"/>
                  </a:cubicBezTo>
                  <a:cubicBezTo>
                    <a:pt x="108493" y="1053201"/>
                    <a:pt x="240879" y="1189717"/>
                    <a:pt x="281964" y="1213629"/>
                  </a:cubicBezTo>
                  <a:cubicBezTo>
                    <a:pt x="311963" y="1231020"/>
                    <a:pt x="343918" y="1244063"/>
                    <a:pt x="375656" y="1257758"/>
                  </a:cubicBezTo>
                  <a:cubicBezTo>
                    <a:pt x="414133" y="1274496"/>
                    <a:pt x="448696" y="1297104"/>
                    <a:pt x="478478" y="1326886"/>
                  </a:cubicBezTo>
                  <a:cubicBezTo>
                    <a:pt x="558909" y="1399491"/>
                    <a:pt x="663470" y="1531660"/>
                    <a:pt x="674992" y="1559485"/>
                  </a:cubicBezTo>
                  <a:cubicBezTo>
                    <a:pt x="676079" y="1562093"/>
                    <a:pt x="677166" y="1564050"/>
                    <a:pt x="680426" y="1563615"/>
                  </a:cubicBezTo>
                  <a:cubicBezTo>
                    <a:pt x="683687" y="1563398"/>
                    <a:pt x="684122" y="1560789"/>
                    <a:pt x="684339" y="1558398"/>
                  </a:cubicBezTo>
                  <a:cubicBezTo>
                    <a:pt x="685426" y="1541660"/>
                    <a:pt x="688469" y="1525138"/>
                    <a:pt x="691078" y="1508617"/>
                  </a:cubicBezTo>
                  <a:cubicBezTo>
                    <a:pt x="695860" y="1475793"/>
                    <a:pt x="705425" y="1444272"/>
                    <a:pt x="713034" y="1412099"/>
                  </a:cubicBezTo>
                  <a:cubicBezTo>
                    <a:pt x="718468" y="1388840"/>
                    <a:pt x="775640" y="1282539"/>
                    <a:pt x="801074" y="1248193"/>
                  </a:cubicBezTo>
                  <a:cubicBezTo>
                    <a:pt x="812378" y="1232976"/>
                    <a:pt x="824768" y="1218629"/>
                    <a:pt x="835203" y="1202977"/>
                  </a:cubicBezTo>
                  <a:cubicBezTo>
                    <a:pt x="878679" y="1138415"/>
                    <a:pt x="909330" y="1068200"/>
                    <a:pt x="930634" y="993855"/>
                  </a:cubicBezTo>
                  <a:cubicBezTo>
                    <a:pt x="938460" y="966465"/>
                    <a:pt x="945416" y="938857"/>
                    <a:pt x="948242" y="910598"/>
                  </a:cubicBezTo>
                  <a:cubicBezTo>
                    <a:pt x="949763" y="896468"/>
                    <a:pt x="951285" y="818427"/>
                    <a:pt x="951285" y="793646"/>
                  </a:cubicBezTo>
                  <a:cubicBezTo>
                    <a:pt x="949546" y="784298"/>
                    <a:pt x="924112" y="663868"/>
                    <a:pt x="919330" y="653217"/>
                  </a:cubicBezTo>
                  <a:close/>
                  <a:moveTo>
                    <a:pt x="220879" y="161932"/>
                  </a:moveTo>
                  <a:cubicBezTo>
                    <a:pt x="219358" y="158671"/>
                    <a:pt x="217836" y="155410"/>
                    <a:pt x="216314" y="152150"/>
                  </a:cubicBezTo>
                  <a:cubicBezTo>
                    <a:pt x="217836" y="155410"/>
                    <a:pt x="219358" y="158454"/>
                    <a:pt x="221097" y="161714"/>
                  </a:cubicBezTo>
                  <a:cubicBezTo>
                    <a:pt x="220879" y="161932"/>
                    <a:pt x="220879" y="161932"/>
                    <a:pt x="220879" y="161932"/>
                  </a:cubicBezTo>
                  <a:close/>
                </a:path>
              </a:pathLst>
            </a:custGeom>
            <a:solidFill>
              <a:schemeClr val="bg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50">
              <a:extLst>
                <a:ext uri="{FF2B5EF4-FFF2-40B4-BE49-F238E27FC236}">
                  <a16:creationId xmlns:a16="http://schemas.microsoft.com/office/drawing/2014/main" xmlns="" id="{C29A21A6-8E4D-4534-A862-7DCF4C472C63}"/>
                </a:ext>
              </a:extLst>
            </p:cNvPr>
            <p:cNvSpPr/>
            <p:nvPr/>
          </p:nvSpPr>
          <p:spPr>
            <a:xfrm>
              <a:off x="5610858" y="2760388"/>
              <a:ext cx="676060" cy="1739061"/>
            </a:xfrm>
            <a:custGeom>
              <a:avLst/>
              <a:gdLst>
                <a:gd name="connsiteX0" fmla="*/ 633018 w 676060"/>
                <a:gd name="connsiteY0" fmla="*/ 1317991 h 1739061"/>
                <a:gd name="connsiteX1" fmla="*/ 631279 w 676060"/>
                <a:gd name="connsiteY1" fmla="*/ 1325382 h 1739061"/>
                <a:gd name="connsiteX2" fmla="*/ 594107 w 676060"/>
                <a:gd name="connsiteY2" fmla="*/ 1492767 h 1739061"/>
                <a:gd name="connsiteX3" fmla="*/ 587151 w 676060"/>
                <a:gd name="connsiteY3" fmla="*/ 1621023 h 1739061"/>
                <a:gd name="connsiteX4" fmla="*/ 589977 w 676060"/>
                <a:gd name="connsiteY4" fmla="*/ 1697759 h 1739061"/>
                <a:gd name="connsiteX5" fmla="*/ 579542 w 676060"/>
                <a:gd name="connsiteY5" fmla="*/ 1708845 h 1739061"/>
                <a:gd name="connsiteX6" fmla="*/ 488894 w 676060"/>
                <a:gd name="connsiteY6" fmla="*/ 1739279 h 1739061"/>
                <a:gd name="connsiteX7" fmla="*/ 487589 w 676060"/>
                <a:gd name="connsiteY7" fmla="*/ 1739279 h 1739061"/>
                <a:gd name="connsiteX8" fmla="*/ 484329 w 676060"/>
                <a:gd name="connsiteY8" fmla="*/ 1664499 h 1739061"/>
                <a:gd name="connsiteX9" fmla="*/ 479111 w 676060"/>
                <a:gd name="connsiteY9" fmla="*/ 1564720 h 1739061"/>
                <a:gd name="connsiteX10" fmla="*/ 467155 w 676060"/>
                <a:gd name="connsiteY10" fmla="*/ 1425596 h 1739061"/>
                <a:gd name="connsiteX11" fmla="*/ 389984 w 676060"/>
                <a:gd name="connsiteY11" fmla="*/ 1273645 h 1739061"/>
                <a:gd name="connsiteX12" fmla="*/ 386724 w 676060"/>
                <a:gd name="connsiteY12" fmla="*/ 1269080 h 1739061"/>
                <a:gd name="connsiteX13" fmla="*/ 397593 w 676060"/>
                <a:gd name="connsiteY13" fmla="*/ 1275167 h 1739061"/>
                <a:gd name="connsiteX14" fmla="*/ 458895 w 676060"/>
                <a:gd name="connsiteY14" fmla="*/ 1334512 h 1739061"/>
                <a:gd name="connsiteX15" fmla="*/ 456069 w 676060"/>
                <a:gd name="connsiteY15" fmla="*/ 1324947 h 1739061"/>
                <a:gd name="connsiteX16" fmla="*/ 354116 w 676060"/>
                <a:gd name="connsiteY16" fmla="*/ 1119303 h 1739061"/>
                <a:gd name="connsiteX17" fmla="*/ 221513 w 676060"/>
                <a:gd name="connsiteY17" fmla="*/ 945832 h 1739061"/>
                <a:gd name="connsiteX18" fmla="*/ 80649 w 676060"/>
                <a:gd name="connsiteY18" fmla="*/ 762796 h 1739061"/>
                <a:gd name="connsiteX19" fmla="*/ 217 w 676060"/>
                <a:gd name="connsiteY19" fmla="*/ 621932 h 1739061"/>
                <a:gd name="connsiteX20" fmla="*/ 435 w 676060"/>
                <a:gd name="connsiteY20" fmla="*/ 620410 h 1739061"/>
                <a:gd name="connsiteX21" fmla="*/ 1522 w 676060"/>
                <a:gd name="connsiteY21" fmla="*/ 620845 h 1739061"/>
                <a:gd name="connsiteX22" fmla="*/ 120430 w 676060"/>
                <a:gd name="connsiteY22" fmla="*/ 806925 h 1739061"/>
                <a:gd name="connsiteX23" fmla="*/ 298901 w 676060"/>
                <a:gd name="connsiteY23" fmla="*/ 1030611 h 1739061"/>
                <a:gd name="connsiteX24" fmla="*/ 429331 w 676060"/>
                <a:gd name="connsiteY24" fmla="*/ 1218430 h 1739061"/>
                <a:gd name="connsiteX25" fmla="*/ 456721 w 676060"/>
                <a:gd name="connsiteY25" fmla="*/ 1273428 h 1739061"/>
                <a:gd name="connsiteX26" fmla="*/ 454547 w 676060"/>
                <a:gd name="connsiteY26" fmla="*/ 1251907 h 1739061"/>
                <a:gd name="connsiteX27" fmla="*/ 372377 w 676060"/>
                <a:gd name="connsiteY27" fmla="*/ 1000830 h 1739061"/>
                <a:gd name="connsiteX28" fmla="*/ 258468 w 676060"/>
                <a:gd name="connsiteY28" fmla="*/ 788664 h 1739061"/>
                <a:gd name="connsiteX29" fmla="*/ 129343 w 676060"/>
                <a:gd name="connsiteY29" fmla="*/ 526283 h 1739061"/>
                <a:gd name="connsiteX30" fmla="*/ 50868 w 676060"/>
                <a:gd name="connsiteY30" fmla="*/ 216948 h 1739061"/>
                <a:gd name="connsiteX31" fmla="*/ 50868 w 676060"/>
                <a:gd name="connsiteY31" fmla="*/ 204557 h 1739061"/>
                <a:gd name="connsiteX32" fmla="*/ 58259 w 676060"/>
                <a:gd name="connsiteY32" fmla="*/ 239990 h 1739061"/>
                <a:gd name="connsiteX33" fmla="*/ 116734 w 676060"/>
                <a:gd name="connsiteY33" fmla="*/ 471286 h 1739061"/>
                <a:gd name="connsiteX34" fmla="*/ 192166 w 676060"/>
                <a:gd name="connsiteY34" fmla="*/ 641931 h 1739061"/>
                <a:gd name="connsiteX35" fmla="*/ 353247 w 676060"/>
                <a:gd name="connsiteY35" fmla="*/ 948006 h 1739061"/>
                <a:gd name="connsiteX36" fmla="*/ 463677 w 676060"/>
                <a:gd name="connsiteY36" fmla="*/ 1195170 h 1739061"/>
                <a:gd name="connsiteX37" fmla="*/ 466938 w 676060"/>
                <a:gd name="connsiteY37" fmla="*/ 1199735 h 1739061"/>
                <a:gd name="connsiteX38" fmla="*/ 459982 w 676060"/>
                <a:gd name="connsiteY38" fmla="*/ 1152128 h 1739061"/>
                <a:gd name="connsiteX39" fmla="*/ 407375 w 676060"/>
                <a:gd name="connsiteY39" fmla="*/ 839532 h 1739061"/>
                <a:gd name="connsiteX40" fmla="*/ 285858 w 676060"/>
                <a:gd name="connsiteY40" fmla="*/ 463242 h 1739061"/>
                <a:gd name="connsiteX41" fmla="*/ 138473 w 676060"/>
                <a:gd name="connsiteY41" fmla="*/ 142820 h 1739061"/>
                <a:gd name="connsiteX42" fmla="*/ 79997 w 676060"/>
                <a:gd name="connsiteY42" fmla="*/ 8695 h 1739061"/>
                <a:gd name="connsiteX43" fmla="*/ 77606 w 676060"/>
                <a:gd name="connsiteY43" fmla="*/ 0 h 1739061"/>
                <a:gd name="connsiteX44" fmla="*/ 79779 w 676060"/>
                <a:gd name="connsiteY44" fmla="*/ 3696 h 1739061"/>
                <a:gd name="connsiteX45" fmla="*/ 207383 w 676060"/>
                <a:gd name="connsiteY45" fmla="*/ 261511 h 1739061"/>
                <a:gd name="connsiteX46" fmla="*/ 368464 w 676060"/>
                <a:gd name="connsiteY46" fmla="*/ 660409 h 1739061"/>
                <a:gd name="connsiteX47" fmla="*/ 426505 w 676060"/>
                <a:gd name="connsiteY47" fmla="*/ 891052 h 1739061"/>
                <a:gd name="connsiteX48" fmla="*/ 502154 w 676060"/>
                <a:gd name="connsiteY48" fmla="*/ 1280601 h 1739061"/>
                <a:gd name="connsiteX49" fmla="*/ 504545 w 676060"/>
                <a:gd name="connsiteY49" fmla="*/ 1286471 h 1739061"/>
                <a:gd name="connsiteX50" fmla="*/ 500197 w 676060"/>
                <a:gd name="connsiteY50" fmla="*/ 1235603 h 1739061"/>
                <a:gd name="connsiteX51" fmla="*/ 491720 w 676060"/>
                <a:gd name="connsiteY51" fmla="*/ 1050393 h 1739061"/>
                <a:gd name="connsiteX52" fmla="*/ 496719 w 676060"/>
                <a:gd name="connsiteY52" fmla="*/ 869096 h 1739061"/>
                <a:gd name="connsiteX53" fmla="*/ 470416 w 676060"/>
                <a:gd name="connsiteY53" fmla="*/ 569108 h 1739061"/>
                <a:gd name="connsiteX54" fmla="*/ 391289 w 676060"/>
                <a:gd name="connsiteY54" fmla="*/ 316727 h 1739061"/>
                <a:gd name="connsiteX55" fmla="*/ 306944 w 676060"/>
                <a:gd name="connsiteY55" fmla="*/ 173037 h 1739061"/>
                <a:gd name="connsiteX56" fmla="*/ 291728 w 676060"/>
                <a:gd name="connsiteY56" fmla="*/ 149125 h 1739061"/>
                <a:gd name="connsiteX57" fmla="*/ 293467 w 676060"/>
                <a:gd name="connsiteY57" fmla="*/ 149125 h 1739061"/>
                <a:gd name="connsiteX58" fmla="*/ 383028 w 676060"/>
                <a:gd name="connsiteY58" fmla="*/ 278467 h 1739061"/>
                <a:gd name="connsiteX59" fmla="*/ 444765 w 676060"/>
                <a:gd name="connsiteY59" fmla="*/ 429766 h 1739061"/>
                <a:gd name="connsiteX60" fmla="*/ 496937 w 676060"/>
                <a:gd name="connsiteY60" fmla="*/ 719971 h 1739061"/>
                <a:gd name="connsiteX61" fmla="*/ 503458 w 676060"/>
                <a:gd name="connsiteY61" fmla="*/ 943006 h 1739061"/>
                <a:gd name="connsiteX62" fmla="*/ 499328 w 676060"/>
                <a:gd name="connsiteY62" fmla="*/ 1043654 h 1739061"/>
                <a:gd name="connsiteX63" fmla="*/ 508675 w 676060"/>
                <a:gd name="connsiteY63" fmla="*/ 1226473 h 1739061"/>
                <a:gd name="connsiteX64" fmla="*/ 534544 w 676060"/>
                <a:gd name="connsiteY64" fmla="*/ 1351685 h 1739061"/>
                <a:gd name="connsiteX65" fmla="*/ 538457 w 676060"/>
                <a:gd name="connsiteY65" fmla="*/ 1363859 h 1739061"/>
                <a:gd name="connsiteX66" fmla="*/ 539979 w 676060"/>
                <a:gd name="connsiteY66" fmla="*/ 1360816 h 1739061"/>
                <a:gd name="connsiteX67" fmla="*/ 557152 w 676060"/>
                <a:gd name="connsiteY67" fmla="*/ 1196040 h 1739061"/>
                <a:gd name="connsiteX68" fmla="*/ 605193 w 676060"/>
                <a:gd name="connsiteY68" fmla="*/ 1035611 h 1739061"/>
                <a:gd name="connsiteX69" fmla="*/ 649105 w 676060"/>
                <a:gd name="connsiteY69" fmla="*/ 919094 h 1739061"/>
                <a:gd name="connsiteX70" fmla="*/ 669104 w 676060"/>
                <a:gd name="connsiteY70" fmla="*/ 735406 h 1739061"/>
                <a:gd name="connsiteX71" fmla="*/ 620627 w 676060"/>
                <a:gd name="connsiteY71" fmla="*/ 463677 h 1739061"/>
                <a:gd name="connsiteX72" fmla="*/ 618236 w 676060"/>
                <a:gd name="connsiteY72" fmla="*/ 455634 h 1739061"/>
                <a:gd name="connsiteX73" fmla="*/ 619758 w 676060"/>
                <a:gd name="connsiteY73" fmla="*/ 454112 h 1739061"/>
                <a:gd name="connsiteX74" fmla="*/ 677147 w 676060"/>
                <a:gd name="connsiteY74" fmla="*/ 759318 h 1739061"/>
                <a:gd name="connsiteX75" fmla="*/ 646279 w 676060"/>
                <a:gd name="connsiteY75" fmla="*/ 956266 h 1739061"/>
                <a:gd name="connsiteX76" fmla="*/ 605193 w 676060"/>
                <a:gd name="connsiteY76" fmla="*/ 1054306 h 1739061"/>
                <a:gd name="connsiteX77" fmla="*/ 569325 w 676060"/>
                <a:gd name="connsiteY77" fmla="*/ 1165823 h 1739061"/>
                <a:gd name="connsiteX78" fmla="*/ 551065 w 676060"/>
                <a:gd name="connsiteY78" fmla="*/ 1354946 h 1739061"/>
                <a:gd name="connsiteX79" fmla="*/ 583238 w 676060"/>
                <a:gd name="connsiteY79" fmla="*/ 1500375 h 1739061"/>
                <a:gd name="connsiteX80" fmla="*/ 586716 w 676060"/>
                <a:gd name="connsiteY80" fmla="*/ 1504288 h 1739061"/>
                <a:gd name="connsiteX81" fmla="*/ 590411 w 676060"/>
                <a:gd name="connsiteY81" fmla="*/ 1477550 h 1739061"/>
                <a:gd name="connsiteX82" fmla="*/ 624323 w 676060"/>
                <a:gd name="connsiteY82" fmla="*/ 1337121 h 1739061"/>
                <a:gd name="connsiteX83" fmla="*/ 633018 w 676060"/>
                <a:gd name="connsiteY83" fmla="*/ 1317991 h 17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76060" h="1739061">
                  <a:moveTo>
                    <a:pt x="633018" y="1317991"/>
                  </a:moveTo>
                  <a:cubicBezTo>
                    <a:pt x="632366" y="1320382"/>
                    <a:pt x="632149" y="1322991"/>
                    <a:pt x="631279" y="1325382"/>
                  </a:cubicBezTo>
                  <a:cubicBezTo>
                    <a:pt x="611280" y="1379510"/>
                    <a:pt x="601280" y="1435813"/>
                    <a:pt x="594107" y="1492767"/>
                  </a:cubicBezTo>
                  <a:cubicBezTo>
                    <a:pt x="588890" y="1535374"/>
                    <a:pt x="585412" y="1577981"/>
                    <a:pt x="587151" y="1621023"/>
                  </a:cubicBezTo>
                  <a:cubicBezTo>
                    <a:pt x="588237" y="1646674"/>
                    <a:pt x="589977" y="1672108"/>
                    <a:pt x="589977" y="1697759"/>
                  </a:cubicBezTo>
                  <a:cubicBezTo>
                    <a:pt x="589977" y="1707976"/>
                    <a:pt x="589542" y="1708410"/>
                    <a:pt x="579542" y="1708845"/>
                  </a:cubicBezTo>
                  <a:cubicBezTo>
                    <a:pt x="546500" y="1710367"/>
                    <a:pt x="517153" y="1723410"/>
                    <a:pt x="488894" y="1739279"/>
                  </a:cubicBezTo>
                  <a:cubicBezTo>
                    <a:pt x="488459" y="1739279"/>
                    <a:pt x="488024" y="1739279"/>
                    <a:pt x="487589" y="1739279"/>
                  </a:cubicBezTo>
                  <a:cubicBezTo>
                    <a:pt x="486502" y="1714280"/>
                    <a:pt x="485415" y="1689498"/>
                    <a:pt x="484329" y="1664499"/>
                  </a:cubicBezTo>
                  <a:cubicBezTo>
                    <a:pt x="482589" y="1631240"/>
                    <a:pt x="481068" y="1597980"/>
                    <a:pt x="479111" y="1564720"/>
                  </a:cubicBezTo>
                  <a:cubicBezTo>
                    <a:pt x="476285" y="1518201"/>
                    <a:pt x="476938" y="1471463"/>
                    <a:pt x="467155" y="1425596"/>
                  </a:cubicBezTo>
                  <a:cubicBezTo>
                    <a:pt x="454765" y="1368207"/>
                    <a:pt x="431070" y="1316469"/>
                    <a:pt x="389984" y="1273645"/>
                  </a:cubicBezTo>
                  <a:cubicBezTo>
                    <a:pt x="388680" y="1272341"/>
                    <a:pt x="387811" y="1270602"/>
                    <a:pt x="386724" y="1269080"/>
                  </a:cubicBezTo>
                  <a:cubicBezTo>
                    <a:pt x="391071" y="1269950"/>
                    <a:pt x="394115" y="1272776"/>
                    <a:pt x="397593" y="1275167"/>
                  </a:cubicBezTo>
                  <a:cubicBezTo>
                    <a:pt x="421288" y="1291253"/>
                    <a:pt x="441939" y="1310600"/>
                    <a:pt x="458895" y="1334512"/>
                  </a:cubicBezTo>
                  <a:cubicBezTo>
                    <a:pt x="458025" y="1331252"/>
                    <a:pt x="456938" y="1328208"/>
                    <a:pt x="456069" y="1324947"/>
                  </a:cubicBezTo>
                  <a:cubicBezTo>
                    <a:pt x="432809" y="1251037"/>
                    <a:pt x="397158" y="1183431"/>
                    <a:pt x="354116" y="1119303"/>
                  </a:cubicBezTo>
                  <a:cubicBezTo>
                    <a:pt x="313466" y="1058654"/>
                    <a:pt x="267598" y="1002352"/>
                    <a:pt x="221513" y="945832"/>
                  </a:cubicBezTo>
                  <a:cubicBezTo>
                    <a:pt x="172819" y="886269"/>
                    <a:pt x="123908" y="826706"/>
                    <a:pt x="80649" y="762796"/>
                  </a:cubicBezTo>
                  <a:cubicBezTo>
                    <a:pt x="50215" y="717798"/>
                    <a:pt x="22825" y="671278"/>
                    <a:pt x="217" y="621932"/>
                  </a:cubicBezTo>
                  <a:cubicBezTo>
                    <a:pt x="0" y="621280"/>
                    <a:pt x="-217" y="620845"/>
                    <a:pt x="435" y="620410"/>
                  </a:cubicBezTo>
                  <a:cubicBezTo>
                    <a:pt x="652" y="620193"/>
                    <a:pt x="1087" y="620410"/>
                    <a:pt x="1522" y="620845"/>
                  </a:cubicBezTo>
                  <a:cubicBezTo>
                    <a:pt x="34346" y="687147"/>
                    <a:pt x="76084" y="748014"/>
                    <a:pt x="120430" y="806925"/>
                  </a:cubicBezTo>
                  <a:cubicBezTo>
                    <a:pt x="177819" y="883226"/>
                    <a:pt x="239773" y="955832"/>
                    <a:pt x="298901" y="1030611"/>
                  </a:cubicBezTo>
                  <a:cubicBezTo>
                    <a:pt x="346291" y="1090609"/>
                    <a:pt x="391941" y="1151476"/>
                    <a:pt x="429331" y="1218430"/>
                  </a:cubicBezTo>
                  <a:cubicBezTo>
                    <a:pt x="438896" y="1235821"/>
                    <a:pt x="447808" y="1253428"/>
                    <a:pt x="456721" y="1273428"/>
                  </a:cubicBezTo>
                  <a:cubicBezTo>
                    <a:pt x="457156" y="1264732"/>
                    <a:pt x="455634" y="1258211"/>
                    <a:pt x="454547" y="1251907"/>
                  </a:cubicBezTo>
                  <a:cubicBezTo>
                    <a:pt x="441069" y="1163649"/>
                    <a:pt x="410636" y="1080827"/>
                    <a:pt x="372377" y="1000830"/>
                  </a:cubicBezTo>
                  <a:cubicBezTo>
                    <a:pt x="337595" y="928441"/>
                    <a:pt x="297597" y="858879"/>
                    <a:pt x="258468" y="788664"/>
                  </a:cubicBezTo>
                  <a:cubicBezTo>
                    <a:pt x="210861" y="703450"/>
                    <a:pt x="165863" y="617149"/>
                    <a:pt x="129343" y="526283"/>
                  </a:cubicBezTo>
                  <a:cubicBezTo>
                    <a:pt x="89562" y="426940"/>
                    <a:pt x="62606" y="323900"/>
                    <a:pt x="50868" y="216948"/>
                  </a:cubicBezTo>
                  <a:cubicBezTo>
                    <a:pt x="50433" y="212818"/>
                    <a:pt x="49998" y="208687"/>
                    <a:pt x="50868" y="204557"/>
                  </a:cubicBezTo>
                  <a:cubicBezTo>
                    <a:pt x="53259" y="216296"/>
                    <a:pt x="55433" y="228252"/>
                    <a:pt x="58259" y="239990"/>
                  </a:cubicBezTo>
                  <a:cubicBezTo>
                    <a:pt x="75867" y="317596"/>
                    <a:pt x="92605" y="395419"/>
                    <a:pt x="116734" y="471286"/>
                  </a:cubicBezTo>
                  <a:cubicBezTo>
                    <a:pt x="135647" y="531066"/>
                    <a:pt x="163472" y="586716"/>
                    <a:pt x="192166" y="641931"/>
                  </a:cubicBezTo>
                  <a:cubicBezTo>
                    <a:pt x="245208" y="744318"/>
                    <a:pt x="301292" y="844966"/>
                    <a:pt x="353247" y="948006"/>
                  </a:cubicBezTo>
                  <a:cubicBezTo>
                    <a:pt x="393897" y="1028655"/>
                    <a:pt x="431939" y="1110608"/>
                    <a:pt x="463677" y="1195170"/>
                  </a:cubicBezTo>
                  <a:cubicBezTo>
                    <a:pt x="464112" y="1196692"/>
                    <a:pt x="464329" y="1198213"/>
                    <a:pt x="466938" y="1199735"/>
                  </a:cubicBezTo>
                  <a:cubicBezTo>
                    <a:pt x="464547" y="1183214"/>
                    <a:pt x="462156" y="1167562"/>
                    <a:pt x="459982" y="1152128"/>
                  </a:cubicBezTo>
                  <a:cubicBezTo>
                    <a:pt x="444765" y="1047567"/>
                    <a:pt x="428461" y="943223"/>
                    <a:pt x="407375" y="839532"/>
                  </a:cubicBezTo>
                  <a:cubicBezTo>
                    <a:pt x="381072" y="709537"/>
                    <a:pt x="339334" y="584542"/>
                    <a:pt x="285858" y="463242"/>
                  </a:cubicBezTo>
                  <a:cubicBezTo>
                    <a:pt x="238469" y="355638"/>
                    <a:pt x="186949" y="249773"/>
                    <a:pt x="138473" y="142820"/>
                  </a:cubicBezTo>
                  <a:cubicBezTo>
                    <a:pt x="118256" y="98474"/>
                    <a:pt x="98692" y="53694"/>
                    <a:pt x="79997" y="8695"/>
                  </a:cubicBezTo>
                  <a:cubicBezTo>
                    <a:pt x="78910" y="6304"/>
                    <a:pt x="77171" y="3913"/>
                    <a:pt x="77606" y="0"/>
                  </a:cubicBezTo>
                  <a:cubicBezTo>
                    <a:pt x="78693" y="1739"/>
                    <a:pt x="79345" y="2609"/>
                    <a:pt x="79779" y="3696"/>
                  </a:cubicBezTo>
                  <a:cubicBezTo>
                    <a:pt x="120647" y="90431"/>
                    <a:pt x="166515" y="174776"/>
                    <a:pt x="207383" y="261511"/>
                  </a:cubicBezTo>
                  <a:cubicBezTo>
                    <a:pt x="268468" y="391506"/>
                    <a:pt x="324770" y="523457"/>
                    <a:pt x="368464" y="660409"/>
                  </a:cubicBezTo>
                  <a:cubicBezTo>
                    <a:pt x="392593" y="736058"/>
                    <a:pt x="410201" y="813446"/>
                    <a:pt x="426505" y="891052"/>
                  </a:cubicBezTo>
                  <a:cubicBezTo>
                    <a:pt x="453678" y="1020612"/>
                    <a:pt x="475851" y="1151041"/>
                    <a:pt x="502154" y="1280601"/>
                  </a:cubicBezTo>
                  <a:cubicBezTo>
                    <a:pt x="502589" y="1282558"/>
                    <a:pt x="503023" y="1284514"/>
                    <a:pt x="504545" y="1286471"/>
                  </a:cubicBezTo>
                  <a:cubicBezTo>
                    <a:pt x="503023" y="1269515"/>
                    <a:pt x="501502" y="1252559"/>
                    <a:pt x="500197" y="1235603"/>
                  </a:cubicBezTo>
                  <a:cubicBezTo>
                    <a:pt x="494763" y="1174084"/>
                    <a:pt x="489328" y="1112347"/>
                    <a:pt x="491720" y="1050393"/>
                  </a:cubicBezTo>
                  <a:cubicBezTo>
                    <a:pt x="494111" y="989961"/>
                    <a:pt x="496937" y="929746"/>
                    <a:pt x="496719" y="869096"/>
                  </a:cubicBezTo>
                  <a:cubicBezTo>
                    <a:pt x="496067" y="768448"/>
                    <a:pt x="489546" y="668234"/>
                    <a:pt x="470416" y="569108"/>
                  </a:cubicBezTo>
                  <a:cubicBezTo>
                    <a:pt x="453678" y="481937"/>
                    <a:pt x="429548" y="396941"/>
                    <a:pt x="391289" y="316727"/>
                  </a:cubicBezTo>
                  <a:cubicBezTo>
                    <a:pt x="367377" y="266511"/>
                    <a:pt x="336726" y="219991"/>
                    <a:pt x="306944" y="173037"/>
                  </a:cubicBezTo>
                  <a:cubicBezTo>
                    <a:pt x="301945" y="165211"/>
                    <a:pt x="296945" y="157385"/>
                    <a:pt x="291728" y="149125"/>
                  </a:cubicBezTo>
                  <a:cubicBezTo>
                    <a:pt x="292597" y="149125"/>
                    <a:pt x="293249" y="148907"/>
                    <a:pt x="293467" y="149125"/>
                  </a:cubicBezTo>
                  <a:cubicBezTo>
                    <a:pt x="324335" y="191514"/>
                    <a:pt x="356290" y="233252"/>
                    <a:pt x="383028" y="278467"/>
                  </a:cubicBezTo>
                  <a:cubicBezTo>
                    <a:pt x="411071" y="325857"/>
                    <a:pt x="429113" y="377376"/>
                    <a:pt x="444765" y="429766"/>
                  </a:cubicBezTo>
                  <a:cubicBezTo>
                    <a:pt x="472807" y="524544"/>
                    <a:pt x="488676" y="621497"/>
                    <a:pt x="496937" y="719971"/>
                  </a:cubicBezTo>
                  <a:cubicBezTo>
                    <a:pt x="503241" y="794316"/>
                    <a:pt x="504980" y="868661"/>
                    <a:pt x="503458" y="943006"/>
                  </a:cubicBezTo>
                  <a:cubicBezTo>
                    <a:pt x="502806" y="976483"/>
                    <a:pt x="501067" y="1010177"/>
                    <a:pt x="499328" y="1043654"/>
                  </a:cubicBezTo>
                  <a:cubicBezTo>
                    <a:pt x="496285" y="1104956"/>
                    <a:pt x="500632" y="1165823"/>
                    <a:pt x="508675" y="1226473"/>
                  </a:cubicBezTo>
                  <a:cubicBezTo>
                    <a:pt x="514327" y="1268863"/>
                    <a:pt x="521936" y="1310818"/>
                    <a:pt x="534544" y="1351685"/>
                  </a:cubicBezTo>
                  <a:cubicBezTo>
                    <a:pt x="535631" y="1355381"/>
                    <a:pt x="536935" y="1359077"/>
                    <a:pt x="538457" y="1363859"/>
                  </a:cubicBezTo>
                  <a:cubicBezTo>
                    <a:pt x="539326" y="1361902"/>
                    <a:pt x="539979" y="1361468"/>
                    <a:pt x="539979" y="1360816"/>
                  </a:cubicBezTo>
                  <a:cubicBezTo>
                    <a:pt x="539109" y="1305166"/>
                    <a:pt x="549761" y="1250820"/>
                    <a:pt x="557152" y="1196040"/>
                  </a:cubicBezTo>
                  <a:cubicBezTo>
                    <a:pt x="564760" y="1139955"/>
                    <a:pt x="583238" y="1087348"/>
                    <a:pt x="605193" y="1035611"/>
                  </a:cubicBezTo>
                  <a:cubicBezTo>
                    <a:pt x="621497" y="997352"/>
                    <a:pt x="638235" y="959310"/>
                    <a:pt x="649105" y="919094"/>
                  </a:cubicBezTo>
                  <a:cubicBezTo>
                    <a:pt x="665626" y="858879"/>
                    <a:pt x="670625" y="797577"/>
                    <a:pt x="669104" y="735406"/>
                  </a:cubicBezTo>
                  <a:cubicBezTo>
                    <a:pt x="666930" y="642366"/>
                    <a:pt x="649757" y="551935"/>
                    <a:pt x="620627" y="463677"/>
                  </a:cubicBezTo>
                  <a:cubicBezTo>
                    <a:pt x="619758" y="461069"/>
                    <a:pt x="618888" y="458243"/>
                    <a:pt x="618236" y="455634"/>
                  </a:cubicBezTo>
                  <a:cubicBezTo>
                    <a:pt x="617802" y="454330"/>
                    <a:pt x="618019" y="453460"/>
                    <a:pt x="619758" y="454112"/>
                  </a:cubicBezTo>
                  <a:cubicBezTo>
                    <a:pt x="658452" y="552152"/>
                    <a:pt x="680190" y="653452"/>
                    <a:pt x="677147" y="759318"/>
                  </a:cubicBezTo>
                  <a:cubicBezTo>
                    <a:pt x="675191" y="826272"/>
                    <a:pt x="668234" y="892573"/>
                    <a:pt x="646279" y="956266"/>
                  </a:cubicBezTo>
                  <a:cubicBezTo>
                    <a:pt x="634757" y="989743"/>
                    <a:pt x="619106" y="1021699"/>
                    <a:pt x="605193" y="1054306"/>
                  </a:cubicBezTo>
                  <a:cubicBezTo>
                    <a:pt x="589542" y="1090391"/>
                    <a:pt x="573890" y="1126694"/>
                    <a:pt x="569325" y="1165823"/>
                  </a:cubicBezTo>
                  <a:cubicBezTo>
                    <a:pt x="561934" y="1228647"/>
                    <a:pt x="548891" y="1291036"/>
                    <a:pt x="551065" y="1354946"/>
                  </a:cubicBezTo>
                  <a:cubicBezTo>
                    <a:pt x="552804" y="1405379"/>
                    <a:pt x="564543" y="1453638"/>
                    <a:pt x="583238" y="1500375"/>
                  </a:cubicBezTo>
                  <a:cubicBezTo>
                    <a:pt x="583890" y="1501679"/>
                    <a:pt x="583890" y="1503636"/>
                    <a:pt x="586716" y="1504288"/>
                  </a:cubicBezTo>
                  <a:cubicBezTo>
                    <a:pt x="588020" y="1495375"/>
                    <a:pt x="589107" y="1486245"/>
                    <a:pt x="590411" y="1477550"/>
                  </a:cubicBezTo>
                  <a:cubicBezTo>
                    <a:pt x="597368" y="1429726"/>
                    <a:pt x="606715" y="1382336"/>
                    <a:pt x="624323" y="1337121"/>
                  </a:cubicBezTo>
                  <a:cubicBezTo>
                    <a:pt x="626497" y="1330817"/>
                    <a:pt x="628671" y="1324078"/>
                    <a:pt x="633018" y="131799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51">
              <a:extLst>
                <a:ext uri="{FF2B5EF4-FFF2-40B4-BE49-F238E27FC236}">
                  <a16:creationId xmlns:a16="http://schemas.microsoft.com/office/drawing/2014/main" xmlns="" id="{B5EC8669-ED8F-4468-8AC0-20667FB3C8A7}"/>
                </a:ext>
              </a:extLst>
            </p:cNvPr>
            <p:cNvSpPr/>
            <p:nvPr/>
          </p:nvSpPr>
          <p:spPr>
            <a:xfrm>
              <a:off x="6219529" y="3192544"/>
              <a:ext cx="8695" cy="23912"/>
            </a:xfrm>
            <a:custGeom>
              <a:avLst/>
              <a:gdLst>
                <a:gd name="connsiteX0" fmla="*/ 10434 w 8695"/>
                <a:gd name="connsiteY0" fmla="*/ 22390 h 23912"/>
                <a:gd name="connsiteX1" fmla="*/ 8913 w 8695"/>
                <a:gd name="connsiteY1" fmla="*/ 23912 h 23912"/>
                <a:gd name="connsiteX2" fmla="*/ 0 w 8695"/>
                <a:gd name="connsiteY2" fmla="*/ 652 h 23912"/>
                <a:gd name="connsiteX3" fmla="*/ 1522 w 8695"/>
                <a:gd name="connsiteY3" fmla="*/ 0 h 23912"/>
                <a:gd name="connsiteX4" fmla="*/ 10434 w 8695"/>
                <a:gd name="connsiteY4" fmla="*/ 22390 h 2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5" h="23912">
                  <a:moveTo>
                    <a:pt x="10434" y="22390"/>
                  </a:moveTo>
                  <a:cubicBezTo>
                    <a:pt x="10000" y="22825"/>
                    <a:pt x="9565" y="23260"/>
                    <a:pt x="8913" y="23912"/>
                  </a:cubicBezTo>
                  <a:cubicBezTo>
                    <a:pt x="5869" y="16086"/>
                    <a:pt x="3043" y="8478"/>
                    <a:pt x="0" y="652"/>
                  </a:cubicBezTo>
                  <a:cubicBezTo>
                    <a:pt x="435" y="435"/>
                    <a:pt x="1087" y="217"/>
                    <a:pt x="1522" y="0"/>
                  </a:cubicBezTo>
                  <a:cubicBezTo>
                    <a:pt x="4565" y="7391"/>
                    <a:pt x="7391" y="14782"/>
                    <a:pt x="10434" y="22390"/>
                  </a:cubicBezTo>
                  <a:close/>
                </a:path>
              </a:pathLst>
            </a:custGeom>
            <a:solidFill>
              <a:srgbClr val="979797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52">
              <a:extLst>
                <a:ext uri="{FF2B5EF4-FFF2-40B4-BE49-F238E27FC236}">
                  <a16:creationId xmlns:a16="http://schemas.microsoft.com/office/drawing/2014/main" xmlns="" id="{8C831808-3BEF-4D61-B4D8-7EA59283A0E4}"/>
                </a:ext>
              </a:extLst>
            </p:cNvPr>
            <p:cNvSpPr/>
            <p:nvPr/>
          </p:nvSpPr>
          <p:spPr>
            <a:xfrm>
              <a:off x="5591076" y="3337539"/>
              <a:ext cx="4348" cy="13043"/>
            </a:xfrm>
            <a:custGeom>
              <a:avLst/>
              <a:gdLst>
                <a:gd name="connsiteX0" fmla="*/ 0 w 4347"/>
                <a:gd name="connsiteY0" fmla="*/ 0 h 13042"/>
                <a:gd name="connsiteX1" fmla="*/ 6087 w 4347"/>
                <a:gd name="connsiteY1" fmla="*/ 14999 h 13042"/>
                <a:gd name="connsiteX2" fmla="*/ 0 w 4347"/>
                <a:gd name="connsiteY2" fmla="*/ 0 h 1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7" h="13042">
                  <a:moveTo>
                    <a:pt x="0" y="0"/>
                  </a:moveTo>
                  <a:cubicBezTo>
                    <a:pt x="4130" y="3913"/>
                    <a:pt x="6087" y="9130"/>
                    <a:pt x="6087" y="14999"/>
                  </a:cubicBezTo>
                  <a:cubicBezTo>
                    <a:pt x="3913" y="10000"/>
                    <a:pt x="1956" y="5000"/>
                    <a:pt x="0" y="0"/>
                  </a:cubicBezTo>
                  <a:close/>
                </a:path>
              </a:pathLst>
            </a:custGeom>
            <a:solidFill>
              <a:srgbClr val="6A6A6A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53">
              <a:extLst>
                <a:ext uri="{FF2B5EF4-FFF2-40B4-BE49-F238E27FC236}">
                  <a16:creationId xmlns:a16="http://schemas.microsoft.com/office/drawing/2014/main" xmlns="" id="{77AA8776-8DC7-43F2-A2E9-30BE97E72B32}"/>
                </a:ext>
              </a:extLst>
            </p:cNvPr>
            <p:cNvSpPr/>
            <p:nvPr/>
          </p:nvSpPr>
          <p:spPr>
            <a:xfrm>
              <a:off x="5604771" y="3365581"/>
              <a:ext cx="6521" cy="15217"/>
            </a:xfrm>
            <a:custGeom>
              <a:avLst/>
              <a:gdLst>
                <a:gd name="connsiteX0" fmla="*/ 7608 w 6521"/>
                <a:gd name="connsiteY0" fmla="*/ 16086 h 15216"/>
                <a:gd name="connsiteX1" fmla="*/ 6304 w 6521"/>
                <a:gd name="connsiteY1" fmla="*/ 17173 h 15216"/>
                <a:gd name="connsiteX2" fmla="*/ 0 w 6521"/>
                <a:gd name="connsiteY2" fmla="*/ 0 h 15216"/>
                <a:gd name="connsiteX3" fmla="*/ 7608 w 6521"/>
                <a:gd name="connsiteY3" fmla="*/ 16086 h 15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21" h="15216">
                  <a:moveTo>
                    <a:pt x="7608" y="16086"/>
                  </a:moveTo>
                  <a:cubicBezTo>
                    <a:pt x="7174" y="16521"/>
                    <a:pt x="6739" y="16956"/>
                    <a:pt x="6304" y="17173"/>
                  </a:cubicBezTo>
                  <a:cubicBezTo>
                    <a:pt x="3261" y="11956"/>
                    <a:pt x="652" y="6521"/>
                    <a:pt x="0" y="0"/>
                  </a:cubicBezTo>
                  <a:cubicBezTo>
                    <a:pt x="2609" y="5435"/>
                    <a:pt x="5217" y="10652"/>
                    <a:pt x="7608" y="16086"/>
                  </a:cubicBezTo>
                  <a:close/>
                </a:path>
              </a:pathLst>
            </a:custGeom>
            <a:solidFill>
              <a:srgbClr val="8B8B8B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0" name="Graphic 161">
            <a:extLst>
              <a:ext uri="{FF2B5EF4-FFF2-40B4-BE49-F238E27FC236}">
                <a16:creationId xmlns:a16="http://schemas.microsoft.com/office/drawing/2014/main" xmlns="" id="{611A241C-3E60-4E17-B4C0-F4AF90073D05}"/>
              </a:ext>
            </a:extLst>
          </p:cNvPr>
          <p:cNvGrpSpPr/>
          <p:nvPr/>
        </p:nvGrpSpPr>
        <p:grpSpPr>
          <a:xfrm rot="20415798">
            <a:off x="5184751" y="5058756"/>
            <a:ext cx="300743" cy="566468"/>
            <a:chOff x="5516731" y="2706042"/>
            <a:chExt cx="952136" cy="1793407"/>
          </a:xfrm>
        </p:grpSpPr>
        <p:sp>
          <p:nvSpPr>
            <p:cNvPr id="91" name="Freeform: Shape 49">
              <a:extLst>
                <a:ext uri="{FF2B5EF4-FFF2-40B4-BE49-F238E27FC236}">
                  <a16:creationId xmlns:a16="http://schemas.microsoft.com/office/drawing/2014/main" xmlns="" id="{EA366B76-8777-460A-8E1D-CFA42BA7075B}"/>
                </a:ext>
              </a:extLst>
            </p:cNvPr>
            <p:cNvSpPr/>
            <p:nvPr/>
          </p:nvSpPr>
          <p:spPr>
            <a:xfrm>
              <a:off x="5516712" y="2706060"/>
              <a:ext cx="949962" cy="1562981"/>
            </a:xfrm>
            <a:custGeom>
              <a:avLst/>
              <a:gdLst>
                <a:gd name="connsiteX0" fmla="*/ 919330 w 949962"/>
                <a:gd name="connsiteY0" fmla="*/ 653217 h 1562981"/>
                <a:gd name="connsiteX1" fmla="*/ 775857 w 949962"/>
                <a:gd name="connsiteY1" fmla="*/ 398879 h 1562981"/>
                <a:gd name="connsiteX2" fmla="*/ 661514 w 949962"/>
                <a:gd name="connsiteY2" fmla="*/ 271493 h 1562981"/>
                <a:gd name="connsiteX3" fmla="*/ 539997 w 949962"/>
                <a:gd name="connsiteY3" fmla="*/ 186279 h 1562981"/>
                <a:gd name="connsiteX4" fmla="*/ 436740 w 949962"/>
                <a:gd name="connsiteY4" fmla="*/ 126064 h 1562981"/>
                <a:gd name="connsiteX5" fmla="*/ 278051 w 949962"/>
                <a:gd name="connsiteY5" fmla="*/ 33241 h 1562981"/>
                <a:gd name="connsiteX6" fmla="*/ 160664 w 949962"/>
                <a:gd name="connsiteY6" fmla="*/ 199 h 1562981"/>
                <a:gd name="connsiteX7" fmla="*/ 129144 w 949962"/>
                <a:gd name="connsiteY7" fmla="*/ 17372 h 1562981"/>
                <a:gd name="connsiteX8" fmla="*/ 81320 w 949962"/>
                <a:gd name="connsiteY8" fmla="*/ 169323 h 1562981"/>
                <a:gd name="connsiteX9" fmla="*/ 49364 w 949962"/>
                <a:gd name="connsiteY9" fmla="*/ 363011 h 1562981"/>
                <a:gd name="connsiteX10" fmla="*/ 19 w 949962"/>
                <a:gd name="connsiteY10" fmla="*/ 608001 h 1562981"/>
                <a:gd name="connsiteX11" fmla="*/ 20453 w 949962"/>
                <a:gd name="connsiteY11" fmla="*/ 829297 h 1562981"/>
                <a:gd name="connsiteX12" fmla="*/ 85667 w 949962"/>
                <a:gd name="connsiteY12" fmla="*/ 1010594 h 1562981"/>
                <a:gd name="connsiteX13" fmla="*/ 281964 w 949962"/>
                <a:gd name="connsiteY13" fmla="*/ 1213629 h 1562981"/>
                <a:gd name="connsiteX14" fmla="*/ 375656 w 949962"/>
                <a:gd name="connsiteY14" fmla="*/ 1257758 h 1562981"/>
                <a:gd name="connsiteX15" fmla="*/ 478478 w 949962"/>
                <a:gd name="connsiteY15" fmla="*/ 1326886 h 1562981"/>
                <a:gd name="connsiteX16" fmla="*/ 674992 w 949962"/>
                <a:gd name="connsiteY16" fmla="*/ 1559485 h 1562981"/>
                <a:gd name="connsiteX17" fmla="*/ 680426 w 949962"/>
                <a:gd name="connsiteY17" fmla="*/ 1563615 h 1562981"/>
                <a:gd name="connsiteX18" fmla="*/ 684339 w 949962"/>
                <a:gd name="connsiteY18" fmla="*/ 1558398 h 1562981"/>
                <a:gd name="connsiteX19" fmla="*/ 691078 w 949962"/>
                <a:gd name="connsiteY19" fmla="*/ 1508617 h 1562981"/>
                <a:gd name="connsiteX20" fmla="*/ 713034 w 949962"/>
                <a:gd name="connsiteY20" fmla="*/ 1412099 h 1562981"/>
                <a:gd name="connsiteX21" fmla="*/ 801074 w 949962"/>
                <a:gd name="connsiteY21" fmla="*/ 1248193 h 1562981"/>
                <a:gd name="connsiteX22" fmla="*/ 835203 w 949962"/>
                <a:gd name="connsiteY22" fmla="*/ 1202977 h 1562981"/>
                <a:gd name="connsiteX23" fmla="*/ 930634 w 949962"/>
                <a:gd name="connsiteY23" fmla="*/ 993855 h 1562981"/>
                <a:gd name="connsiteX24" fmla="*/ 948242 w 949962"/>
                <a:gd name="connsiteY24" fmla="*/ 910598 h 1562981"/>
                <a:gd name="connsiteX25" fmla="*/ 951285 w 949962"/>
                <a:gd name="connsiteY25" fmla="*/ 793646 h 1562981"/>
                <a:gd name="connsiteX26" fmla="*/ 919330 w 949962"/>
                <a:gd name="connsiteY26" fmla="*/ 653217 h 1562981"/>
                <a:gd name="connsiteX27" fmla="*/ 220879 w 949962"/>
                <a:gd name="connsiteY27" fmla="*/ 161932 h 1562981"/>
                <a:gd name="connsiteX28" fmla="*/ 216314 w 949962"/>
                <a:gd name="connsiteY28" fmla="*/ 152150 h 1562981"/>
                <a:gd name="connsiteX29" fmla="*/ 221097 w 949962"/>
                <a:gd name="connsiteY29" fmla="*/ 161714 h 1562981"/>
                <a:gd name="connsiteX30" fmla="*/ 220879 w 949962"/>
                <a:gd name="connsiteY30" fmla="*/ 161932 h 156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49962" h="1562981">
                  <a:moveTo>
                    <a:pt x="919330" y="653217"/>
                  </a:moveTo>
                  <a:cubicBezTo>
                    <a:pt x="901287" y="613218"/>
                    <a:pt x="807595" y="442138"/>
                    <a:pt x="775857" y="398879"/>
                  </a:cubicBezTo>
                  <a:cubicBezTo>
                    <a:pt x="741946" y="352794"/>
                    <a:pt x="703686" y="310404"/>
                    <a:pt x="661514" y="271493"/>
                  </a:cubicBezTo>
                  <a:cubicBezTo>
                    <a:pt x="624776" y="237581"/>
                    <a:pt x="585430" y="207582"/>
                    <a:pt x="539997" y="186279"/>
                  </a:cubicBezTo>
                  <a:cubicBezTo>
                    <a:pt x="503694" y="169540"/>
                    <a:pt x="470000" y="148454"/>
                    <a:pt x="436740" y="126064"/>
                  </a:cubicBezTo>
                  <a:cubicBezTo>
                    <a:pt x="385873" y="91500"/>
                    <a:pt x="334788" y="57805"/>
                    <a:pt x="278051" y="33241"/>
                  </a:cubicBezTo>
                  <a:cubicBezTo>
                    <a:pt x="240661" y="16937"/>
                    <a:pt x="202184" y="2590"/>
                    <a:pt x="160664" y="199"/>
                  </a:cubicBezTo>
                  <a:cubicBezTo>
                    <a:pt x="142839" y="-888"/>
                    <a:pt x="136535" y="2155"/>
                    <a:pt x="129144" y="17372"/>
                  </a:cubicBezTo>
                  <a:cubicBezTo>
                    <a:pt x="125883" y="23894"/>
                    <a:pt x="91102" y="124325"/>
                    <a:pt x="81320" y="169323"/>
                  </a:cubicBezTo>
                  <a:cubicBezTo>
                    <a:pt x="68929" y="224973"/>
                    <a:pt x="52843" y="354968"/>
                    <a:pt x="49364" y="363011"/>
                  </a:cubicBezTo>
                  <a:cubicBezTo>
                    <a:pt x="15888" y="441268"/>
                    <a:pt x="-634" y="523004"/>
                    <a:pt x="19" y="608001"/>
                  </a:cubicBezTo>
                  <a:cubicBezTo>
                    <a:pt x="236" y="633870"/>
                    <a:pt x="12844" y="797776"/>
                    <a:pt x="20453" y="829297"/>
                  </a:cubicBezTo>
                  <a:cubicBezTo>
                    <a:pt x="35452" y="892120"/>
                    <a:pt x="55016" y="953205"/>
                    <a:pt x="85667" y="1010594"/>
                  </a:cubicBezTo>
                  <a:cubicBezTo>
                    <a:pt x="108493" y="1053201"/>
                    <a:pt x="240879" y="1189717"/>
                    <a:pt x="281964" y="1213629"/>
                  </a:cubicBezTo>
                  <a:cubicBezTo>
                    <a:pt x="311963" y="1231020"/>
                    <a:pt x="343918" y="1244063"/>
                    <a:pt x="375656" y="1257758"/>
                  </a:cubicBezTo>
                  <a:cubicBezTo>
                    <a:pt x="414133" y="1274496"/>
                    <a:pt x="448696" y="1297104"/>
                    <a:pt x="478478" y="1326886"/>
                  </a:cubicBezTo>
                  <a:cubicBezTo>
                    <a:pt x="558909" y="1399491"/>
                    <a:pt x="663470" y="1531660"/>
                    <a:pt x="674992" y="1559485"/>
                  </a:cubicBezTo>
                  <a:cubicBezTo>
                    <a:pt x="676079" y="1562093"/>
                    <a:pt x="677166" y="1564050"/>
                    <a:pt x="680426" y="1563615"/>
                  </a:cubicBezTo>
                  <a:cubicBezTo>
                    <a:pt x="683687" y="1563398"/>
                    <a:pt x="684122" y="1560789"/>
                    <a:pt x="684339" y="1558398"/>
                  </a:cubicBezTo>
                  <a:cubicBezTo>
                    <a:pt x="685426" y="1541660"/>
                    <a:pt x="688469" y="1525138"/>
                    <a:pt x="691078" y="1508617"/>
                  </a:cubicBezTo>
                  <a:cubicBezTo>
                    <a:pt x="695860" y="1475793"/>
                    <a:pt x="705425" y="1444272"/>
                    <a:pt x="713034" y="1412099"/>
                  </a:cubicBezTo>
                  <a:cubicBezTo>
                    <a:pt x="718468" y="1388840"/>
                    <a:pt x="775640" y="1282539"/>
                    <a:pt x="801074" y="1248193"/>
                  </a:cubicBezTo>
                  <a:cubicBezTo>
                    <a:pt x="812378" y="1232976"/>
                    <a:pt x="824768" y="1218629"/>
                    <a:pt x="835203" y="1202977"/>
                  </a:cubicBezTo>
                  <a:cubicBezTo>
                    <a:pt x="878679" y="1138415"/>
                    <a:pt x="909330" y="1068200"/>
                    <a:pt x="930634" y="993855"/>
                  </a:cubicBezTo>
                  <a:cubicBezTo>
                    <a:pt x="938460" y="966465"/>
                    <a:pt x="945416" y="938857"/>
                    <a:pt x="948242" y="910598"/>
                  </a:cubicBezTo>
                  <a:cubicBezTo>
                    <a:pt x="949763" y="896468"/>
                    <a:pt x="951285" y="818427"/>
                    <a:pt x="951285" y="793646"/>
                  </a:cubicBezTo>
                  <a:cubicBezTo>
                    <a:pt x="949546" y="784298"/>
                    <a:pt x="924112" y="663868"/>
                    <a:pt x="919330" y="653217"/>
                  </a:cubicBezTo>
                  <a:close/>
                  <a:moveTo>
                    <a:pt x="220879" y="161932"/>
                  </a:moveTo>
                  <a:cubicBezTo>
                    <a:pt x="219358" y="158671"/>
                    <a:pt x="217836" y="155410"/>
                    <a:pt x="216314" y="152150"/>
                  </a:cubicBezTo>
                  <a:cubicBezTo>
                    <a:pt x="217836" y="155410"/>
                    <a:pt x="219358" y="158454"/>
                    <a:pt x="221097" y="161714"/>
                  </a:cubicBezTo>
                  <a:cubicBezTo>
                    <a:pt x="220879" y="161932"/>
                    <a:pt x="220879" y="161932"/>
                    <a:pt x="220879" y="161932"/>
                  </a:cubicBezTo>
                  <a:close/>
                </a:path>
              </a:pathLst>
            </a:custGeom>
            <a:solidFill>
              <a:schemeClr val="bg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50">
              <a:extLst>
                <a:ext uri="{FF2B5EF4-FFF2-40B4-BE49-F238E27FC236}">
                  <a16:creationId xmlns:a16="http://schemas.microsoft.com/office/drawing/2014/main" xmlns="" id="{C29A21A6-8E4D-4534-A862-7DCF4C472C63}"/>
                </a:ext>
              </a:extLst>
            </p:cNvPr>
            <p:cNvSpPr/>
            <p:nvPr/>
          </p:nvSpPr>
          <p:spPr>
            <a:xfrm>
              <a:off x="5610858" y="2760388"/>
              <a:ext cx="676060" cy="1739061"/>
            </a:xfrm>
            <a:custGeom>
              <a:avLst/>
              <a:gdLst>
                <a:gd name="connsiteX0" fmla="*/ 633018 w 676060"/>
                <a:gd name="connsiteY0" fmla="*/ 1317991 h 1739061"/>
                <a:gd name="connsiteX1" fmla="*/ 631279 w 676060"/>
                <a:gd name="connsiteY1" fmla="*/ 1325382 h 1739061"/>
                <a:gd name="connsiteX2" fmla="*/ 594107 w 676060"/>
                <a:gd name="connsiteY2" fmla="*/ 1492767 h 1739061"/>
                <a:gd name="connsiteX3" fmla="*/ 587151 w 676060"/>
                <a:gd name="connsiteY3" fmla="*/ 1621023 h 1739061"/>
                <a:gd name="connsiteX4" fmla="*/ 589977 w 676060"/>
                <a:gd name="connsiteY4" fmla="*/ 1697759 h 1739061"/>
                <a:gd name="connsiteX5" fmla="*/ 579542 w 676060"/>
                <a:gd name="connsiteY5" fmla="*/ 1708845 h 1739061"/>
                <a:gd name="connsiteX6" fmla="*/ 488894 w 676060"/>
                <a:gd name="connsiteY6" fmla="*/ 1739279 h 1739061"/>
                <a:gd name="connsiteX7" fmla="*/ 487589 w 676060"/>
                <a:gd name="connsiteY7" fmla="*/ 1739279 h 1739061"/>
                <a:gd name="connsiteX8" fmla="*/ 484329 w 676060"/>
                <a:gd name="connsiteY8" fmla="*/ 1664499 h 1739061"/>
                <a:gd name="connsiteX9" fmla="*/ 479111 w 676060"/>
                <a:gd name="connsiteY9" fmla="*/ 1564720 h 1739061"/>
                <a:gd name="connsiteX10" fmla="*/ 467155 w 676060"/>
                <a:gd name="connsiteY10" fmla="*/ 1425596 h 1739061"/>
                <a:gd name="connsiteX11" fmla="*/ 389984 w 676060"/>
                <a:gd name="connsiteY11" fmla="*/ 1273645 h 1739061"/>
                <a:gd name="connsiteX12" fmla="*/ 386724 w 676060"/>
                <a:gd name="connsiteY12" fmla="*/ 1269080 h 1739061"/>
                <a:gd name="connsiteX13" fmla="*/ 397593 w 676060"/>
                <a:gd name="connsiteY13" fmla="*/ 1275167 h 1739061"/>
                <a:gd name="connsiteX14" fmla="*/ 458895 w 676060"/>
                <a:gd name="connsiteY14" fmla="*/ 1334512 h 1739061"/>
                <a:gd name="connsiteX15" fmla="*/ 456069 w 676060"/>
                <a:gd name="connsiteY15" fmla="*/ 1324947 h 1739061"/>
                <a:gd name="connsiteX16" fmla="*/ 354116 w 676060"/>
                <a:gd name="connsiteY16" fmla="*/ 1119303 h 1739061"/>
                <a:gd name="connsiteX17" fmla="*/ 221513 w 676060"/>
                <a:gd name="connsiteY17" fmla="*/ 945832 h 1739061"/>
                <a:gd name="connsiteX18" fmla="*/ 80649 w 676060"/>
                <a:gd name="connsiteY18" fmla="*/ 762796 h 1739061"/>
                <a:gd name="connsiteX19" fmla="*/ 217 w 676060"/>
                <a:gd name="connsiteY19" fmla="*/ 621932 h 1739061"/>
                <a:gd name="connsiteX20" fmla="*/ 435 w 676060"/>
                <a:gd name="connsiteY20" fmla="*/ 620410 h 1739061"/>
                <a:gd name="connsiteX21" fmla="*/ 1522 w 676060"/>
                <a:gd name="connsiteY21" fmla="*/ 620845 h 1739061"/>
                <a:gd name="connsiteX22" fmla="*/ 120430 w 676060"/>
                <a:gd name="connsiteY22" fmla="*/ 806925 h 1739061"/>
                <a:gd name="connsiteX23" fmla="*/ 298901 w 676060"/>
                <a:gd name="connsiteY23" fmla="*/ 1030611 h 1739061"/>
                <a:gd name="connsiteX24" fmla="*/ 429331 w 676060"/>
                <a:gd name="connsiteY24" fmla="*/ 1218430 h 1739061"/>
                <a:gd name="connsiteX25" fmla="*/ 456721 w 676060"/>
                <a:gd name="connsiteY25" fmla="*/ 1273428 h 1739061"/>
                <a:gd name="connsiteX26" fmla="*/ 454547 w 676060"/>
                <a:gd name="connsiteY26" fmla="*/ 1251907 h 1739061"/>
                <a:gd name="connsiteX27" fmla="*/ 372377 w 676060"/>
                <a:gd name="connsiteY27" fmla="*/ 1000830 h 1739061"/>
                <a:gd name="connsiteX28" fmla="*/ 258468 w 676060"/>
                <a:gd name="connsiteY28" fmla="*/ 788664 h 1739061"/>
                <a:gd name="connsiteX29" fmla="*/ 129343 w 676060"/>
                <a:gd name="connsiteY29" fmla="*/ 526283 h 1739061"/>
                <a:gd name="connsiteX30" fmla="*/ 50868 w 676060"/>
                <a:gd name="connsiteY30" fmla="*/ 216948 h 1739061"/>
                <a:gd name="connsiteX31" fmla="*/ 50868 w 676060"/>
                <a:gd name="connsiteY31" fmla="*/ 204557 h 1739061"/>
                <a:gd name="connsiteX32" fmla="*/ 58259 w 676060"/>
                <a:gd name="connsiteY32" fmla="*/ 239990 h 1739061"/>
                <a:gd name="connsiteX33" fmla="*/ 116734 w 676060"/>
                <a:gd name="connsiteY33" fmla="*/ 471286 h 1739061"/>
                <a:gd name="connsiteX34" fmla="*/ 192166 w 676060"/>
                <a:gd name="connsiteY34" fmla="*/ 641931 h 1739061"/>
                <a:gd name="connsiteX35" fmla="*/ 353247 w 676060"/>
                <a:gd name="connsiteY35" fmla="*/ 948006 h 1739061"/>
                <a:gd name="connsiteX36" fmla="*/ 463677 w 676060"/>
                <a:gd name="connsiteY36" fmla="*/ 1195170 h 1739061"/>
                <a:gd name="connsiteX37" fmla="*/ 466938 w 676060"/>
                <a:gd name="connsiteY37" fmla="*/ 1199735 h 1739061"/>
                <a:gd name="connsiteX38" fmla="*/ 459982 w 676060"/>
                <a:gd name="connsiteY38" fmla="*/ 1152128 h 1739061"/>
                <a:gd name="connsiteX39" fmla="*/ 407375 w 676060"/>
                <a:gd name="connsiteY39" fmla="*/ 839532 h 1739061"/>
                <a:gd name="connsiteX40" fmla="*/ 285858 w 676060"/>
                <a:gd name="connsiteY40" fmla="*/ 463242 h 1739061"/>
                <a:gd name="connsiteX41" fmla="*/ 138473 w 676060"/>
                <a:gd name="connsiteY41" fmla="*/ 142820 h 1739061"/>
                <a:gd name="connsiteX42" fmla="*/ 79997 w 676060"/>
                <a:gd name="connsiteY42" fmla="*/ 8695 h 1739061"/>
                <a:gd name="connsiteX43" fmla="*/ 77606 w 676060"/>
                <a:gd name="connsiteY43" fmla="*/ 0 h 1739061"/>
                <a:gd name="connsiteX44" fmla="*/ 79779 w 676060"/>
                <a:gd name="connsiteY44" fmla="*/ 3696 h 1739061"/>
                <a:gd name="connsiteX45" fmla="*/ 207383 w 676060"/>
                <a:gd name="connsiteY45" fmla="*/ 261511 h 1739061"/>
                <a:gd name="connsiteX46" fmla="*/ 368464 w 676060"/>
                <a:gd name="connsiteY46" fmla="*/ 660409 h 1739061"/>
                <a:gd name="connsiteX47" fmla="*/ 426505 w 676060"/>
                <a:gd name="connsiteY47" fmla="*/ 891052 h 1739061"/>
                <a:gd name="connsiteX48" fmla="*/ 502154 w 676060"/>
                <a:gd name="connsiteY48" fmla="*/ 1280601 h 1739061"/>
                <a:gd name="connsiteX49" fmla="*/ 504545 w 676060"/>
                <a:gd name="connsiteY49" fmla="*/ 1286471 h 1739061"/>
                <a:gd name="connsiteX50" fmla="*/ 500197 w 676060"/>
                <a:gd name="connsiteY50" fmla="*/ 1235603 h 1739061"/>
                <a:gd name="connsiteX51" fmla="*/ 491720 w 676060"/>
                <a:gd name="connsiteY51" fmla="*/ 1050393 h 1739061"/>
                <a:gd name="connsiteX52" fmla="*/ 496719 w 676060"/>
                <a:gd name="connsiteY52" fmla="*/ 869096 h 1739061"/>
                <a:gd name="connsiteX53" fmla="*/ 470416 w 676060"/>
                <a:gd name="connsiteY53" fmla="*/ 569108 h 1739061"/>
                <a:gd name="connsiteX54" fmla="*/ 391289 w 676060"/>
                <a:gd name="connsiteY54" fmla="*/ 316727 h 1739061"/>
                <a:gd name="connsiteX55" fmla="*/ 306944 w 676060"/>
                <a:gd name="connsiteY55" fmla="*/ 173037 h 1739061"/>
                <a:gd name="connsiteX56" fmla="*/ 291728 w 676060"/>
                <a:gd name="connsiteY56" fmla="*/ 149125 h 1739061"/>
                <a:gd name="connsiteX57" fmla="*/ 293467 w 676060"/>
                <a:gd name="connsiteY57" fmla="*/ 149125 h 1739061"/>
                <a:gd name="connsiteX58" fmla="*/ 383028 w 676060"/>
                <a:gd name="connsiteY58" fmla="*/ 278467 h 1739061"/>
                <a:gd name="connsiteX59" fmla="*/ 444765 w 676060"/>
                <a:gd name="connsiteY59" fmla="*/ 429766 h 1739061"/>
                <a:gd name="connsiteX60" fmla="*/ 496937 w 676060"/>
                <a:gd name="connsiteY60" fmla="*/ 719971 h 1739061"/>
                <a:gd name="connsiteX61" fmla="*/ 503458 w 676060"/>
                <a:gd name="connsiteY61" fmla="*/ 943006 h 1739061"/>
                <a:gd name="connsiteX62" fmla="*/ 499328 w 676060"/>
                <a:gd name="connsiteY62" fmla="*/ 1043654 h 1739061"/>
                <a:gd name="connsiteX63" fmla="*/ 508675 w 676060"/>
                <a:gd name="connsiteY63" fmla="*/ 1226473 h 1739061"/>
                <a:gd name="connsiteX64" fmla="*/ 534544 w 676060"/>
                <a:gd name="connsiteY64" fmla="*/ 1351685 h 1739061"/>
                <a:gd name="connsiteX65" fmla="*/ 538457 w 676060"/>
                <a:gd name="connsiteY65" fmla="*/ 1363859 h 1739061"/>
                <a:gd name="connsiteX66" fmla="*/ 539979 w 676060"/>
                <a:gd name="connsiteY66" fmla="*/ 1360816 h 1739061"/>
                <a:gd name="connsiteX67" fmla="*/ 557152 w 676060"/>
                <a:gd name="connsiteY67" fmla="*/ 1196040 h 1739061"/>
                <a:gd name="connsiteX68" fmla="*/ 605193 w 676060"/>
                <a:gd name="connsiteY68" fmla="*/ 1035611 h 1739061"/>
                <a:gd name="connsiteX69" fmla="*/ 649105 w 676060"/>
                <a:gd name="connsiteY69" fmla="*/ 919094 h 1739061"/>
                <a:gd name="connsiteX70" fmla="*/ 669104 w 676060"/>
                <a:gd name="connsiteY70" fmla="*/ 735406 h 1739061"/>
                <a:gd name="connsiteX71" fmla="*/ 620627 w 676060"/>
                <a:gd name="connsiteY71" fmla="*/ 463677 h 1739061"/>
                <a:gd name="connsiteX72" fmla="*/ 618236 w 676060"/>
                <a:gd name="connsiteY72" fmla="*/ 455634 h 1739061"/>
                <a:gd name="connsiteX73" fmla="*/ 619758 w 676060"/>
                <a:gd name="connsiteY73" fmla="*/ 454112 h 1739061"/>
                <a:gd name="connsiteX74" fmla="*/ 677147 w 676060"/>
                <a:gd name="connsiteY74" fmla="*/ 759318 h 1739061"/>
                <a:gd name="connsiteX75" fmla="*/ 646279 w 676060"/>
                <a:gd name="connsiteY75" fmla="*/ 956266 h 1739061"/>
                <a:gd name="connsiteX76" fmla="*/ 605193 w 676060"/>
                <a:gd name="connsiteY76" fmla="*/ 1054306 h 1739061"/>
                <a:gd name="connsiteX77" fmla="*/ 569325 w 676060"/>
                <a:gd name="connsiteY77" fmla="*/ 1165823 h 1739061"/>
                <a:gd name="connsiteX78" fmla="*/ 551065 w 676060"/>
                <a:gd name="connsiteY78" fmla="*/ 1354946 h 1739061"/>
                <a:gd name="connsiteX79" fmla="*/ 583238 w 676060"/>
                <a:gd name="connsiteY79" fmla="*/ 1500375 h 1739061"/>
                <a:gd name="connsiteX80" fmla="*/ 586716 w 676060"/>
                <a:gd name="connsiteY80" fmla="*/ 1504288 h 1739061"/>
                <a:gd name="connsiteX81" fmla="*/ 590411 w 676060"/>
                <a:gd name="connsiteY81" fmla="*/ 1477550 h 1739061"/>
                <a:gd name="connsiteX82" fmla="*/ 624323 w 676060"/>
                <a:gd name="connsiteY82" fmla="*/ 1337121 h 1739061"/>
                <a:gd name="connsiteX83" fmla="*/ 633018 w 676060"/>
                <a:gd name="connsiteY83" fmla="*/ 1317991 h 17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76060" h="1739061">
                  <a:moveTo>
                    <a:pt x="633018" y="1317991"/>
                  </a:moveTo>
                  <a:cubicBezTo>
                    <a:pt x="632366" y="1320382"/>
                    <a:pt x="632149" y="1322991"/>
                    <a:pt x="631279" y="1325382"/>
                  </a:cubicBezTo>
                  <a:cubicBezTo>
                    <a:pt x="611280" y="1379510"/>
                    <a:pt x="601280" y="1435813"/>
                    <a:pt x="594107" y="1492767"/>
                  </a:cubicBezTo>
                  <a:cubicBezTo>
                    <a:pt x="588890" y="1535374"/>
                    <a:pt x="585412" y="1577981"/>
                    <a:pt x="587151" y="1621023"/>
                  </a:cubicBezTo>
                  <a:cubicBezTo>
                    <a:pt x="588237" y="1646674"/>
                    <a:pt x="589977" y="1672108"/>
                    <a:pt x="589977" y="1697759"/>
                  </a:cubicBezTo>
                  <a:cubicBezTo>
                    <a:pt x="589977" y="1707976"/>
                    <a:pt x="589542" y="1708410"/>
                    <a:pt x="579542" y="1708845"/>
                  </a:cubicBezTo>
                  <a:cubicBezTo>
                    <a:pt x="546500" y="1710367"/>
                    <a:pt x="517153" y="1723410"/>
                    <a:pt x="488894" y="1739279"/>
                  </a:cubicBezTo>
                  <a:cubicBezTo>
                    <a:pt x="488459" y="1739279"/>
                    <a:pt x="488024" y="1739279"/>
                    <a:pt x="487589" y="1739279"/>
                  </a:cubicBezTo>
                  <a:cubicBezTo>
                    <a:pt x="486502" y="1714280"/>
                    <a:pt x="485415" y="1689498"/>
                    <a:pt x="484329" y="1664499"/>
                  </a:cubicBezTo>
                  <a:cubicBezTo>
                    <a:pt x="482589" y="1631240"/>
                    <a:pt x="481068" y="1597980"/>
                    <a:pt x="479111" y="1564720"/>
                  </a:cubicBezTo>
                  <a:cubicBezTo>
                    <a:pt x="476285" y="1518201"/>
                    <a:pt x="476938" y="1471463"/>
                    <a:pt x="467155" y="1425596"/>
                  </a:cubicBezTo>
                  <a:cubicBezTo>
                    <a:pt x="454765" y="1368207"/>
                    <a:pt x="431070" y="1316469"/>
                    <a:pt x="389984" y="1273645"/>
                  </a:cubicBezTo>
                  <a:cubicBezTo>
                    <a:pt x="388680" y="1272341"/>
                    <a:pt x="387811" y="1270602"/>
                    <a:pt x="386724" y="1269080"/>
                  </a:cubicBezTo>
                  <a:cubicBezTo>
                    <a:pt x="391071" y="1269950"/>
                    <a:pt x="394115" y="1272776"/>
                    <a:pt x="397593" y="1275167"/>
                  </a:cubicBezTo>
                  <a:cubicBezTo>
                    <a:pt x="421288" y="1291253"/>
                    <a:pt x="441939" y="1310600"/>
                    <a:pt x="458895" y="1334512"/>
                  </a:cubicBezTo>
                  <a:cubicBezTo>
                    <a:pt x="458025" y="1331252"/>
                    <a:pt x="456938" y="1328208"/>
                    <a:pt x="456069" y="1324947"/>
                  </a:cubicBezTo>
                  <a:cubicBezTo>
                    <a:pt x="432809" y="1251037"/>
                    <a:pt x="397158" y="1183431"/>
                    <a:pt x="354116" y="1119303"/>
                  </a:cubicBezTo>
                  <a:cubicBezTo>
                    <a:pt x="313466" y="1058654"/>
                    <a:pt x="267598" y="1002352"/>
                    <a:pt x="221513" y="945832"/>
                  </a:cubicBezTo>
                  <a:cubicBezTo>
                    <a:pt x="172819" y="886269"/>
                    <a:pt x="123908" y="826706"/>
                    <a:pt x="80649" y="762796"/>
                  </a:cubicBezTo>
                  <a:cubicBezTo>
                    <a:pt x="50215" y="717798"/>
                    <a:pt x="22825" y="671278"/>
                    <a:pt x="217" y="621932"/>
                  </a:cubicBezTo>
                  <a:cubicBezTo>
                    <a:pt x="0" y="621280"/>
                    <a:pt x="-217" y="620845"/>
                    <a:pt x="435" y="620410"/>
                  </a:cubicBezTo>
                  <a:cubicBezTo>
                    <a:pt x="652" y="620193"/>
                    <a:pt x="1087" y="620410"/>
                    <a:pt x="1522" y="620845"/>
                  </a:cubicBezTo>
                  <a:cubicBezTo>
                    <a:pt x="34346" y="687147"/>
                    <a:pt x="76084" y="748014"/>
                    <a:pt x="120430" y="806925"/>
                  </a:cubicBezTo>
                  <a:cubicBezTo>
                    <a:pt x="177819" y="883226"/>
                    <a:pt x="239773" y="955832"/>
                    <a:pt x="298901" y="1030611"/>
                  </a:cubicBezTo>
                  <a:cubicBezTo>
                    <a:pt x="346291" y="1090609"/>
                    <a:pt x="391941" y="1151476"/>
                    <a:pt x="429331" y="1218430"/>
                  </a:cubicBezTo>
                  <a:cubicBezTo>
                    <a:pt x="438896" y="1235821"/>
                    <a:pt x="447808" y="1253428"/>
                    <a:pt x="456721" y="1273428"/>
                  </a:cubicBezTo>
                  <a:cubicBezTo>
                    <a:pt x="457156" y="1264732"/>
                    <a:pt x="455634" y="1258211"/>
                    <a:pt x="454547" y="1251907"/>
                  </a:cubicBezTo>
                  <a:cubicBezTo>
                    <a:pt x="441069" y="1163649"/>
                    <a:pt x="410636" y="1080827"/>
                    <a:pt x="372377" y="1000830"/>
                  </a:cubicBezTo>
                  <a:cubicBezTo>
                    <a:pt x="337595" y="928441"/>
                    <a:pt x="297597" y="858879"/>
                    <a:pt x="258468" y="788664"/>
                  </a:cubicBezTo>
                  <a:cubicBezTo>
                    <a:pt x="210861" y="703450"/>
                    <a:pt x="165863" y="617149"/>
                    <a:pt x="129343" y="526283"/>
                  </a:cubicBezTo>
                  <a:cubicBezTo>
                    <a:pt x="89562" y="426940"/>
                    <a:pt x="62606" y="323900"/>
                    <a:pt x="50868" y="216948"/>
                  </a:cubicBezTo>
                  <a:cubicBezTo>
                    <a:pt x="50433" y="212818"/>
                    <a:pt x="49998" y="208687"/>
                    <a:pt x="50868" y="204557"/>
                  </a:cubicBezTo>
                  <a:cubicBezTo>
                    <a:pt x="53259" y="216296"/>
                    <a:pt x="55433" y="228252"/>
                    <a:pt x="58259" y="239990"/>
                  </a:cubicBezTo>
                  <a:cubicBezTo>
                    <a:pt x="75867" y="317596"/>
                    <a:pt x="92605" y="395419"/>
                    <a:pt x="116734" y="471286"/>
                  </a:cubicBezTo>
                  <a:cubicBezTo>
                    <a:pt x="135647" y="531066"/>
                    <a:pt x="163472" y="586716"/>
                    <a:pt x="192166" y="641931"/>
                  </a:cubicBezTo>
                  <a:cubicBezTo>
                    <a:pt x="245208" y="744318"/>
                    <a:pt x="301292" y="844966"/>
                    <a:pt x="353247" y="948006"/>
                  </a:cubicBezTo>
                  <a:cubicBezTo>
                    <a:pt x="393897" y="1028655"/>
                    <a:pt x="431939" y="1110608"/>
                    <a:pt x="463677" y="1195170"/>
                  </a:cubicBezTo>
                  <a:cubicBezTo>
                    <a:pt x="464112" y="1196692"/>
                    <a:pt x="464329" y="1198213"/>
                    <a:pt x="466938" y="1199735"/>
                  </a:cubicBezTo>
                  <a:cubicBezTo>
                    <a:pt x="464547" y="1183214"/>
                    <a:pt x="462156" y="1167562"/>
                    <a:pt x="459982" y="1152128"/>
                  </a:cubicBezTo>
                  <a:cubicBezTo>
                    <a:pt x="444765" y="1047567"/>
                    <a:pt x="428461" y="943223"/>
                    <a:pt x="407375" y="839532"/>
                  </a:cubicBezTo>
                  <a:cubicBezTo>
                    <a:pt x="381072" y="709537"/>
                    <a:pt x="339334" y="584542"/>
                    <a:pt x="285858" y="463242"/>
                  </a:cubicBezTo>
                  <a:cubicBezTo>
                    <a:pt x="238469" y="355638"/>
                    <a:pt x="186949" y="249773"/>
                    <a:pt x="138473" y="142820"/>
                  </a:cubicBezTo>
                  <a:cubicBezTo>
                    <a:pt x="118256" y="98474"/>
                    <a:pt x="98692" y="53694"/>
                    <a:pt x="79997" y="8695"/>
                  </a:cubicBezTo>
                  <a:cubicBezTo>
                    <a:pt x="78910" y="6304"/>
                    <a:pt x="77171" y="3913"/>
                    <a:pt x="77606" y="0"/>
                  </a:cubicBezTo>
                  <a:cubicBezTo>
                    <a:pt x="78693" y="1739"/>
                    <a:pt x="79345" y="2609"/>
                    <a:pt x="79779" y="3696"/>
                  </a:cubicBezTo>
                  <a:cubicBezTo>
                    <a:pt x="120647" y="90431"/>
                    <a:pt x="166515" y="174776"/>
                    <a:pt x="207383" y="261511"/>
                  </a:cubicBezTo>
                  <a:cubicBezTo>
                    <a:pt x="268468" y="391506"/>
                    <a:pt x="324770" y="523457"/>
                    <a:pt x="368464" y="660409"/>
                  </a:cubicBezTo>
                  <a:cubicBezTo>
                    <a:pt x="392593" y="736058"/>
                    <a:pt x="410201" y="813446"/>
                    <a:pt x="426505" y="891052"/>
                  </a:cubicBezTo>
                  <a:cubicBezTo>
                    <a:pt x="453678" y="1020612"/>
                    <a:pt x="475851" y="1151041"/>
                    <a:pt x="502154" y="1280601"/>
                  </a:cubicBezTo>
                  <a:cubicBezTo>
                    <a:pt x="502589" y="1282558"/>
                    <a:pt x="503023" y="1284514"/>
                    <a:pt x="504545" y="1286471"/>
                  </a:cubicBezTo>
                  <a:cubicBezTo>
                    <a:pt x="503023" y="1269515"/>
                    <a:pt x="501502" y="1252559"/>
                    <a:pt x="500197" y="1235603"/>
                  </a:cubicBezTo>
                  <a:cubicBezTo>
                    <a:pt x="494763" y="1174084"/>
                    <a:pt x="489328" y="1112347"/>
                    <a:pt x="491720" y="1050393"/>
                  </a:cubicBezTo>
                  <a:cubicBezTo>
                    <a:pt x="494111" y="989961"/>
                    <a:pt x="496937" y="929746"/>
                    <a:pt x="496719" y="869096"/>
                  </a:cubicBezTo>
                  <a:cubicBezTo>
                    <a:pt x="496067" y="768448"/>
                    <a:pt x="489546" y="668234"/>
                    <a:pt x="470416" y="569108"/>
                  </a:cubicBezTo>
                  <a:cubicBezTo>
                    <a:pt x="453678" y="481937"/>
                    <a:pt x="429548" y="396941"/>
                    <a:pt x="391289" y="316727"/>
                  </a:cubicBezTo>
                  <a:cubicBezTo>
                    <a:pt x="367377" y="266511"/>
                    <a:pt x="336726" y="219991"/>
                    <a:pt x="306944" y="173037"/>
                  </a:cubicBezTo>
                  <a:cubicBezTo>
                    <a:pt x="301945" y="165211"/>
                    <a:pt x="296945" y="157385"/>
                    <a:pt x="291728" y="149125"/>
                  </a:cubicBezTo>
                  <a:cubicBezTo>
                    <a:pt x="292597" y="149125"/>
                    <a:pt x="293249" y="148907"/>
                    <a:pt x="293467" y="149125"/>
                  </a:cubicBezTo>
                  <a:cubicBezTo>
                    <a:pt x="324335" y="191514"/>
                    <a:pt x="356290" y="233252"/>
                    <a:pt x="383028" y="278467"/>
                  </a:cubicBezTo>
                  <a:cubicBezTo>
                    <a:pt x="411071" y="325857"/>
                    <a:pt x="429113" y="377376"/>
                    <a:pt x="444765" y="429766"/>
                  </a:cubicBezTo>
                  <a:cubicBezTo>
                    <a:pt x="472807" y="524544"/>
                    <a:pt x="488676" y="621497"/>
                    <a:pt x="496937" y="719971"/>
                  </a:cubicBezTo>
                  <a:cubicBezTo>
                    <a:pt x="503241" y="794316"/>
                    <a:pt x="504980" y="868661"/>
                    <a:pt x="503458" y="943006"/>
                  </a:cubicBezTo>
                  <a:cubicBezTo>
                    <a:pt x="502806" y="976483"/>
                    <a:pt x="501067" y="1010177"/>
                    <a:pt x="499328" y="1043654"/>
                  </a:cubicBezTo>
                  <a:cubicBezTo>
                    <a:pt x="496285" y="1104956"/>
                    <a:pt x="500632" y="1165823"/>
                    <a:pt x="508675" y="1226473"/>
                  </a:cubicBezTo>
                  <a:cubicBezTo>
                    <a:pt x="514327" y="1268863"/>
                    <a:pt x="521936" y="1310818"/>
                    <a:pt x="534544" y="1351685"/>
                  </a:cubicBezTo>
                  <a:cubicBezTo>
                    <a:pt x="535631" y="1355381"/>
                    <a:pt x="536935" y="1359077"/>
                    <a:pt x="538457" y="1363859"/>
                  </a:cubicBezTo>
                  <a:cubicBezTo>
                    <a:pt x="539326" y="1361902"/>
                    <a:pt x="539979" y="1361468"/>
                    <a:pt x="539979" y="1360816"/>
                  </a:cubicBezTo>
                  <a:cubicBezTo>
                    <a:pt x="539109" y="1305166"/>
                    <a:pt x="549761" y="1250820"/>
                    <a:pt x="557152" y="1196040"/>
                  </a:cubicBezTo>
                  <a:cubicBezTo>
                    <a:pt x="564760" y="1139955"/>
                    <a:pt x="583238" y="1087348"/>
                    <a:pt x="605193" y="1035611"/>
                  </a:cubicBezTo>
                  <a:cubicBezTo>
                    <a:pt x="621497" y="997352"/>
                    <a:pt x="638235" y="959310"/>
                    <a:pt x="649105" y="919094"/>
                  </a:cubicBezTo>
                  <a:cubicBezTo>
                    <a:pt x="665626" y="858879"/>
                    <a:pt x="670625" y="797577"/>
                    <a:pt x="669104" y="735406"/>
                  </a:cubicBezTo>
                  <a:cubicBezTo>
                    <a:pt x="666930" y="642366"/>
                    <a:pt x="649757" y="551935"/>
                    <a:pt x="620627" y="463677"/>
                  </a:cubicBezTo>
                  <a:cubicBezTo>
                    <a:pt x="619758" y="461069"/>
                    <a:pt x="618888" y="458243"/>
                    <a:pt x="618236" y="455634"/>
                  </a:cubicBezTo>
                  <a:cubicBezTo>
                    <a:pt x="617802" y="454330"/>
                    <a:pt x="618019" y="453460"/>
                    <a:pt x="619758" y="454112"/>
                  </a:cubicBezTo>
                  <a:cubicBezTo>
                    <a:pt x="658452" y="552152"/>
                    <a:pt x="680190" y="653452"/>
                    <a:pt x="677147" y="759318"/>
                  </a:cubicBezTo>
                  <a:cubicBezTo>
                    <a:pt x="675191" y="826272"/>
                    <a:pt x="668234" y="892573"/>
                    <a:pt x="646279" y="956266"/>
                  </a:cubicBezTo>
                  <a:cubicBezTo>
                    <a:pt x="634757" y="989743"/>
                    <a:pt x="619106" y="1021699"/>
                    <a:pt x="605193" y="1054306"/>
                  </a:cubicBezTo>
                  <a:cubicBezTo>
                    <a:pt x="589542" y="1090391"/>
                    <a:pt x="573890" y="1126694"/>
                    <a:pt x="569325" y="1165823"/>
                  </a:cubicBezTo>
                  <a:cubicBezTo>
                    <a:pt x="561934" y="1228647"/>
                    <a:pt x="548891" y="1291036"/>
                    <a:pt x="551065" y="1354946"/>
                  </a:cubicBezTo>
                  <a:cubicBezTo>
                    <a:pt x="552804" y="1405379"/>
                    <a:pt x="564543" y="1453638"/>
                    <a:pt x="583238" y="1500375"/>
                  </a:cubicBezTo>
                  <a:cubicBezTo>
                    <a:pt x="583890" y="1501679"/>
                    <a:pt x="583890" y="1503636"/>
                    <a:pt x="586716" y="1504288"/>
                  </a:cubicBezTo>
                  <a:cubicBezTo>
                    <a:pt x="588020" y="1495375"/>
                    <a:pt x="589107" y="1486245"/>
                    <a:pt x="590411" y="1477550"/>
                  </a:cubicBezTo>
                  <a:cubicBezTo>
                    <a:pt x="597368" y="1429726"/>
                    <a:pt x="606715" y="1382336"/>
                    <a:pt x="624323" y="1337121"/>
                  </a:cubicBezTo>
                  <a:cubicBezTo>
                    <a:pt x="626497" y="1330817"/>
                    <a:pt x="628671" y="1324078"/>
                    <a:pt x="633018" y="131799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51">
              <a:extLst>
                <a:ext uri="{FF2B5EF4-FFF2-40B4-BE49-F238E27FC236}">
                  <a16:creationId xmlns:a16="http://schemas.microsoft.com/office/drawing/2014/main" xmlns="" id="{B5EC8669-ED8F-4468-8AC0-20667FB3C8A7}"/>
                </a:ext>
              </a:extLst>
            </p:cNvPr>
            <p:cNvSpPr/>
            <p:nvPr/>
          </p:nvSpPr>
          <p:spPr>
            <a:xfrm>
              <a:off x="6219529" y="3192544"/>
              <a:ext cx="8695" cy="23912"/>
            </a:xfrm>
            <a:custGeom>
              <a:avLst/>
              <a:gdLst>
                <a:gd name="connsiteX0" fmla="*/ 10434 w 8695"/>
                <a:gd name="connsiteY0" fmla="*/ 22390 h 23912"/>
                <a:gd name="connsiteX1" fmla="*/ 8913 w 8695"/>
                <a:gd name="connsiteY1" fmla="*/ 23912 h 23912"/>
                <a:gd name="connsiteX2" fmla="*/ 0 w 8695"/>
                <a:gd name="connsiteY2" fmla="*/ 652 h 23912"/>
                <a:gd name="connsiteX3" fmla="*/ 1522 w 8695"/>
                <a:gd name="connsiteY3" fmla="*/ 0 h 23912"/>
                <a:gd name="connsiteX4" fmla="*/ 10434 w 8695"/>
                <a:gd name="connsiteY4" fmla="*/ 22390 h 2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5" h="23912">
                  <a:moveTo>
                    <a:pt x="10434" y="22390"/>
                  </a:moveTo>
                  <a:cubicBezTo>
                    <a:pt x="10000" y="22825"/>
                    <a:pt x="9565" y="23260"/>
                    <a:pt x="8913" y="23912"/>
                  </a:cubicBezTo>
                  <a:cubicBezTo>
                    <a:pt x="5869" y="16086"/>
                    <a:pt x="3043" y="8478"/>
                    <a:pt x="0" y="652"/>
                  </a:cubicBezTo>
                  <a:cubicBezTo>
                    <a:pt x="435" y="435"/>
                    <a:pt x="1087" y="217"/>
                    <a:pt x="1522" y="0"/>
                  </a:cubicBezTo>
                  <a:cubicBezTo>
                    <a:pt x="4565" y="7391"/>
                    <a:pt x="7391" y="14782"/>
                    <a:pt x="10434" y="22390"/>
                  </a:cubicBezTo>
                  <a:close/>
                </a:path>
              </a:pathLst>
            </a:custGeom>
            <a:solidFill>
              <a:srgbClr val="979797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52">
              <a:extLst>
                <a:ext uri="{FF2B5EF4-FFF2-40B4-BE49-F238E27FC236}">
                  <a16:creationId xmlns:a16="http://schemas.microsoft.com/office/drawing/2014/main" xmlns="" id="{8C831808-3BEF-4D61-B4D8-7EA59283A0E4}"/>
                </a:ext>
              </a:extLst>
            </p:cNvPr>
            <p:cNvSpPr/>
            <p:nvPr/>
          </p:nvSpPr>
          <p:spPr>
            <a:xfrm>
              <a:off x="5591076" y="3337539"/>
              <a:ext cx="4348" cy="13043"/>
            </a:xfrm>
            <a:custGeom>
              <a:avLst/>
              <a:gdLst>
                <a:gd name="connsiteX0" fmla="*/ 0 w 4347"/>
                <a:gd name="connsiteY0" fmla="*/ 0 h 13042"/>
                <a:gd name="connsiteX1" fmla="*/ 6087 w 4347"/>
                <a:gd name="connsiteY1" fmla="*/ 14999 h 13042"/>
                <a:gd name="connsiteX2" fmla="*/ 0 w 4347"/>
                <a:gd name="connsiteY2" fmla="*/ 0 h 1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7" h="13042">
                  <a:moveTo>
                    <a:pt x="0" y="0"/>
                  </a:moveTo>
                  <a:cubicBezTo>
                    <a:pt x="4130" y="3913"/>
                    <a:pt x="6087" y="9130"/>
                    <a:pt x="6087" y="14999"/>
                  </a:cubicBezTo>
                  <a:cubicBezTo>
                    <a:pt x="3913" y="10000"/>
                    <a:pt x="1956" y="5000"/>
                    <a:pt x="0" y="0"/>
                  </a:cubicBezTo>
                  <a:close/>
                </a:path>
              </a:pathLst>
            </a:custGeom>
            <a:solidFill>
              <a:srgbClr val="6A6A6A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53">
              <a:extLst>
                <a:ext uri="{FF2B5EF4-FFF2-40B4-BE49-F238E27FC236}">
                  <a16:creationId xmlns:a16="http://schemas.microsoft.com/office/drawing/2014/main" xmlns="" id="{77AA8776-8DC7-43F2-A2E9-30BE97E72B32}"/>
                </a:ext>
              </a:extLst>
            </p:cNvPr>
            <p:cNvSpPr/>
            <p:nvPr/>
          </p:nvSpPr>
          <p:spPr>
            <a:xfrm>
              <a:off x="5604771" y="3365581"/>
              <a:ext cx="6521" cy="15217"/>
            </a:xfrm>
            <a:custGeom>
              <a:avLst/>
              <a:gdLst>
                <a:gd name="connsiteX0" fmla="*/ 7608 w 6521"/>
                <a:gd name="connsiteY0" fmla="*/ 16086 h 15216"/>
                <a:gd name="connsiteX1" fmla="*/ 6304 w 6521"/>
                <a:gd name="connsiteY1" fmla="*/ 17173 h 15216"/>
                <a:gd name="connsiteX2" fmla="*/ 0 w 6521"/>
                <a:gd name="connsiteY2" fmla="*/ 0 h 15216"/>
                <a:gd name="connsiteX3" fmla="*/ 7608 w 6521"/>
                <a:gd name="connsiteY3" fmla="*/ 16086 h 15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21" h="15216">
                  <a:moveTo>
                    <a:pt x="7608" y="16086"/>
                  </a:moveTo>
                  <a:cubicBezTo>
                    <a:pt x="7174" y="16521"/>
                    <a:pt x="6739" y="16956"/>
                    <a:pt x="6304" y="17173"/>
                  </a:cubicBezTo>
                  <a:cubicBezTo>
                    <a:pt x="3261" y="11956"/>
                    <a:pt x="652" y="6521"/>
                    <a:pt x="0" y="0"/>
                  </a:cubicBezTo>
                  <a:cubicBezTo>
                    <a:pt x="2609" y="5435"/>
                    <a:pt x="5217" y="10652"/>
                    <a:pt x="7608" y="16086"/>
                  </a:cubicBezTo>
                  <a:close/>
                </a:path>
              </a:pathLst>
            </a:custGeom>
            <a:solidFill>
              <a:srgbClr val="8B8B8B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AF15D672-3BF9-44E5-901C-E948F1D1AE6B}"/>
              </a:ext>
            </a:extLst>
          </p:cNvPr>
          <p:cNvSpPr txBox="1"/>
          <p:nvPr/>
        </p:nvSpPr>
        <p:spPr>
          <a:xfrm>
            <a:off x="736600" y="6096380"/>
            <a:ext cx="366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altLang="ko-KR" sz="1200" dirty="0">
                <a:solidFill>
                  <a:schemeClr val="bg1"/>
                </a:solidFill>
                <a:cs typeface="Arial" pitchFamily="34" charset="0"/>
              </a:rPr>
              <a:t>Международная платформа доставки еды и товаров. Позволяет заказывать не только из ресторанов, но и из супермаркетов и аптек.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2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86" y="1"/>
            <a:ext cx="814251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3127920"/>
            <a:ext cx="2598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use case</a:t>
            </a:r>
            <a:endParaRPr lang="ru-RU" sz="4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89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دراسة\دراسة\Четвертый\e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43" y="232228"/>
            <a:ext cx="9811657" cy="644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95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29714" cy="6858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74858" y="1938386"/>
            <a:ext cx="4717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Диаграмма </a:t>
            </a:r>
            <a:r>
              <a:rPr lang="ru-RU" sz="36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последовательности</a:t>
            </a:r>
            <a:endParaRPr lang="ru-RU" sz="36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38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3A7E0-579D-4A68-94CE-2711BF0695A5}"/>
              </a:ext>
            </a:extLst>
          </p:cNvPr>
          <p:cNvSpPr txBox="1">
            <a:spLocks/>
          </p:cNvSpPr>
          <p:nvPr/>
        </p:nvSpPr>
        <p:spPr>
          <a:xfrm>
            <a:off x="3400023" y="128790"/>
            <a:ext cx="8791977" cy="109470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8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ru-RU" altLang="ko-KR" sz="4000" dirty="0">
                <a:solidFill>
                  <a:schemeClr val="accent1"/>
                </a:solidFill>
                <a:latin typeface="+mj-lt"/>
              </a:rPr>
              <a:t>Архитектура проекта</a:t>
            </a:r>
            <a:endParaRPr lang="ko-KR" altLang="en-US" sz="4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A0D484-4129-44CE-8459-B72C1E8F9306}"/>
              </a:ext>
            </a:extLst>
          </p:cNvPr>
          <p:cNvSpPr txBox="1"/>
          <p:nvPr/>
        </p:nvSpPr>
        <p:spPr>
          <a:xfrm>
            <a:off x="3628571" y="1223494"/>
            <a:ext cx="840377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Тип архитектуры:Клиент-серверная архитектура на основе BaaS (Backend-as-a-Service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)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Основные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компоненты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: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Клиент</a:t>
            </a:r>
            <a:r>
              <a:rPr lang="en-US" altLang="ko-KR" sz="26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–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Android-приложение для пользователей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Административная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панель – приложение для владельцев ресторанов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Firebase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Realtime Database – централизованное хранилище заказов, меню, пользователей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Firebase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Authentication – аутентификация и авторизация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Supabase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Storage – хранение изображений блюд</a:t>
            </a: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en-US" altLang="ko-KR" sz="26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ru-RU" altLang="ko-KR" sz="2600" dirty="0" smtClean="0">
                <a:solidFill>
                  <a:schemeClr val="bg1"/>
                </a:solidFill>
                <a:cs typeface="Arial" pitchFamily="34" charset="0"/>
              </a:rPr>
              <a:t>Glide </a:t>
            </a:r>
            <a:r>
              <a:rPr lang="ru-RU" altLang="ko-KR" sz="2600" dirty="0">
                <a:solidFill>
                  <a:schemeClr val="bg1"/>
                </a:solidFill>
                <a:cs typeface="Arial" pitchFamily="34" charset="0"/>
              </a:rPr>
              <a:t>– загрузка и отображение изображений на клиенте.</a:t>
            </a:r>
            <a:endParaRPr lang="en-US" altLang="ko-KR" sz="26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3600" dirty="0"/>
              <a:t>Описание пользовательского приложения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309093" y="1228000"/>
            <a:ext cx="2120086" cy="4774132"/>
            <a:chOff x="445712" y="1449040"/>
            <a:chExt cx="2113018" cy="3924176"/>
          </a:xfrm>
        </p:grpSpPr>
        <p:sp>
          <p:nvSpPr>
            <p:cNvPr id="4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15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2627341" y="1787104"/>
            <a:ext cx="2120086" cy="4774132"/>
            <a:chOff x="445712" y="1449040"/>
            <a:chExt cx="2113018" cy="3924176"/>
          </a:xfrm>
        </p:grpSpPr>
        <p:sp>
          <p:nvSpPr>
            <p:cNvPr id="16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18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9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0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5041507" y="1228000"/>
            <a:ext cx="2120086" cy="4774132"/>
            <a:chOff x="445712" y="1449040"/>
            <a:chExt cx="2113018" cy="3924176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27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7408140" y="1524116"/>
            <a:ext cx="2120086" cy="4774132"/>
            <a:chOff x="445712" y="1449040"/>
            <a:chExt cx="2113018" cy="3924176"/>
          </a:xfrm>
        </p:grpSpPr>
        <p:sp>
          <p:nvSpPr>
            <p:cNvPr id="28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0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1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32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33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9865720" y="1074180"/>
            <a:ext cx="2120086" cy="4774132"/>
            <a:chOff x="445712" y="1449040"/>
            <a:chExt cx="2113018" cy="3924176"/>
          </a:xfrm>
        </p:grpSpPr>
        <p:sp>
          <p:nvSpPr>
            <p:cNvPr id="34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6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7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38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pic>
        <p:nvPicPr>
          <p:cNvPr id="3074" name="Picture 2" descr="C:\Users\ahmed\Downloads\photo_5330544230042567295_y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5"/>
          <a:stretch/>
        </p:blipFill>
        <p:spPr bwMode="auto">
          <a:xfrm>
            <a:off x="10024319" y="1514973"/>
            <a:ext cx="1825897" cy="380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hmed\Downloads\photo_5332383068750737935_y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5"/>
          <a:stretch/>
        </p:blipFill>
        <p:spPr bwMode="auto">
          <a:xfrm>
            <a:off x="7566740" y="2010118"/>
            <a:ext cx="1825897" cy="380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ahmed\Downloads\photo_5332383068750737942_y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5"/>
          <a:stretch/>
        </p:blipFill>
        <p:spPr bwMode="auto">
          <a:xfrm>
            <a:off x="2774435" y="2286174"/>
            <a:ext cx="1825897" cy="380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ahmed\Downloads\photo_5332383068750737933_y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5"/>
          <a:stretch/>
        </p:blipFill>
        <p:spPr bwMode="auto">
          <a:xfrm>
            <a:off x="5188601" y="1647893"/>
            <a:ext cx="1825897" cy="380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ahmed\Downloads\photo_5332383068750737932_y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5"/>
          <a:stretch/>
        </p:blipFill>
        <p:spPr bwMode="auto">
          <a:xfrm>
            <a:off x="467693" y="1717426"/>
            <a:ext cx="1825897" cy="380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49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3600" dirty="0"/>
              <a:t>Описание административного приложения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257839" y="1696770"/>
            <a:ext cx="2120086" cy="4719796"/>
            <a:chOff x="445712" y="1449040"/>
            <a:chExt cx="2113018" cy="3924176"/>
          </a:xfrm>
        </p:grpSpPr>
        <p:sp>
          <p:nvSpPr>
            <p:cNvPr id="4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15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2615835" y="1110388"/>
            <a:ext cx="2120086" cy="4719796"/>
            <a:chOff x="445712" y="1449040"/>
            <a:chExt cx="2113018" cy="3924176"/>
          </a:xfrm>
        </p:grpSpPr>
        <p:sp>
          <p:nvSpPr>
            <p:cNvPr id="16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18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9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0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4893171" y="1941151"/>
            <a:ext cx="2120086" cy="4719796"/>
            <a:chOff x="445712" y="1449040"/>
            <a:chExt cx="2113018" cy="3924176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27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7285431" y="1110388"/>
            <a:ext cx="2120086" cy="4719796"/>
            <a:chOff x="445712" y="1449040"/>
            <a:chExt cx="2113018" cy="3924176"/>
          </a:xfrm>
        </p:grpSpPr>
        <p:sp>
          <p:nvSpPr>
            <p:cNvPr id="28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0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1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32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33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9666912" y="1607538"/>
            <a:ext cx="2120086" cy="4719796"/>
            <a:chOff x="445712" y="1449040"/>
            <a:chExt cx="2113018" cy="3924176"/>
          </a:xfrm>
        </p:grpSpPr>
        <p:sp>
          <p:nvSpPr>
            <p:cNvPr id="34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6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7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38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pic>
        <p:nvPicPr>
          <p:cNvPr id="4098" name="Picture 2" descr="C:\Users\ahmed\Downloads\photo_5332383068750737936_y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6"/>
          <a:stretch/>
        </p:blipFill>
        <p:spPr bwMode="auto">
          <a:xfrm>
            <a:off x="5069286" y="2367789"/>
            <a:ext cx="1790867" cy="37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ahmed\Downloads\photo_5330544230042567294_y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1"/>
          <a:stretch/>
        </p:blipFill>
        <p:spPr bwMode="auto">
          <a:xfrm>
            <a:off x="7450040" y="1579134"/>
            <a:ext cx="1790867" cy="37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ahmed\Downloads\photo_5332383068750737938_y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8"/>
          <a:stretch/>
        </p:blipFill>
        <p:spPr bwMode="auto">
          <a:xfrm>
            <a:off x="408111" y="2188994"/>
            <a:ext cx="1790867" cy="374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ahmed\Downloads\photo_5330544230042567296_y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03"/>
          <a:stretch/>
        </p:blipFill>
        <p:spPr bwMode="auto">
          <a:xfrm>
            <a:off x="9843027" y="2068661"/>
            <a:ext cx="1790867" cy="376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ahmed\Downloads\photo_5332383068750738181_y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0"/>
          <a:stretch/>
        </p:blipFill>
        <p:spPr bwMode="auto">
          <a:xfrm>
            <a:off x="2767916" y="1563039"/>
            <a:ext cx="1815302" cy="379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36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2800" dirty="0"/>
              <a:t>Добавить последовательность шагов</a:t>
            </a:r>
            <a:endParaRPr lang="en-US" sz="2800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xmlns="" id="{1E0F4F6D-5D3F-40FF-AC14-CA29930ECED4}"/>
              </a:ext>
            </a:extLst>
          </p:cNvPr>
          <p:cNvSpPr/>
          <p:nvPr/>
        </p:nvSpPr>
        <p:spPr>
          <a:xfrm>
            <a:off x="3998221" y="1861482"/>
            <a:ext cx="4155864" cy="4048802"/>
          </a:xfrm>
          <a:custGeom>
            <a:avLst/>
            <a:gdLst>
              <a:gd name="connsiteX0" fmla="*/ 2042601 w 4155864"/>
              <a:gd name="connsiteY0" fmla="*/ 295 h 4048802"/>
              <a:gd name="connsiteX1" fmla="*/ 2531423 w 4155864"/>
              <a:gd name="connsiteY1" fmla="*/ 50227 h 4048802"/>
              <a:gd name="connsiteX2" fmla="*/ 4144046 w 4155864"/>
              <a:gd name="connsiteY2" fmla="*/ 1857293 h 4048802"/>
              <a:gd name="connsiteX3" fmla="*/ 3097285 w 4155864"/>
              <a:gd name="connsiteY3" fmla="*/ 3888741 h 4048802"/>
              <a:gd name="connsiteX4" fmla="*/ 2996529 w 4155864"/>
              <a:gd name="connsiteY4" fmla="*/ 3940249 h 4048802"/>
              <a:gd name="connsiteX5" fmla="*/ 3050669 w 4155864"/>
              <a:gd name="connsiteY5" fmla="*/ 4039665 h 4048802"/>
              <a:gd name="connsiteX6" fmla="*/ 2723664 w 4155864"/>
              <a:gd name="connsiteY6" fmla="*/ 4048802 h 4048802"/>
              <a:gd name="connsiteX7" fmla="*/ 2908749 w 4155864"/>
              <a:gd name="connsiteY7" fmla="*/ 3779062 h 4048802"/>
              <a:gd name="connsiteX8" fmla="*/ 2955504 w 4155864"/>
              <a:gd name="connsiteY8" fmla="*/ 3864916 h 4048802"/>
              <a:gd name="connsiteX9" fmla="*/ 3055185 w 4155864"/>
              <a:gd name="connsiteY9" fmla="*/ 3813958 h 4048802"/>
              <a:gd name="connsiteX10" fmla="*/ 4058713 w 4155864"/>
              <a:gd name="connsiteY10" fmla="*/ 1866409 h 4048802"/>
              <a:gd name="connsiteX11" fmla="*/ 2512692 w 4155864"/>
              <a:gd name="connsiteY11" fmla="*/ 133975 h 4048802"/>
              <a:gd name="connsiteX12" fmla="*/ 375964 w 4155864"/>
              <a:gd name="connsiteY12" fmla="*/ 1042768 h 4048802"/>
              <a:gd name="connsiteX13" fmla="*/ 551530 w 4155864"/>
              <a:gd name="connsiteY13" fmla="*/ 3358083 h 4048802"/>
              <a:gd name="connsiteX14" fmla="*/ 485775 w 4155864"/>
              <a:gd name="connsiteY14" fmla="*/ 3413227 h 4048802"/>
              <a:gd name="connsiteX15" fmla="*/ 302646 w 4155864"/>
              <a:gd name="connsiteY15" fmla="*/ 998169 h 4048802"/>
              <a:gd name="connsiteX16" fmla="*/ 2042601 w 4155864"/>
              <a:gd name="connsiteY16" fmla="*/ 295 h 404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55864" h="4048802">
                <a:moveTo>
                  <a:pt x="2042601" y="295"/>
                </a:moveTo>
                <a:cubicBezTo>
                  <a:pt x="2204474" y="-2440"/>
                  <a:pt x="2368427" y="13773"/>
                  <a:pt x="2531423" y="50227"/>
                </a:cubicBezTo>
                <a:cubicBezTo>
                  <a:pt x="3400737" y="244648"/>
                  <a:pt x="4049418" y="971544"/>
                  <a:pt x="4144046" y="1857293"/>
                </a:cubicBezTo>
                <a:cubicBezTo>
                  <a:pt x="4232760" y="2687684"/>
                  <a:pt x="3816009" y="3484481"/>
                  <a:pt x="3097285" y="3888741"/>
                </a:cubicBezTo>
                <a:lnTo>
                  <a:pt x="2996529" y="3940249"/>
                </a:lnTo>
                <a:lnTo>
                  <a:pt x="3050669" y="4039665"/>
                </a:lnTo>
                <a:lnTo>
                  <a:pt x="2723664" y="4048802"/>
                </a:lnTo>
                <a:lnTo>
                  <a:pt x="2908749" y="3779062"/>
                </a:lnTo>
                <a:lnTo>
                  <a:pt x="2955504" y="3864916"/>
                </a:lnTo>
                <a:lnTo>
                  <a:pt x="3055185" y="3813958"/>
                </a:lnTo>
                <a:cubicBezTo>
                  <a:pt x="3744225" y="3426393"/>
                  <a:pt x="4143763" y="2662504"/>
                  <a:pt x="4058713" y="1866409"/>
                </a:cubicBezTo>
                <a:cubicBezTo>
                  <a:pt x="3967993" y="1017241"/>
                  <a:pt x="3346103" y="320366"/>
                  <a:pt x="2512692" y="133975"/>
                </a:cubicBezTo>
                <a:cubicBezTo>
                  <a:pt x="1679280" y="-52417"/>
                  <a:pt x="819778" y="313147"/>
                  <a:pt x="375964" y="1042768"/>
                </a:cubicBezTo>
                <a:cubicBezTo>
                  <a:pt x="-67849" y="1772388"/>
                  <a:pt x="2772" y="2703728"/>
                  <a:pt x="551530" y="3358083"/>
                </a:cubicBezTo>
                <a:lnTo>
                  <a:pt x="485775" y="3413227"/>
                </a:lnTo>
                <a:cubicBezTo>
                  <a:pt x="-86623" y="2730682"/>
                  <a:pt x="-160287" y="1759221"/>
                  <a:pt x="302646" y="998169"/>
                </a:cubicBezTo>
                <a:cubicBezTo>
                  <a:pt x="678779" y="379814"/>
                  <a:pt x="1341154" y="12148"/>
                  <a:pt x="2042601" y="295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2B63B8E6-B05E-415B-B082-338AE8C981D1}"/>
              </a:ext>
            </a:extLst>
          </p:cNvPr>
          <p:cNvSpPr/>
          <p:nvPr/>
        </p:nvSpPr>
        <p:spPr>
          <a:xfrm>
            <a:off x="3604346" y="3014314"/>
            <a:ext cx="892782" cy="89278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9D605DFF-3270-458F-B1AB-2880C4E012F5}"/>
              </a:ext>
            </a:extLst>
          </p:cNvPr>
          <p:cNvSpPr/>
          <p:nvPr/>
        </p:nvSpPr>
        <p:spPr>
          <a:xfrm>
            <a:off x="4726010" y="1668072"/>
            <a:ext cx="892782" cy="89278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E279FF41-D2BD-467C-B100-EEF5F14DD1BF}"/>
              </a:ext>
            </a:extLst>
          </p:cNvPr>
          <p:cNvSpPr/>
          <p:nvPr/>
        </p:nvSpPr>
        <p:spPr>
          <a:xfrm>
            <a:off x="6533470" y="1668072"/>
            <a:ext cx="892782" cy="89278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B2F460AE-7E42-496A-AB72-AE926531A9C5}"/>
              </a:ext>
            </a:extLst>
          </p:cNvPr>
          <p:cNvSpPr/>
          <p:nvPr/>
        </p:nvSpPr>
        <p:spPr>
          <a:xfrm>
            <a:off x="7660648" y="3014314"/>
            <a:ext cx="892782" cy="89278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C1C9AD02-5EB9-4C30-A903-185B0C24877C}"/>
              </a:ext>
            </a:extLst>
          </p:cNvPr>
          <p:cNvSpPr/>
          <p:nvPr/>
        </p:nvSpPr>
        <p:spPr>
          <a:xfrm>
            <a:off x="7110433" y="4715142"/>
            <a:ext cx="892782" cy="89278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EF5485AE-575E-40D1-919B-ABD0A8BF74E3}"/>
              </a:ext>
            </a:extLst>
          </p:cNvPr>
          <p:cNvSpPr/>
          <p:nvPr/>
        </p:nvSpPr>
        <p:spPr>
          <a:xfrm>
            <a:off x="4201583" y="4715142"/>
            <a:ext cx="892782" cy="892782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46BC1D8-E69A-4426-8BC7-84704D82D487}"/>
              </a:ext>
            </a:extLst>
          </p:cNvPr>
          <p:cNvSpPr txBox="1"/>
          <p:nvPr/>
        </p:nvSpPr>
        <p:spPr>
          <a:xfrm>
            <a:off x="1055077" y="4715142"/>
            <a:ext cx="2889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Администратор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Добавляет 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новое блюдо с описанием и изображением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39F12D2-2866-40E4-8DA1-CA8970FF56CB}"/>
              </a:ext>
            </a:extLst>
          </p:cNvPr>
          <p:cNvSpPr txBox="1"/>
          <p:nvPr/>
        </p:nvSpPr>
        <p:spPr>
          <a:xfrm>
            <a:off x="544836" y="2774475"/>
            <a:ext cx="2889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Пользователь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Просматривает 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обновленное </a:t>
            </a:r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меню</a:t>
            </a:r>
            <a:endParaRPr lang="en-US" altLang="ko-KR" sz="1600" b="1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Выбирает 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добавленное блюдо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45E53C3-4180-4702-A6C6-CBD9399728C5}"/>
              </a:ext>
            </a:extLst>
          </p:cNvPr>
          <p:cNvSpPr txBox="1"/>
          <p:nvPr/>
        </p:nvSpPr>
        <p:spPr>
          <a:xfrm>
            <a:off x="7488781" y="1496114"/>
            <a:ext cx="2897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Заполняет данные для доставки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1FD165EC-000B-41D0-8A3E-3A9EE7BF812D}"/>
              </a:ext>
            </a:extLst>
          </p:cNvPr>
          <p:cNvSpPr txBox="1"/>
          <p:nvPr/>
        </p:nvSpPr>
        <p:spPr>
          <a:xfrm>
            <a:off x="1720105" y="1527300"/>
            <a:ext cx="2889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Добавляет его в корзину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F30309F-F9EA-4895-A765-C227D0C105A1}"/>
              </a:ext>
            </a:extLst>
          </p:cNvPr>
          <p:cNvSpPr txBox="1"/>
          <p:nvPr/>
        </p:nvSpPr>
        <p:spPr>
          <a:xfrm>
            <a:off x="8698586" y="3040852"/>
            <a:ext cx="2897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Получает статус «Заказ принят»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F2BFBC03-7D60-4D68-831C-000B5328CC64}"/>
              </a:ext>
            </a:extLst>
          </p:cNvPr>
          <p:cNvSpPr txBox="1"/>
          <p:nvPr/>
        </p:nvSpPr>
        <p:spPr>
          <a:xfrm>
            <a:off x="8263622" y="5010254"/>
            <a:ext cx="2897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Администратор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ru-RU" altLang="ko-KR" sz="1600" b="1" dirty="0" smtClean="0">
                <a:solidFill>
                  <a:schemeClr val="bg1"/>
                </a:solidFill>
                <a:cs typeface="Arial" pitchFamily="34" charset="0"/>
              </a:rPr>
              <a:t>Подтверждает 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и меняет статус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9" name="그룹 125">
            <a:extLst>
              <a:ext uri="{FF2B5EF4-FFF2-40B4-BE49-F238E27FC236}">
                <a16:creationId xmlns:a16="http://schemas.microsoft.com/office/drawing/2014/main" xmlns="" id="{7CF25741-571C-4888-99FB-885D55DC4C16}"/>
              </a:ext>
            </a:extLst>
          </p:cNvPr>
          <p:cNvGrpSpPr/>
          <p:nvPr/>
        </p:nvGrpSpPr>
        <p:grpSpPr>
          <a:xfrm>
            <a:off x="3940569" y="3282595"/>
            <a:ext cx="245234" cy="343032"/>
            <a:chOff x="1019786" y="3002376"/>
            <a:chExt cx="2531613" cy="3541196"/>
          </a:xfrm>
          <a:solidFill>
            <a:schemeClr val="bg1"/>
          </a:solidFill>
        </p:grpSpPr>
        <p:sp>
          <p:nvSpPr>
            <p:cNvPr id="50" name="사각형: 둥근 모서리 132">
              <a:extLst>
                <a:ext uri="{FF2B5EF4-FFF2-40B4-BE49-F238E27FC236}">
                  <a16:creationId xmlns:a16="http://schemas.microsoft.com/office/drawing/2014/main" xmlns="" id="{A9D4DE20-45A4-4F93-9718-5EDD4A7B6C5E}"/>
                </a:ext>
              </a:extLst>
            </p:cNvPr>
            <p:cNvSpPr/>
            <p:nvPr/>
          </p:nvSpPr>
          <p:spPr>
            <a:xfrm>
              <a:off x="1719599" y="3938796"/>
              <a:ext cx="1084494" cy="2604776"/>
            </a:xfrm>
            <a:custGeom>
              <a:avLst/>
              <a:gdLst>
                <a:gd name="connsiteX0" fmla="*/ 0 w 626166"/>
                <a:gd name="connsiteY0" fmla="*/ 293202 h 1175728"/>
                <a:gd name="connsiteX1" fmla="*/ 293202 w 626166"/>
                <a:gd name="connsiteY1" fmla="*/ 0 h 1175728"/>
                <a:gd name="connsiteX2" fmla="*/ 332964 w 626166"/>
                <a:gd name="connsiteY2" fmla="*/ 0 h 1175728"/>
                <a:gd name="connsiteX3" fmla="*/ 626166 w 626166"/>
                <a:gd name="connsiteY3" fmla="*/ 293202 h 1175728"/>
                <a:gd name="connsiteX4" fmla="*/ 626166 w 626166"/>
                <a:gd name="connsiteY4" fmla="*/ 882526 h 1175728"/>
                <a:gd name="connsiteX5" fmla="*/ 332964 w 626166"/>
                <a:gd name="connsiteY5" fmla="*/ 1175728 h 1175728"/>
                <a:gd name="connsiteX6" fmla="*/ 293202 w 626166"/>
                <a:gd name="connsiteY6" fmla="*/ 1175728 h 1175728"/>
                <a:gd name="connsiteX7" fmla="*/ 0 w 626166"/>
                <a:gd name="connsiteY7" fmla="*/ 882526 h 1175728"/>
                <a:gd name="connsiteX8" fmla="*/ 0 w 626166"/>
                <a:gd name="connsiteY8" fmla="*/ 293202 h 1175728"/>
                <a:gd name="connsiteX0" fmla="*/ 0 w 626166"/>
                <a:gd name="connsiteY0" fmla="*/ 303142 h 1185668"/>
                <a:gd name="connsiteX1" fmla="*/ 293202 w 626166"/>
                <a:gd name="connsiteY1" fmla="*/ 9940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03142 h 1185668"/>
                <a:gd name="connsiteX1" fmla="*/ 233567 w 626166"/>
                <a:gd name="connsiteY1" fmla="*/ 1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93202 w 626166"/>
                <a:gd name="connsiteY6" fmla="*/ 1205546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53446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32959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03142 w 626166"/>
                <a:gd name="connsiteY6" fmla="*/ 1185668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25711"/>
                <a:gd name="connsiteX1" fmla="*/ 233567 w 626166"/>
                <a:gd name="connsiteY1" fmla="*/ 19879 h 1225711"/>
                <a:gd name="connsiteX2" fmla="*/ 432356 w 626166"/>
                <a:gd name="connsiteY2" fmla="*/ 0 h 1225711"/>
                <a:gd name="connsiteX3" fmla="*/ 626166 w 626166"/>
                <a:gd name="connsiteY3" fmla="*/ 323020 h 1225711"/>
                <a:gd name="connsiteX4" fmla="*/ 626166 w 626166"/>
                <a:gd name="connsiteY4" fmla="*/ 912344 h 1225711"/>
                <a:gd name="connsiteX5" fmla="*/ 332964 w 626166"/>
                <a:gd name="connsiteY5" fmla="*/ 1205546 h 1225711"/>
                <a:gd name="connsiteX6" fmla="*/ 332960 w 626166"/>
                <a:gd name="connsiteY6" fmla="*/ 1225424 h 1225711"/>
                <a:gd name="connsiteX7" fmla="*/ 0 w 626166"/>
                <a:gd name="connsiteY7" fmla="*/ 912344 h 1225711"/>
                <a:gd name="connsiteX8" fmla="*/ 0 w 626166"/>
                <a:gd name="connsiteY8" fmla="*/ 323020 h 1225711"/>
                <a:gd name="connsiteX0" fmla="*/ 0 w 626166"/>
                <a:gd name="connsiteY0" fmla="*/ 303142 h 1205833"/>
                <a:gd name="connsiteX1" fmla="*/ 233567 w 626166"/>
                <a:gd name="connsiteY1" fmla="*/ 1 h 1205833"/>
                <a:gd name="connsiteX2" fmla="*/ 412478 w 626166"/>
                <a:gd name="connsiteY2" fmla="*/ 0 h 1205833"/>
                <a:gd name="connsiteX3" fmla="*/ 626166 w 626166"/>
                <a:gd name="connsiteY3" fmla="*/ 303142 h 1205833"/>
                <a:gd name="connsiteX4" fmla="*/ 626166 w 626166"/>
                <a:gd name="connsiteY4" fmla="*/ 892466 h 1205833"/>
                <a:gd name="connsiteX5" fmla="*/ 332964 w 626166"/>
                <a:gd name="connsiteY5" fmla="*/ 1185668 h 1205833"/>
                <a:gd name="connsiteX6" fmla="*/ 332960 w 626166"/>
                <a:gd name="connsiteY6" fmla="*/ 1205546 h 1205833"/>
                <a:gd name="connsiteX7" fmla="*/ 0 w 626166"/>
                <a:gd name="connsiteY7" fmla="*/ 892466 h 1205833"/>
                <a:gd name="connsiteX8" fmla="*/ 0 w 626166"/>
                <a:gd name="connsiteY8" fmla="*/ 303142 h 1205833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32960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23429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3429 w 626166"/>
                <a:gd name="connsiteY6" fmla="*/ 1205546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0252 w 626166"/>
                <a:gd name="connsiteY6" fmla="*/ 1200437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9124"/>
                <a:gd name="connsiteX1" fmla="*/ 233567 w 626166"/>
                <a:gd name="connsiteY1" fmla="*/ 1 h 1209124"/>
                <a:gd name="connsiteX2" fmla="*/ 412478 w 626166"/>
                <a:gd name="connsiteY2" fmla="*/ 0 h 1209124"/>
                <a:gd name="connsiteX3" fmla="*/ 626166 w 626166"/>
                <a:gd name="connsiteY3" fmla="*/ 303142 h 1209124"/>
                <a:gd name="connsiteX4" fmla="*/ 626166 w 626166"/>
                <a:gd name="connsiteY4" fmla="*/ 892466 h 1209124"/>
                <a:gd name="connsiteX5" fmla="*/ 345672 w 626166"/>
                <a:gd name="connsiteY5" fmla="*/ 1208656 h 1209124"/>
                <a:gd name="connsiteX6" fmla="*/ 313898 w 626166"/>
                <a:gd name="connsiteY6" fmla="*/ 1208099 h 1209124"/>
                <a:gd name="connsiteX7" fmla="*/ 0 w 626166"/>
                <a:gd name="connsiteY7" fmla="*/ 892466 h 1209124"/>
                <a:gd name="connsiteX8" fmla="*/ 0 w 626166"/>
                <a:gd name="connsiteY8" fmla="*/ 303142 h 1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166" h="1209124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막힌 원호 135">
              <a:extLst>
                <a:ext uri="{FF2B5EF4-FFF2-40B4-BE49-F238E27FC236}">
                  <a16:creationId xmlns:a16="http://schemas.microsoft.com/office/drawing/2014/main" xmlns="" id="{A38C1D19-8AE8-429D-9D91-6C8B9081CF87}"/>
                </a:ext>
              </a:extLst>
            </p:cNvPr>
            <p:cNvSpPr/>
            <p:nvPr/>
          </p:nvSpPr>
          <p:spPr>
            <a:xfrm>
              <a:off x="2103734" y="3002376"/>
              <a:ext cx="861381" cy="963974"/>
            </a:xfrm>
            <a:custGeom>
              <a:avLst/>
              <a:gdLst>
                <a:gd name="connsiteX0" fmla="*/ 6421 w 1188673"/>
                <a:gd name="connsiteY0" fmla="*/ 681464 h 1188673"/>
                <a:gd name="connsiteX1" fmla="*/ 149811 w 1188673"/>
                <a:gd name="connsiteY1" fmla="*/ 199833 h 1188673"/>
                <a:gd name="connsiteX2" fmla="*/ 610993 w 1188673"/>
                <a:gd name="connsiteY2" fmla="*/ 233 h 1188673"/>
                <a:gd name="connsiteX3" fmla="*/ 605291 w 1188673"/>
                <a:gd name="connsiteY3" fmla="*/ 203607 h 1188673"/>
                <a:gd name="connsiteX4" fmla="*/ 301981 w 1188673"/>
                <a:gd name="connsiteY4" fmla="*/ 334880 h 1188673"/>
                <a:gd name="connsiteX5" fmla="*/ 207676 w 1188673"/>
                <a:gd name="connsiteY5" fmla="*/ 651639 h 1188673"/>
                <a:gd name="connsiteX6" fmla="*/ 6421 w 1188673"/>
                <a:gd name="connsiteY6" fmla="*/ 681464 h 1188673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605295 w 610997"/>
                <a:gd name="connsiteY3" fmla="*/ 203607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595567 w 610997"/>
                <a:gd name="connsiteY3" fmla="*/ 154969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0997" h="68376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자유형: 도형 128">
              <a:extLst>
                <a:ext uri="{FF2B5EF4-FFF2-40B4-BE49-F238E27FC236}">
                  <a16:creationId xmlns:a16="http://schemas.microsoft.com/office/drawing/2014/main" xmlns="" id="{663B428D-AD2F-4DA4-BBD8-5F95A5156AC5}"/>
                </a:ext>
              </a:extLst>
            </p:cNvPr>
            <p:cNvSpPr/>
            <p:nvPr/>
          </p:nvSpPr>
          <p:spPr>
            <a:xfrm rot="21000000">
              <a:off x="1019786" y="4024649"/>
              <a:ext cx="948277" cy="2492473"/>
            </a:xfrm>
            <a:custGeom>
              <a:avLst/>
              <a:gdLst>
                <a:gd name="connsiteX0" fmla="*/ 810820 w 948279"/>
                <a:gd name="connsiteY0" fmla="*/ 13176 h 2492471"/>
                <a:gd name="connsiteX1" fmla="*/ 890541 w 948279"/>
                <a:gd name="connsiteY1" fmla="*/ 50763 h 2492471"/>
                <a:gd name="connsiteX2" fmla="*/ 948279 w 948279"/>
                <a:gd name="connsiteY2" fmla="*/ 103894 h 2492471"/>
                <a:gd name="connsiteX3" fmla="*/ 938298 w 948279"/>
                <a:gd name="connsiteY3" fmla="*/ 110009 h 2492471"/>
                <a:gd name="connsiteX4" fmla="*/ 693849 w 948279"/>
                <a:gd name="connsiteY4" fmla="*/ 613610 h 2492471"/>
                <a:gd name="connsiteX5" fmla="*/ 473392 w 948279"/>
                <a:gd name="connsiteY5" fmla="*/ 1863884 h 2492471"/>
                <a:gd name="connsiteX6" fmla="*/ 621326 w 948279"/>
                <a:gd name="connsiteY6" fmla="*/ 2455353 h 2492471"/>
                <a:gd name="connsiteX7" fmla="*/ 654526 w 948279"/>
                <a:gd name="connsiteY7" fmla="*/ 2489310 h 2492471"/>
                <a:gd name="connsiteX8" fmla="*/ 632338 w 948279"/>
                <a:gd name="connsiteY8" fmla="*/ 2492471 h 2492471"/>
                <a:gd name="connsiteX9" fmla="*/ 576673 w 948279"/>
                <a:gd name="connsiteY9" fmla="*/ 2488230 h 2492471"/>
                <a:gd name="connsiteX10" fmla="*/ 0 w 948279"/>
                <a:gd name="connsiteY10" fmla="*/ 1842037 h 2492471"/>
                <a:gd name="connsiteX11" fmla="*/ 0 w 948279"/>
                <a:gd name="connsiteY11" fmla="*/ 625681 h 2492471"/>
                <a:gd name="connsiteX12" fmla="*/ 404528 w 948279"/>
                <a:gd name="connsiteY12" fmla="*/ 2 h 2492471"/>
                <a:gd name="connsiteX13" fmla="*/ 714395 w 948279"/>
                <a:gd name="connsiteY13" fmla="*/ 0 h 2492471"/>
                <a:gd name="connsiteX14" fmla="*/ 810820 w 948279"/>
                <a:gd name="connsiteY14" fmla="*/ 13176 h 249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8279" h="2492471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3" name="자유형: 도형 129">
              <a:extLst>
                <a:ext uri="{FF2B5EF4-FFF2-40B4-BE49-F238E27FC236}">
                  <a16:creationId xmlns:a16="http://schemas.microsoft.com/office/drawing/2014/main" xmlns="" id="{1D6D48AA-B16F-4DF9-B499-9DA4BC2FA9C1}"/>
                </a:ext>
              </a:extLst>
            </p:cNvPr>
            <p:cNvSpPr/>
            <p:nvPr/>
          </p:nvSpPr>
          <p:spPr>
            <a:xfrm rot="638553" flipH="1">
              <a:off x="2580804" y="4025901"/>
              <a:ext cx="970595" cy="2486379"/>
            </a:xfrm>
            <a:custGeom>
              <a:avLst/>
              <a:gdLst>
                <a:gd name="connsiteX0" fmla="*/ 810820 w 970595"/>
                <a:gd name="connsiteY0" fmla="*/ 13176 h 2486380"/>
                <a:gd name="connsiteX1" fmla="*/ 714395 w 970595"/>
                <a:gd name="connsiteY1" fmla="*/ 0 h 2486380"/>
                <a:gd name="connsiteX2" fmla="*/ 404528 w 970595"/>
                <a:gd name="connsiteY2" fmla="*/ 2 h 2486380"/>
                <a:gd name="connsiteX3" fmla="*/ 0 w 970595"/>
                <a:gd name="connsiteY3" fmla="*/ 625681 h 2486380"/>
                <a:gd name="connsiteX4" fmla="*/ 0 w 970595"/>
                <a:gd name="connsiteY4" fmla="*/ 1842037 h 2486380"/>
                <a:gd name="connsiteX5" fmla="*/ 560449 w 970595"/>
                <a:gd name="connsiteY5" fmla="*/ 2485181 h 2486380"/>
                <a:gd name="connsiteX6" fmla="*/ 599656 w 970595"/>
                <a:gd name="connsiteY6" fmla="*/ 2473913 h 2486380"/>
                <a:gd name="connsiteX7" fmla="*/ 663413 w 970595"/>
                <a:gd name="connsiteY7" fmla="*/ 2465457 h 2486380"/>
                <a:gd name="connsiteX8" fmla="*/ 641917 w 970595"/>
                <a:gd name="connsiteY8" fmla="*/ 2440471 h 2486380"/>
                <a:gd name="connsiteX9" fmla="*/ 539647 w 970595"/>
                <a:gd name="connsiteY9" fmla="*/ 1853878 h 2486380"/>
                <a:gd name="connsiteX10" fmla="*/ 774111 w 970595"/>
                <a:gd name="connsiteY10" fmla="*/ 606155 h 2486380"/>
                <a:gd name="connsiteX11" fmla="*/ 937077 w 970595"/>
                <a:gd name="connsiteY11" fmla="*/ 171433 h 2486380"/>
                <a:gd name="connsiteX12" fmla="*/ 970595 w 970595"/>
                <a:gd name="connsiteY12" fmla="*/ 134526 h 2486380"/>
                <a:gd name="connsiteX13" fmla="*/ 954745 w 970595"/>
                <a:gd name="connsiteY13" fmla="*/ 109844 h 2486380"/>
                <a:gd name="connsiteX14" fmla="*/ 810820 w 970595"/>
                <a:gd name="connsiteY14" fmla="*/ 13176 h 248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70595" h="2486380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xmlns="" id="{6FCA34F9-D5FF-477F-9FDE-680823DAC118}"/>
              </a:ext>
            </a:extLst>
          </p:cNvPr>
          <p:cNvSpPr/>
          <p:nvPr/>
        </p:nvSpPr>
        <p:spPr>
          <a:xfrm>
            <a:off x="6791028" y="1871802"/>
            <a:ext cx="386582" cy="422424"/>
          </a:xfrm>
          <a:custGeom>
            <a:avLst/>
            <a:gdLst>
              <a:gd name="connsiteX0" fmla="*/ 1409099 w 1438275"/>
              <a:gd name="connsiteY0" fmla="*/ 372897 h 1571625"/>
              <a:gd name="connsiteX1" fmla="*/ 949042 w 1438275"/>
              <a:gd name="connsiteY1" fmla="*/ 243357 h 1571625"/>
              <a:gd name="connsiteX2" fmla="*/ 852839 w 1438275"/>
              <a:gd name="connsiteY2" fmla="*/ 270027 h 1571625"/>
              <a:gd name="connsiteX3" fmla="*/ 797594 w 1438275"/>
              <a:gd name="connsiteY3" fmla="*/ 227165 h 1571625"/>
              <a:gd name="connsiteX4" fmla="*/ 817597 w 1438275"/>
              <a:gd name="connsiteY4" fmla="*/ 33807 h 1571625"/>
              <a:gd name="connsiteX5" fmla="*/ 801404 w 1438275"/>
              <a:gd name="connsiteY5" fmla="*/ 2375 h 1571625"/>
              <a:gd name="connsiteX6" fmla="*/ 764257 w 1438275"/>
              <a:gd name="connsiteY6" fmla="*/ 36665 h 1571625"/>
              <a:gd name="connsiteX7" fmla="*/ 648052 w 1438275"/>
              <a:gd name="connsiteY7" fmla="*/ 163347 h 1571625"/>
              <a:gd name="connsiteX8" fmla="*/ 21307 w 1438275"/>
              <a:gd name="connsiteY8" fmla="*/ 350037 h 1571625"/>
              <a:gd name="connsiteX9" fmla="*/ 352 w 1438275"/>
              <a:gd name="connsiteY9" fmla="*/ 379565 h 1571625"/>
              <a:gd name="connsiteX10" fmla="*/ 35594 w 1438275"/>
              <a:gd name="connsiteY10" fmla="*/ 395757 h 1571625"/>
              <a:gd name="connsiteX11" fmla="*/ 163229 w 1438275"/>
              <a:gd name="connsiteY11" fmla="*/ 410997 h 1571625"/>
              <a:gd name="connsiteX12" fmla="*/ 615667 w 1438275"/>
              <a:gd name="connsiteY12" fmla="*/ 286220 h 1571625"/>
              <a:gd name="connsiteX13" fmla="*/ 705202 w 1438275"/>
              <a:gd name="connsiteY13" fmla="*/ 200495 h 1571625"/>
              <a:gd name="connsiteX14" fmla="*/ 744254 w 1438275"/>
              <a:gd name="connsiteY14" fmla="*/ 189065 h 1571625"/>
              <a:gd name="connsiteX15" fmla="*/ 754732 w 1438275"/>
              <a:gd name="connsiteY15" fmla="*/ 222402 h 1571625"/>
              <a:gd name="connsiteX16" fmla="*/ 746159 w 1438275"/>
              <a:gd name="connsiteY16" fmla="*/ 403377 h 1571625"/>
              <a:gd name="connsiteX17" fmla="*/ 699487 w 1438275"/>
              <a:gd name="connsiteY17" fmla="*/ 503390 h 1571625"/>
              <a:gd name="connsiteX18" fmla="*/ 649004 w 1438275"/>
              <a:gd name="connsiteY18" fmla="*/ 506247 h 1571625"/>
              <a:gd name="connsiteX19" fmla="*/ 553754 w 1438275"/>
              <a:gd name="connsiteY19" fmla="*/ 471005 h 1571625"/>
              <a:gd name="connsiteX20" fmla="*/ 229904 w 1438275"/>
              <a:gd name="connsiteY20" fmla="*/ 662457 h 1571625"/>
              <a:gd name="connsiteX21" fmla="*/ 215617 w 1438275"/>
              <a:gd name="connsiteY21" fmla="*/ 697700 h 1571625"/>
              <a:gd name="connsiteX22" fmla="*/ 378494 w 1438275"/>
              <a:gd name="connsiteY22" fmla="*/ 911060 h 1571625"/>
              <a:gd name="connsiteX23" fmla="*/ 676627 w 1438275"/>
              <a:gd name="connsiteY23" fmla="*/ 611022 h 1571625"/>
              <a:gd name="connsiteX24" fmla="*/ 679484 w 1438275"/>
              <a:gd name="connsiteY24" fmla="*/ 563397 h 1571625"/>
              <a:gd name="connsiteX25" fmla="*/ 730919 w 1438275"/>
              <a:gd name="connsiteY25" fmla="*/ 514820 h 1571625"/>
              <a:gd name="connsiteX26" fmla="*/ 742349 w 1438275"/>
              <a:gd name="connsiteY26" fmla="*/ 564350 h 1571625"/>
              <a:gd name="connsiteX27" fmla="*/ 766162 w 1438275"/>
              <a:gd name="connsiteY27" fmla="*/ 992022 h 1571625"/>
              <a:gd name="connsiteX28" fmla="*/ 739492 w 1438275"/>
              <a:gd name="connsiteY28" fmla="*/ 1039647 h 1571625"/>
              <a:gd name="connsiteX29" fmla="*/ 633764 w 1438275"/>
              <a:gd name="connsiteY29" fmla="*/ 1162520 h 1571625"/>
              <a:gd name="connsiteX30" fmla="*/ 627097 w 1438275"/>
              <a:gd name="connsiteY30" fmla="*/ 1419695 h 1571625"/>
              <a:gd name="connsiteX31" fmla="*/ 794737 w 1438275"/>
              <a:gd name="connsiteY31" fmla="*/ 1576857 h 1571625"/>
              <a:gd name="connsiteX32" fmla="*/ 961424 w 1438275"/>
              <a:gd name="connsiteY32" fmla="*/ 1406360 h 1571625"/>
              <a:gd name="connsiteX33" fmla="*/ 932849 w 1438275"/>
              <a:gd name="connsiteY33" fmla="*/ 1131087 h 1571625"/>
              <a:gd name="connsiteX34" fmla="*/ 833789 w 1438275"/>
              <a:gd name="connsiteY34" fmla="*/ 1033932 h 1571625"/>
              <a:gd name="connsiteX35" fmla="*/ 787117 w 1438275"/>
              <a:gd name="connsiteY35" fmla="*/ 979640 h 1571625"/>
              <a:gd name="connsiteX36" fmla="*/ 783307 w 1438275"/>
              <a:gd name="connsiteY36" fmla="*/ 695795 h 1571625"/>
              <a:gd name="connsiteX37" fmla="*/ 789022 w 1438275"/>
              <a:gd name="connsiteY37" fmla="*/ 702462 h 1571625"/>
              <a:gd name="connsiteX38" fmla="*/ 790927 w 1438275"/>
              <a:gd name="connsiteY38" fmla="*/ 726275 h 1571625"/>
              <a:gd name="connsiteX39" fmla="*/ 895702 w 1438275"/>
              <a:gd name="connsiteY39" fmla="*/ 929157 h 1571625"/>
              <a:gd name="connsiteX40" fmla="*/ 1098584 w 1438275"/>
              <a:gd name="connsiteY40" fmla="*/ 1019645 h 1571625"/>
              <a:gd name="connsiteX41" fmla="*/ 1300514 w 1438275"/>
              <a:gd name="connsiteY41" fmla="*/ 946302 h 1571625"/>
              <a:gd name="connsiteX42" fmla="*/ 1253842 w 1438275"/>
              <a:gd name="connsiteY42" fmla="*/ 741515 h 1571625"/>
              <a:gd name="connsiteX43" fmla="*/ 1015717 w 1438275"/>
              <a:gd name="connsiteY43" fmla="*/ 609117 h 1571625"/>
              <a:gd name="connsiteX44" fmla="*/ 835694 w 1438275"/>
              <a:gd name="connsiteY44" fmla="*/ 649122 h 1571625"/>
              <a:gd name="connsiteX45" fmla="*/ 792832 w 1438275"/>
              <a:gd name="connsiteY45" fmla="*/ 669125 h 1571625"/>
              <a:gd name="connsiteX46" fmla="*/ 772829 w 1438275"/>
              <a:gd name="connsiteY46" fmla="*/ 618642 h 1571625"/>
              <a:gd name="connsiteX47" fmla="*/ 784259 w 1438275"/>
              <a:gd name="connsiteY47" fmla="*/ 332892 h 1571625"/>
              <a:gd name="connsiteX48" fmla="*/ 843314 w 1438275"/>
              <a:gd name="connsiteY48" fmla="*/ 307175 h 1571625"/>
              <a:gd name="connsiteX49" fmla="*/ 889034 w 1438275"/>
              <a:gd name="connsiteY49" fmla="*/ 340512 h 1571625"/>
              <a:gd name="connsiteX50" fmla="*/ 1396717 w 1438275"/>
              <a:gd name="connsiteY50" fmla="*/ 431952 h 1571625"/>
              <a:gd name="connsiteX51" fmla="*/ 1437674 w 1438275"/>
              <a:gd name="connsiteY51" fmla="*/ 412902 h 1571625"/>
              <a:gd name="connsiteX52" fmla="*/ 1409099 w 1438275"/>
              <a:gd name="connsiteY52" fmla="*/ 372897 h 1571625"/>
              <a:gd name="connsiteX53" fmla="*/ 85124 w 1438275"/>
              <a:gd name="connsiteY53" fmla="*/ 362420 h 1571625"/>
              <a:gd name="connsiteX54" fmla="*/ 657577 w 1438275"/>
              <a:gd name="connsiteY54" fmla="*/ 196685 h 1571625"/>
              <a:gd name="connsiteX55" fmla="*/ 85124 w 1438275"/>
              <a:gd name="connsiteY55" fmla="*/ 362420 h 1571625"/>
              <a:gd name="connsiteX56" fmla="*/ 385162 w 1438275"/>
              <a:gd name="connsiteY56" fmla="*/ 549110 h 1571625"/>
              <a:gd name="connsiteX57" fmla="*/ 536609 w 1438275"/>
              <a:gd name="connsiteY57" fmla="*/ 498627 h 1571625"/>
              <a:gd name="connsiteX58" fmla="*/ 385162 w 1438275"/>
              <a:gd name="connsiteY58" fmla="*/ 549110 h 1571625"/>
              <a:gd name="connsiteX59" fmla="*/ 636622 w 1438275"/>
              <a:gd name="connsiteY59" fmla="*/ 1298727 h 1571625"/>
              <a:gd name="connsiteX60" fmla="*/ 724252 w 1438275"/>
              <a:gd name="connsiteY60" fmla="*/ 1077747 h 1571625"/>
              <a:gd name="connsiteX61" fmla="*/ 636622 w 1438275"/>
              <a:gd name="connsiteY61" fmla="*/ 1298727 h 1571625"/>
              <a:gd name="connsiteX62" fmla="*/ 814739 w 1438275"/>
              <a:gd name="connsiteY62" fmla="*/ 756755 h 1571625"/>
              <a:gd name="connsiteX63" fmla="*/ 909037 w 1438275"/>
              <a:gd name="connsiteY63" fmla="*/ 911060 h 1571625"/>
              <a:gd name="connsiteX64" fmla="*/ 814739 w 1438275"/>
              <a:gd name="connsiteY64" fmla="*/ 756755 h 1571625"/>
              <a:gd name="connsiteX65" fmla="*/ 971902 w 1438275"/>
              <a:gd name="connsiteY65" fmla="*/ 310032 h 1571625"/>
              <a:gd name="connsiteX66" fmla="*/ 971902 w 1438275"/>
              <a:gd name="connsiteY66" fmla="*/ 310032 h 1571625"/>
              <a:gd name="connsiteX67" fmla="*/ 971902 w 1438275"/>
              <a:gd name="connsiteY67" fmla="*/ 310032 h 1571625"/>
              <a:gd name="connsiteX68" fmla="*/ 873794 w 1438275"/>
              <a:gd name="connsiteY68" fmla="*/ 285267 h 1571625"/>
              <a:gd name="connsiteX69" fmla="*/ 978569 w 1438275"/>
              <a:gd name="connsiteY69" fmla="*/ 297650 h 1571625"/>
              <a:gd name="connsiteX70" fmla="*/ 989047 w 1438275"/>
              <a:gd name="connsiteY70" fmla="*/ 300507 h 1571625"/>
              <a:gd name="connsiteX71" fmla="*/ 1313849 w 1438275"/>
              <a:gd name="connsiteY71" fmla="*/ 376707 h 1571625"/>
              <a:gd name="connsiteX72" fmla="*/ 971902 w 1438275"/>
              <a:gd name="connsiteY72" fmla="*/ 310032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438275" h="1571625">
                <a:moveTo>
                  <a:pt x="1409099" y="372897"/>
                </a:moveTo>
                <a:cubicBezTo>
                  <a:pt x="1276702" y="253835"/>
                  <a:pt x="1126207" y="200495"/>
                  <a:pt x="949042" y="243357"/>
                </a:cubicBezTo>
                <a:cubicBezTo>
                  <a:pt x="916657" y="250977"/>
                  <a:pt x="885224" y="261455"/>
                  <a:pt x="852839" y="270027"/>
                </a:cubicBezTo>
                <a:cubicBezTo>
                  <a:pt x="805214" y="283362"/>
                  <a:pt x="794737" y="275742"/>
                  <a:pt x="797594" y="227165"/>
                </a:cubicBezTo>
                <a:cubicBezTo>
                  <a:pt x="801404" y="162395"/>
                  <a:pt x="804262" y="97625"/>
                  <a:pt x="817597" y="33807"/>
                </a:cubicBezTo>
                <a:cubicBezTo>
                  <a:pt x="821407" y="16662"/>
                  <a:pt x="819502" y="5232"/>
                  <a:pt x="801404" y="2375"/>
                </a:cubicBezTo>
                <a:cubicBezTo>
                  <a:pt x="776639" y="-1435"/>
                  <a:pt x="759494" y="-6198"/>
                  <a:pt x="764257" y="36665"/>
                </a:cubicBezTo>
                <a:cubicBezTo>
                  <a:pt x="778544" y="162395"/>
                  <a:pt x="772829" y="185255"/>
                  <a:pt x="648052" y="163347"/>
                </a:cubicBezTo>
                <a:cubicBezTo>
                  <a:pt x="409927" y="122390"/>
                  <a:pt x="197519" y="180492"/>
                  <a:pt x="21307" y="350037"/>
                </a:cubicBezTo>
                <a:cubicBezTo>
                  <a:pt x="12734" y="358610"/>
                  <a:pt x="-2506" y="366230"/>
                  <a:pt x="352" y="379565"/>
                </a:cubicBezTo>
                <a:cubicBezTo>
                  <a:pt x="4162" y="396710"/>
                  <a:pt x="22259" y="393852"/>
                  <a:pt x="35594" y="395757"/>
                </a:cubicBezTo>
                <a:cubicBezTo>
                  <a:pt x="78457" y="401472"/>
                  <a:pt x="120367" y="409092"/>
                  <a:pt x="163229" y="410997"/>
                </a:cubicBezTo>
                <a:cubicBezTo>
                  <a:pt x="328012" y="419570"/>
                  <a:pt x="483269" y="394805"/>
                  <a:pt x="615667" y="286220"/>
                </a:cubicBezTo>
                <a:cubicBezTo>
                  <a:pt x="647099" y="260502"/>
                  <a:pt x="675674" y="229070"/>
                  <a:pt x="705202" y="200495"/>
                </a:cubicBezTo>
                <a:cubicBezTo>
                  <a:pt x="716632" y="189065"/>
                  <a:pt x="729014" y="183350"/>
                  <a:pt x="744254" y="189065"/>
                </a:cubicBezTo>
                <a:cubicBezTo>
                  <a:pt x="759494" y="194780"/>
                  <a:pt x="754732" y="210972"/>
                  <a:pt x="754732" y="222402"/>
                </a:cubicBezTo>
                <a:cubicBezTo>
                  <a:pt x="751874" y="282410"/>
                  <a:pt x="746159" y="342417"/>
                  <a:pt x="746159" y="403377"/>
                </a:cubicBezTo>
                <a:cubicBezTo>
                  <a:pt x="746159" y="445287"/>
                  <a:pt x="729014" y="474815"/>
                  <a:pt x="699487" y="503390"/>
                </a:cubicBezTo>
                <a:cubicBezTo>
                  <a:pt x="682342" y="520535"/>
                  <a:pt x="669007" y="528155"/>
                  <a:pt x="649004" y="506247"/>
                </a:cubicBezTo>
                <a:cubicBezTo>
                  <a:pt x="624239" y="478625"/>
                  <a:pt x="589949" y="468147"/>
                  <a:pt x="553754" y="471005"/>
                </a:cubicBezTo>
                <a:cubicBezTo>
                  <a:pt x="415642" y="482435"/>
                  <a:pt x="308009" y="549110"/>
                  <a:pt x="229904" y="662457"/>
                </a:cubicBezTo>
                <a:cubicBezTo>
                  <a:pt x="223237" y="672935"/>
                  <a:pt x="217522" y="685317"/>
                  <a:pt x="215617" y="697700"/>
                </a:cubicBezTo>
                <a:cubicBezTo>
                  <a:pt x="187994" y="852957"/>
                  <a:pt x="230857" y="916775"/>
                  <a:pt x="378494" y="911060"/>
                </a:cubicBezTo>
                <a:cubicBezTo>
                  <a:pt x="521369" y="905345"/>
                  <a:pt x="667102" y="758660"/>
                  <a:pt x="676627" y="611022"/>
                </a:cubicBezTo>
                <a:cubicBezTo>
                  <a:pt x="677579" y="594830"/>
                  <a:pt x="675674" y="578637"/>
                  <a:pt x="679484" y="563397"/>
                </a:cubicBezTo>
                <a:cubicBezTo>
                  <a:pt x="686152" y="536727"/>
                  <a:pt x="708059" y="513867"/>
                  <a:pt x="730919" y="514820"/>
                </a:cubicBezTo>
                <a:cubicBezTo>
                  <a:pt x="750922" y="515772"/>
                  <a:pt x="741397" y="547205"/>
                  <a:pt x="742349" y="564350"/>
                </a:cubicBezTo>
                <a:cubicBezTo>
                  <a:pt x="743302" y="707225"/>
                  <a:pt x="744254" y="850100"/>
                  <a:pt x="766162" y="992022"/>
                </a:cubicBezTo>
                <a:cubicBezTo>
                  <a:pt x="769972" y="1017740"/>
                  <a:pt x="761399" y="1029170"/>
                  <a:pt x="739492" y="1039647"/>
                </a:cubicBezTo>
                <a:cubicBezTo>
                  <a:pt x="686152" y="1065365"/>
                  <a:pt x="652814" y="1108227"/>
                  <a:pt x="633764" y="1162520"/>
                </a:cubicBezTo>
                <a:cubicBezTo>
                  <a:pt x="605189" y="1247292"/>
                  <a:pt x="600427" y="1333970"/>
                  <a:pt x="627097" y="1419695"/>
                </a:cubicBezTo>
                <a:cubicBezTo>
                  <a:pt x="651862" y="1503515"/>
                  <a:pt x="732824" y="1578762"/>
                  <a:pt x="794737" y="1576857"/>
                </a:cubicBezTo>
                <a:cubicBezTo>
                  <a:pt x="860459" y="1574952"/>
                  <a:pt x="942374" y="1493037"/>
                  <a:pt x="961424" y="1406360"/>
                </a:cubicBezTo>
                <a:cubicBezTo>
                  <a:pt x="982379" y="1312062"/>
                  <a:pt x="970949" y="1219670"/>
                  <a:pt x="932849" y="1131087"/>
                </a:cubicBezTo>
                <a:cubicBezTo>
                  <a:pt x="913799" y="1086320"/>
                  <a:pt x="881414" y="1050125"/>
                  <a:pt x="833789" y="1033932"/>
                </a:cubicBezTo>
                <a:cubicBezTo>
                  <a:pt x="805214" y="1024407"/>
                  <a:pt x="794737" y="1005357"/>
                  <a:pt x="787117" y="979640"/>
                </a:cubicBezTo>
                <a:cubicBezTo>
                  <a:pt x="761399" y="886295"/>
                  <a:pt x="774734" y="791045"/>
                  <a:pt x="783307" y="695795"/>
                </a:cubicBezTo>
                <a:cubicBezTo>
                  <a:pt x="785212" y="697700"/>
                  <a:pt x="788069" y="700557"/>
                  <a:pt x="789022" y="702462"/>
                </a:cubicBezTo>
                <a:cubicBezTo>
                  <a:pt x="789974" y="710082"/>
                  <a:pt x="790927" y="718655"/>
                  <a:pt x="790927" y="726275"/>
                </a:cubicBezTo>
                <a:cubicBezTo>
                  <a:pt x="787117" y="813905"/>
                  <a:pt x="829027" y="877722"/>
                  <a:pt x="895702" y="929157"/>
                </a:cubicBezTo>
                <a:cubicBezTo>
                  <a:pt x="955709" y="974877"/>
                  <a:pt x="1024289" y="1005357"/>
                  <a:pt x="1098584" y="1019645"/>
                </a:cubicBezTo>
                <a:cubicBezTo>
                  <a:pt x="1183357" y="1035837"/>
                  <a:pt x="1266224" y="1005357"/>
                  <a:pt x="1300514" y="946302"/>
                </a:cubicBezTo>
                <a:cubicBezTo>
                  <a:pt x="1332899" y="891057"/>
                  <a:pt x="1314802" y="804380"/>
                  <a:pt x="1253842" y="741515"/>
                </a:cubicBezTo>
                <a:cubicBezTo>
                  <a:pt x="1189072" y="672935"/>
                  <a:pt x="1108109" y="628167"/>
                  <a:pt x="1015717" y="609117"/>
                </a:cubicBezTo>
                <a:cubicBezTo>
                  <a:pt x="951899" y="595782"/>
                  <a:pt x="889034" y="604355"/>
                  <a:pt x="835694" y="649122"/>
                </a:cubicBezTo>
                <a:cubicBezTo>
                  <a:pt x="823312" y="658647"/>
                  <a:pt x="814739" y="682460"/>
                  <a:pt x="792832" y="669125"/>
                </a:cubicBezTo>
                <a:cubicBezTo>
                  <a:pt x="774734" y="657695"/>
                  <a:pt x="771877" y="638645"/>
                  <a:pt x="772829" y="618642"/>
                </a:cubicBezTo>
                <a:cubicBezTo>
                  <a:pt x="776639" y="523392"/>
                  <a:pt x="779497" y="428142"/>
                  <a:pt x="784259" y="332892"/>
                </a:cubicBezTo>
                <a:cubicBezTo>
                  <a:pt x="786164" y="289077"/>
                  <a:pt x="805214" y="281457"/>
                  <a:pt x="843314" y="307175"/>
                </a:cubicBezTo>
                <a:cubicBezTo>
                  <a:pt x="858554" y="317652"/>
                  <a:pt x="873794" y="330035"/>
                  <a:pt x="889034" y="340512"/>
                </a:cubicBezTo>
                <a:cubicBezTo>
                  <a:pt x="1043339" y="451002"/>
                  <a:pt x="1213837" y="475767"/>
                  <a:pt x="1396717" y="431952"/>
                </a:cubicBezTo>
                <a:cubicBezTo>
                  <a:pt x="1411957" y="428142"/>
                  <a:pt x="1432912" y="428142"/>
                  <a:pt x="1437674" y="412902"/>
                </a:cubicBezTo>
                <a:cubicBezTo>
                  <a:pt x="1442437" y="393852"/>
                  <a:pt x="1421482" y="384327"/>
                  <a:pt x="1409099" y="372897"/>
                </a:cubicBezTo>
                <a:close/>
                <a:moveTo>
                  <a:pt x="85124" y="362420"/>
                </a:moveTo>
                <a:cubicBezTo>
                  <a:pt x="277529" y="311937"/>
                  <a:pt x="468029" y="253835"/>
                  <a:pt x="657577" y="196685"/>
                </a:cubicBezTo>
                <a:cubicBezTo>
                  <a:pt x="548992" y="254787"/>
                  <a:pt x="207044" y="353847"/>
                  <a:pt x="85124" y="362420"/>
                </a:cubicBezTo>
                <a:close/>
                <a:moveTo>
                  <a:pt x="385162" y="549110"/>
                </a:moveTo>
                <a:cubicBezTo>
                  <a:pt x="428977" y="511010"/>
                  <a:pt x="476602" y="487197"/>
                  <a:pt x="536609" y="498627"/>
                </a:cubicBezTo>
                <a:cubicBezTo>
                  <a:pt x="484222" y="510057"/>
                  <a:pt x="434692" y="529107"/>
                  <a:pt x="385162" y="549110"/>
                </a:cubicBezTo>
                <a:close/>
                <a:moveTo>
                  <a:pt x="636622" y="1298727"/>
                </a:moveTo>
                <a:cubicBezTo>
                  <a:pt x="615667" y="1210145"/>
                  <a:pt x="652814" y="1120610"/>
                  <a:pt x="724252" y="1077747"/>
                </a:cubicBezTo>
                <a:cubicBezTo>
                  <a:pt x="674722" y="1139660"/>
                  <a:pt x="642337" y="1208240"/>
                  <a:pt x="636622" y="1298727"/>
                </a:cubicBezTo>
                <a:close/>
                <a:moveTo>
                  <a:pt x="814739" y="756755"/>
                </a:moveTo>
                <a:cubicBezTo>
                  <a:pt x="834742" y="814857"/>
                  <a:pt x="861412" y="870102"/>
                  <a:pt x="909037" y="911060"/>
                </a:cubicBezTo>
                <a:cubicBezTo>
                  <a:pt x="845219" y="878675"/>
                  <a:pt x="809024" y="830097"/>
                  <a:pt x="814739" y="756755"/>
                </a:cubicBezTo>
                <a:close/>
                <a:moveTo>
                  <a:pt x="971902" y="310032"/>
                </a:moveTo>
                <a:cubicBezTo>
                  <a:pt x="971902" y="310032"/>
                  <a:pt x="971902" y="310032"/>
                  <a:pt x="971902" y="310032"/>
                </a:cubicBezTo>
                <a:cubicBezTo>
                  <a:pt x="971902" y="310032"/>
                  <a:pt x="971902" y="310032"/>
                  <a:pt x="971902" y="310032"/>
                </a:cubicBezTo>
                <a:cubicBezTo>
                  <a:pt x="943327" y="304317"/>
                  <a:pt x="912847" y="303365"/>
                  <a:pt x="873794" y="285267"/>
                </a:cubicBezTo>
                <a:cubicBezTo>
                  <a:pt x="915704" y="289077"/>
                  <a:pt x="948089" y="290030"/>
                  <a:pt x="978569" y="297650"/>
                </a:cubicBezTo>
                <a:cubicBezTo>
                  <a:pt x="981427" y="297650"/>
                  <a:pt x="985237" y="299555"/>
                  <a:pt x="989047" y="300507"/>
                </a:cubicBezTo>
                <a:cubicBezTo>
                  <a:pt x="1100489" y="312890"/>
                  <a:pt x="1209074" y="335750"/>
                  <a:pt x="1313849" y="376707"/>
                </a:cubicBezTo>
                <a:cubicBezTo>
                  <a:pt x="1199549" y="354800"/>
                  <a:pt x="1086202" y="331940"/>
                  <a:pt x="971902" y="3100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xmlns="" id="{BF93AB2B-93F5-40CF-89E2-844D4555512E}"/>
              </a:ext>
            </a:extLst>
          </p:cNvPr>
          <p:cNvSpPr/>
          <p:nvPr/>
        </p:nvSpPr>
        <p:spPr>
          <a:xfrm rot="589284">
            <a:off x="5066588" y="1848234"/>
            <a:ext cx="263571" cy="465310"/>
          </a:xfrm>
          <a:custGeom>
            <a:avLst/>
            <a:gdLst>
              <a:gd name="connsiteX0" fmla="*/ 424352 w 1005886"/>
              <a:gd name="connsiteY0" fmla="*/ 1757546 h 1775797"/>
              <a:gd name="connsiteX1" fmla="*/ 419512 w 1005886"/>
              <a:gd name="connsiteY1" fmla="*/ 1760644 h 1775797"/>
              <a:gd name="connsiteX2" fmla="*/ 424545 w 1005886"/>
              <a:gd name="connsiteY2" fmla="*/ 1763160 h 1775797"/>
              <a:gd name="connsiteX3" fmla="*/ 474870 w 1005886"/>
              <a:gd name="connsiteY3" fmla="*/ 1761771 h 1775797"/>
              <a:gd name="connsiteX4" fmla="*/ 448357 w 1005886"/>
              <a:gd name="connsiteY4" fmla="*/ 1760450 h 1775797"/>
              <a:gd name="connsiteX5" fmla="*/ 443324 w 1005886"/>
              <a:gd name="connsiteY5" fmla="*/ 1757739 h 1775797"/>
              <a:gd name="connsiteX6" fmla="*/ 448357 w 1005886"/>
              <a:gd name="connsiteY6" fmla="*/ 1755029 h 1775797"/>
              <a:gd name="connsiteX7" fmla="*/ 485719 w 1005886"/>
              <a:gd name="connsiteY7" fmla="*/ 1755223 h 1775797"/>
              <a:gd name="connsiteX8" fmla="*/ 506047 w 1005886"/>
              <a:gd name="connsiteY8" fmla="*/ 1757546 h 1775797"/>
              <a:gd name="connsiteX9" fmla="*/ 510886 w 1005886"/>
              <a:gd name="connsiteY9" fmla="*/ 1760256 h 1775797"/>
              <a:gd name="connsiteX10" fmla="*/ 508263 w 1005886"/>
              <a:gd name="connsiteY10" fmla="*/ 1760849 h 1775797"/>
              <a:gd name="connsiteX11" fmla="*/ 522693 w 1005886"/>
              <a:gd name="connsiteY11" fmla="*/ 1760450 h 1775797"/>
              <a:gd name="connsiteX12" fmla="*/ 528501 w 1005886"/>
              <a:gd name="connsiteY12" fmla="*/ 1757740 h 1775797"/>
              <a:gd name="connsiteX13" fmla="*/ 522305 w 1005886"/>
              <a:gd name="connsiteY13" fmla="*/ 1754449 h 1775797"/>
              <a:gd name="connsiteX14" fmla="*/ 464811 w 1005886"/>
              <a:gd name="connsiteY14" fmla="*/ 1752513 h 1775797"/>
              <a:gd name="connsiteX15" fmla="*/ 424352 w 1005886"/>
              <a:gd name="connsiteY15" fmla="*/ 1757546 h 1775797"/>
              <a:gd name="connsiteX16" fmla="*/ 395314 w 1005886"/>
              <a:gd name="connsiteY16" fmla="*/ 1750383 h 1775797"/>
              <a:gd name="connsiteX17" fmla="*/ 480685 w 1005886"/>
              <a:gd name="connsiteY17" fmla="*/ 1744963 h 1775797"/>
              <a:gd name="connsiteX18" fmla="*/ 498301 w 1005886"/>
              <a:gd name="connsiteY18" fmla="*/ 1746125 h 1775797"/>
              <a:gd name="connsiteX19" fmla="*/ 493462 w 1005886"/>
              <a:gd name="connsiteY19" fmla="*/ 1747480 h 1775797"/>
              <a:gd name="connsiteX20" fmla="*/ 445703 w 1005886"/>
              <a:gd name="connsiteY20" fmla="*/ 1748825 h 1775797"/>
              <a:gd name="connsiteX21" fmla="*/ 436547 w 1005886"/>
              <a:gd name="connsiteY21" fmla="*/ 1748254 h 1775797"/>
              <a:gd name="connsiteX22" fmla="*/ 432648 w 1005886"/>
              <a:gd name="connsiteY22" fmla="*/ 1749193 h 1775797"/>
              <a:gd name="connsiteX23" fmla="*/ 410994 w 1005886"/>
              <a:gd name="connsiteY23" fmla="*/ 1749803 h 1775797"/>
              <a:gd name="connsiteX24" fmla="*/ 389313 w 1005886"/>
              <a:gd name="connsiteY24" fmla="*/ 1757933 h 1775797"/>
              <a:gd name="connsiteX25" fmla="*/ 385440 w 1005886"/>
              <a:gd name="connsiteY25" fmla="*/ 1762386 h 1775797"/>
              <a:gd name="connsiteX26" fmla="*/ 390087 w 1005886"/>
              <a:gd name="connsiteY26" fmla="*/ 1765096 h 1775797"/>
              <a:gd name="connsiteX27" fmla="*/ 416608 w 1005886"/>
              <a:gd name="connsiteY27" fmla="*/ 1767613 h 1775797"/>
              <a:gd name="connsiteX28" fmla="*/ 406348 w 1005886"/>
              <a:gd name="connsiteY28" fmla="*/ 1763547 h 1775797"/>
              <a:gd name="connsiteX29" fmla="*/ 401702 w 1005886"/>
              <a:gd name="connsiteY29" fmla="*/ 1759869 h 1775797"/>
              <a:gd name="connsiteX30" fmla="*/ 405187 w 1005886"/>
              <a:gd name="connsiteY30" fmla="*/ 1755804 h 1775797"/>
              <a:gd name="connsiteX31" fmla="*/ 432648 w 1005886"/>
              <a:gd name="connsiteY31" fmla="*/ 1749193 h 1775797"/>
              <a:gd name="connsiteX32" fmla="*/ 445703 w 1005886"/>
              <a:gd name="connsiteY32" fmla="*/ 1748825 h 1775797"/>
              <a:gd name="connsiteX33" fmla="*/ 526565 w 1005886"/>
              <a:gd name="connsiteY33" fmla="*/ 1753869 h 1775797"/>
              <a:gd name="connsiteX34" fmla="*/ 541471 w 1005886"/>
              <a:gd name="connsiteY34" fmla="*/ 1757933 h 1775797"/>
              <a:gd name="connsiteX35" fmla="*/ 545149 w 1005886"/>
              <a:gd name="connsiteY35" fmla="*/ 1761612 h 1775797"/>
              <a:gd name="connsiteX36" fmla="*/ 541084 w 1005886"/>
              <a:gd name="connsiteY36" fmla="*/ 1764903 h 1775797"/>
              <a:gd name="connsiteX37" fmla="*/ 508949 w 1005886"/>
              <a:gd name="connsiteY37" fmla="*/ 1769162 h 1775797"/>
              <a:gd name="connsiteX38" fmla="*/ 453196 w 1005886"/>
              <a:gd name="connsiteY38" fmla="*/ 1769162 h 1775797"/>
              <a:gd name="connsiteX39" fmla="*/ 446227 w 1005886"/>
              <a:gd name="connsiteY39" fmla="*/ 1769162 h 1775797"/>
              <a:gd name="connsiteX40" fmla="*/ 503722 w 1005886"/>
              <a:gd name="connsiteY40" fmla="*/ 1771097 h 1775797"/>
              <a:gd name="connsiteX41" fmla="*/ 551537 w 1005886"/>
              <a:gd name="connsiteY41" fmla="*/ 1766452 h 1775797"/>
              <a:gd name="connsiteX42" fmla="*/ 552312 w 1005886"/>
              <a:gd name="connsiteY42" fmla="*/ 1766257 h 1775797"/>
              <a:gd name="connsiteX43" fmla="*/ 560056 w 1005886"/>
              <a:gd name="connsiteY43" fmla="*/ 1762773 h 1775797"/>
              <a:gd name="connsiteX44" fmla="*/ 552506 w 1005886"/>
              <a:gd name="connsiteY44" fmla="*/ 1757740 h 1775797"/>
              <a:gd name="connsiteX45" fmla="*/ 514756 w 1005886"/>
              <a:gd name="connsiteY45" fmla="*/ 1749222 h 1775797"/>
              <a:gd name="connsiteX46" fmla="*/ 507013 w 1005886"/>
              <a:gd name="connsiteY46" fmla="*/ 1747867 h 1775797"/>
              <a:gd name="connsiteX47" fmla="*/ 512627 w 1005886"/>
              <a:gd name="connsiteY47" fmla="*/ 1746512 h 1775797"/>
              <a:gd name="connsiteX48" fmla="*/ 563153 w 1005886"/>
              <a:gd name="connsiteY48" fmla="*/ 1755998 h 1775797"/>
              <a:gd name="connsiteX49" fmla="*/ 569734 w 1005886"/>
              <a:gd name="connsiteY49" fmla="*/ 1758320 h 1775797"/>
              <a:gd name="connsiteX50" fmla="*/ 573994 w 1005886"/>
              <a:gd name="connsiteY50" fmla="*/ 1763354 h 1775797"/>
              <a:gd name="connsiteX51" fmla="*/ 570121 w 1005886"/>
              <a:gd name="connsiteY51" fmla="*/ 1767032 h 1775797"/>
              <a:gd name="connsiteX52" fmla="*/ 544569 w 1005886"/>
              <a:gd name="connsiteY52" fmla="*/ 1772453 h 1775797"/>
              <a:gd name="connsiteX53" fmla="*/ 456487 w 1005886"/>
              <a:gd name="connsiteY53" fmla="*/ 1775163 h 1775797"/>
              <a:gd name="connsiteX54" fmla="*/ 379827 w 1005886"/>
              <a:gd name="connsiteY54" fmla="*/ 1768387 h 1775797"/>
              <a:gd name="connsiteX55" fmla="*/ 374406 w 1005886"/>
              <a:gd name="connsiteY55" fmla="*/ 1767032 h 1775797"/>
              <a:gd name="connsiteX56" fmla="*/ 373439 w 1005886"/>
              <a:gd name="connsiteY56" fmla="*/ 1760063 h 1775797"/>
              <a:gd name="connsiteX57" fmla="*/ 395314 w 1005886"/>
              <a:gd name="connsiteY57" fmla="*/ 1750383 h 1775797"/>
              <a:gd name="connsiteX58" fmla="*/ 91771 w 1005886"/>
              <a:gd name="connsiteY58" fmla="*/ 1649138 h 1775797"/>
              <a:gd name="connsiteX59" fmla="*/ 92933 w 1005886"/>
              <a:gd name="connsiteY59" fmla="*/ 1650300 h 1775797"/>
              <a:gd name="connsiteX60" fmla="*/ 97191 w 1005886"/>
              <a:gd name="connsiteY60" fmla="*/ 1653784 h 1775797"/>
              <a:gd name="connsiteX61" fmla="*/ 101064 w 1005886"/>
              <a:gd name="connsiteY61" fmla="*/ 1657075 h 1775797"/>
              <a:gd name="connsiteX62" fmla="*/ 174820 w 1005886"/>
              <a:gd name="connsiteY62" fmla="*/ 1702374 h 1775797"/>
              <a:gd name="connsiteX63" fmla="*/ 218183 w 1005886"/>
              <a:gd name="connsiteY63" fmla="*/ 1720765 h 1775797"/>
              <a:gd name="connsiteX64" fmla="*/ 223023 w 1005886"/>
              <a:gd name="connsiteY64" fmla="*/ 1722894 h 1775797"/>
              <a:gd name="connsiteX65" fmla="*/ 315556 w 1005886"/>
              <a:gd name="connsiteY65" fmla="*/ 1756966 h 1775797"/>
              <a:gd name="connsiteX66" fmla="*/ 344789 w 1005886"/>
              <a:gd name="connsiteY66" fmla="*/ 1763548 h 1775797"/>
              <a:gd name="connsiteX67" fmla="*/ 334335 w 1005886"/>
              <a:gd name="connsiteY67" fmla="*/ 1759869 h 1775797"/>
              <a:gd name="connsiteX68" fmla="*/ 244511 w 1005886"/>
              <a:gd name="connsiteY68" fmla="*/ 1728315 h 1775797"/>
              <a:gd name="connsiteX69" fmla="*/ 177336 w 1005886"/>
              <a:gd name="connsiteY69" fmla="*/ 1701600 h 1775797"/>
              <a:gd name="connsiteX70" fmla="*/ 91771 w 1005886"/>
              <a:gd name="connsiteY70" fmla="*/ 1649138 h 1775797"/>
              <a:gd name="connsiteX71" fmla="*/ 368639 w 1005886"/>
              <a:gd name="connsiteY71" fmla="*/ 1066533 h 1775797"/>
              <a:gd name="connsiteX72" fmla="*/ 358146 w 1005886"/>
              <a:gd name="connsiteY72" fmla="*/ 1075103 h 1775797"/>
              <a:gd name="connsiteX73" fmla="*/ 358146 w 1005886"/>
              <a:gd name="connsiteY73" fmla="*/ 1075928 h 1775797"/>
              <a:gd name="connsiteX74" fmla="*/ 356984 w 1005886"/>
              <a:gd name="connsiteY74" fmla="*/ 1085995 h 1775797"/>
              <a:gd name="connsiteX75" fmla="*/ 354681 w 1005886"/>
              <a:gd name="connsiteY75" fmla="*/ 1089641 h 1775797"/>
              <a:gd name="connsiteX76" fmla="*/ 354506 w 1005886"/>
              <a:gd name="connsiteY76" fmla="*/ 1089810 h 1775797"/>
              <a:gd name="connsiteX77" fmla="*/ 345757 w 1005886"/>
              <a:gd name="connsiteY77" fmla="*/ 1097609 h 1775797"/>
              <a:gd name="connsiteX78" fmla="*/ 340339 w 1005886"/>
              <a:gd name="connsiteY78" fmla="*/ 1103538 h 1775797"/>
              <a:gd name="connsiteX79" fmla="*/ 292714 w 1005886"/>
              <a:gd name="connsiteY79" fmla="*/ 1149685 h 1775797"/>
              <a:gd name="connsiteX80" fmla="*/ 335496 w 1005886"/>
              <a:gd name="connsiteY80" fmla="*/ 1108838 h 1775797"/>
              <a:gd name="connsiteX81" fmla="*/ 340339 w 1005886"/>
              <a:gd name="connsiteY81" fmla="*/ 1103538 h 1775797"/>
              <a:gd name="connsiteX82" fmla="*/ 354506 w 1005886"/>
              <a:gd name="connsiteY82" fmla="*/ 1089810 h 1775797"/>
              <a:gd name="connsiteX83" fmla="*/ 354661 w 1005886"/>
              <a:gd name="connsiteY83" fmla="*/ 1089672 h 1775797"/>
              <a:gd name="connsiteX84" fmla="*/ 354681 w 1005886"/>
              <a:gd name="connsiteY84" fmla="*/ 1089641 h 1775797"/>
              <a:gd name="connsiteX85" fmla="*/ 355048 w 1005886"/>
              <a:gd name="connsiteY85" fmla="*/ 1089285 h 1775797"/>
              <a:gd name="connsiteX86" fmla="*/ 439009 w 1005886"/>
              <a:gd name="connsiteY86" fmla="*/ 994941 h 1775797"/>
              <a:gd name="connsiteX87" fmla="*/ 439525 w 1005886"/>
              <a:gd name="connsiteY87" fmla="*/ 995542 h 1775797"/>
              <a:gd name="connsiteX88" fmla="*/ 440017 w 1005886"/>
              <a:gd name="connsiteY88" fmla="*/ 995730 h 1775797"/>
              <a:gd name="connsiteX89" fmla="*/ 560251 w 1005886"/>
              <a:gd name="connsiteY89" fmla="*/ 960094 h 1775797"/>
              <a:gd name="connsiteX90" fmla="*/ 566925 w 1005886"/>
              <a:gd name="connsiteY90" fmla="*/ 972143 h 1775797"/>
              <a:gd name="connsiteX91" fmla="*/ 562380 w 1005886"/>
              <a:gd name="connsiteY91" fmla="*/ 960938 h 1775797"/>
              <a:gd name="connsiteX92" fmla="*/ 403869 w 1005886"/>
              <a:gd name="connsiteY92" fmla="*/ 973379 h 1775797"/>
              <a:gd name="connsiteX93" fmla="*/ 403445 w 1005886"/>
              <a:gd name="connsiteY93" fmla="*/ 973521 h 1775797"/>
              <a:gd name="connsiteX94" fmla="*/ 399187 w 1005886"/>
              <a:gd name="connsiteY94" fmla="*/ 978747 h 1775797"/>
              <a:gd name="connsiteX95" fmla="*/ 390281 w 1005886"/>
              <a:gd name="connsiteY95" fmla="*/ 1006237 h 1775797"/>
              <a:gd name="connsiteX96" fmla="*/ 376343 w 1005886"/>
              <a:gd name="connsiteY96" fmla="*/ 1045341 h 1775797"/>
              <a:gd name="connsiteX97" fmla="*/ 374213 w 1005886"/>
              <a:gd name="connsiteY97" fmla="*/ 1055601 h 1775797"/>
              <a:gd name="connsiteX98" fmla="*/ 369810 w 1005886"/>
              <a:gd name="connsiteY98" fmla="*/ 1064572 h 1775797"/>
              <a:gd name="connsiteX99" fmla="*/ 376512 w 1005886"/>
              <a:gd name="connsiteY99" fmla="*/ 1053351 h 1775797"/>
              <a:gd name="connsiteX100" fmla="*/ 391443 w 1005886"/>
              <a:gd name="connsiteY100" fmla="*/ 1014368 h 1775797"/>
              <a:gd name="connsiteX101" fmla="*/ 415061 w 1005886"/>
              <a:gd name="connsiteY101" fmla="*/ 970230 h 1775797"/>
              <a:gd name="connsiteX102" fmla="*/ 413688 w 1005886"/>
              <a:gd name="connsiteY102" fmla="*/ 970582 h 1775797"/>
              <a:gd name="connsiteX103" fmla="*/ 415190 w 1005886"/>
              <a:gd name="connsiteY103" fmla="*/ 970420 h 1775797"/>
              <a:gd name="connsiteX104" fmla="*/ 287874 w 1005886"/>
              <a:gd name="connsiteY104" fmla="*/ 3461 h 1775797"/>
              <a:gd name="connsiteX105" fmla="*/ 293488 w 1005886"/>
              <a:gd name="connsiteY105" fmla="*/ 3074 h 1775797"/>
              <a:gd name="connsiteX106" fmla="*/ 297747 w 1005886"/>
              <a:gd name="connsiteY106" fmla="*/ 15850 h 1775797"/>
              <a:gd name="connsiteX107" fmla="*/ 404994 w 1005886"/>
              <a:gd name="connsiteY107" fmla="*/ 403604 h 1775797"/>
              <a:gd name="connsiteX108" fmla="*/ 449132 w 1005886"/>
              <a:gd name="connsiteY108" fmla="*/ 619259 h 1775797"/>
              <a:gd name="connsiteX109" fmla="*/ 474104 w 1005886"/>
              <a:gd name="connsiteY109" fmla="*/ 790389 h 1775797"/>
              <a:gd name="connsiteX110" fmla="*/ 474685 w 1005886"/>
              <a:gd name="connsiteY110" fmla="*/ 798133 h 1775797"/>
              <a:gd name="connsiteX111" fmla="*/ 475072 w 1005886"/>
              <a:gd name="connsiteY111" fmla="*/ 798713 h 1775797"/>
              <a:gd name="connsiteX112" fmla="*/ 475847 w 1005886"/>
              <a:gd name="connsiteY112" fmla="*/ 799294 h 1775797"/>
              <a:gd name="connsiteX113" fmla="*/ 476040 w 1005886"/>
              <a:gd name="connsiteY113" fmla="*/ 782646 h 1775797"/>
              <a:gd name="connsiteX114" fmla="*/ 469071 w 1005886"/>
              <a:gd name="connsiteY114" fmla="*/ 574928 h 1775797"/>
              <a:gd name="connsiteX115" fmla="*/ 468877 w 1005886"/>
              <a:gd name="connsiteY115" fmla="*/ 418703 h 1775797"/>
              <a:gd name="connsiteX116" fmla="*/ 495592 w 1005886"/>
              <a:gd name="connsiteY116" fmla="*/ 269061 h 1775797"/>
              <a:gd name="connsiteX117" fmla="*/ 497141 w 1005886"/>
              <a:gd name="connsiteY117" fmla="*/ 265189 h 1775797"/>
              <a:gd name="connsiteX118" fmla="*/ 503529 w 1005886"/>
              <a:gd name="connsiteY118" fmla="*/ 246605 h 1775797"/>
              <a:gd name="connsiteX119" fmla="*/ 507595 w 1005886"/>
              <a:gd name="connsiteY119" fmla="*/ 242733 h 1775797"/>
              <a:gd name="connsiteX120" fmla="*/ 508949 w 1005886"/>
              <a:gd name="connsiteY120" fmla="*/ 247960 h 1775797"/>
              <a:gd name="connsiteX121" fmla="*/ 496754 w 1005886"/>
              <a:gd name="connsiteY121" fmla="*/ 328879 h 1775797"/>
              <a:gd name="connsiteX122" fmla="*/ 490752 w 1005886"/>
              <a:gd name="connsiteY122" fmla="*/ 440966 h 1775797"/>
              <a:gd name="connsiteX123" fmla="*/ 497335 w 1005886"/>
              <a:gd name="connsiteY123" fmla="*/ 634552 h 1775797"/>
              <a:gd name="connsiteX124" fmla="*/ 507788 w 1005886"/>
              <a:gd name="connsiteY124" fmla="*/ 752833 h 1775797"/>
              <a:gd name="connsiteX125" fmla="*/ 509724 w 1005886"/>
              <a:gd name="connsiteY125" fmla="*/ 824848 h 1775797"/>
              <a:gd name="connsiteX126" fmla="*/ 510111 w 1005886"/>
              <a:gd name="connsiteY126" fmla="*/ 829687 h 1775797"/>
              <a:gd name="connsiteX127" fmla="*/ 526373 w 1005886"/>
              <a:gd name="connsiteY127" fmla="*/ 756898 h 1775797"/>
              <a:gd name="connsiteX128" fmla="*/ 542053 w 1005886"/>
              <a:gd name="connsiteY128" fmla="*/ 683723 h 1775797"/>
              <a:gd name="connsiteX129" fmla="*/ 638265 w 1005886"/>
              <a:gd name="connsiteY129" fmla="*/ 331976 h 1775797"/>
              <a:gd name="connsiteX130" fmla="*/ 756933 w 1005886"/>
              <a:gd name="connsiteY130" fmla="*/ 46050 h 1775797"/>
              <a:gd name="connsiteX131" fmla="*/ 761579 w 1005886"/>
              <a:gd name="connsiteY131" fmla="*/ 37338 h 1775797"/>
              <a:gd name="connsiteX132" fmla="*/ 767000 w 1005886"/>
              <a:gd name="connsiteY132" fmla="*/ 25916 h 1775797"/>
              <a:gd name="connsiteX133" fmla="*/ 770678 w 1005886"/>
              <a:gd name="connsiteY133" fmla="*/ 23788 h 1775797"/>
              <a:gd name="connsiteX134" fmla="*/ 772033 w 1005886"/>
              <a:gd name="connsiteY134" fmla="*/ 28433 h 1775797"/>
              <a:gd name="connsiteX135" fmla="*/ 766613 w 1005886"/>
              <a:gd name="connsiteY135" fmla="*/ 42177 h 1775797"/>
              <a:gd name="connsiteX136" fmla="*/ 647751 w 1005886"/>
              <a:gd name="connsiteY136" fmla="*/ 402635 h 1775797"/>
              <a:gd name="connsiteX137" fmla="*/ 605937 w 1005886"/>
              <a:gd name="connsiteY137" fmla="*/ 602223 h 1775797"/>
              <a:gd name="connsiteX138" fmla="*/ 571865 w 1005886"/>
              <a:gd name="connsiteY138" fmla="*/ 828332 h 1775797"/>
              <a:gd name="connsiteX139" fmla="*/ 560638 w 1005886"/>
              <a:gd name="connsiteY139" fmla="*/ 894345 h 1775797"/>
              <a:gd name="connsiteX140" fmla="*/ 560566 w 1005886"/>
              <a:gd name="connsiteY140" fmla="*/ 894299 h 1775797"/>
              <a:gd name="connsiteX141" fmla="*/ 560637 w 1005886"/>
              <a:gd name="connsiteY141" fmla="*/ 894538 h 1775797"/>
              <a:gd name="connsiteX142" fmla="*/ 549603 w 1005886"/>
              <a:gd name="connsiteY142" fmla="*/ 945451 h 1775797"/>
              <a:gd name="connsiteX143" fmla="*/ 555217 w 1005886"/>
              <a:gd name="connsiteY143" fmla="*/ 951645 h 1775797"/>
              <a:gd name="connsiteX144" fmla="*/ 566251 w 1005886"/>
              <a:gd name="connsiteY144" fmla="*/ 956292 h 1775797"/>
              <a:gd name="connsiteX145" fmla="*/ 579996 w 1005886"/>
              <a:gd name="connsiteY145" fmla="*/ 980683 h 1775797"/>
              <a:gd name="connsiteX146" fmla="*/ 591805 w 1005886"/>
              <a:gd name="connsiteY146" fmla="*/ 1020369 h 1775797"/>
              <a:gd name="connsiteX147" fmla="*/ 592192 w 1005886"/>
              <a:gd name="connsiteY147" fmla="*/ 1024435 h 1775797"/>
              <a:gd name="connsiteX148" fmla="*/ 584835 w 1005886"/>
              <a:gd name="connsiteY148" fmla="*/ 1016304 h 1775797"/>
              <a:gd name="connsiteX149" fmla="*/ 580328 w 1005886"/>
              <a:gd name="connsiteY149" fmla="*/ 1005189 h 1775797"/>
              <a:gd name="connsiteX150" fmla="*/ 581158 w 1005886"/>
              <a:gd name="connsiteY150" fmla="*/ 1007592 h 1775797"/>
              <a:gd name="connsiteX151" fmla="*/ 618907 w 1005886"/>
              <a:gd name="connsiteY151" fmla="*/ 1088705 h 1775797"/>
              <a:gd name="connsiteX152" fmla="*/ 629167 w 1005886"/>
              <a:gd name="connsiteY152" fmla="*/ 1099352 h 1775797"/>
              <a:gd name="connsiteX153" fmla="*/ 653365 w 1005886"/>
              <a:gd name="connsiteY153" fmla="*/ 1119679 h 1775797"/>
              <a:gd name="connsiteX154" fmla="*/ 680661 w 1005886"/>
              <a:gd name="connsiteY154" fmla="*/ 1136521 h 1775797"/>
              <a:gd name="connsiteX155" fmla="*/ 746674 w 1005886"/>
              <a:gd name="connsiteY155" fmla="*/ 1157428 h 1775797"/>
              <a:gd name="connsiteX156" fmla="*/ 869408 w 1005886"/>
              <a:gd name="connsiteY156" fmla="*/ 1212601 h 1775797"/>
              <a:gd name="connsiteX157" fmla="*/ 873280 w 1005886"/>
              <a:gd name="connsiteY157" fmla="*/ 1215698 h 1775797"/>
              <a:gd name="connsiteX158" fmla="*/ 921289 w 1005886"/>
              <a:gd name="connsiteY158" fmla="*/ 1253834 h 1775797"/>
              <a:gd name="connsiteX159" fmla="*/ 1003370 w 1005886"/>
              <a:gd name="connsiteY159" fmla="*/ 1406768 h 1775797"/>
              <a:gd name="connsiteX160" fmla="*/ 1004919 w 1005886"/>
              <a:gd name="connsiteY160" fmla="*/ 1420706 h 1775797"/>
              <a:gd name="connsiteX161" fmla="*/ 1005886 w 1005886"/>
              <a:gd name="connsiteY161" fmla="*/ 1420706 h 1775797"/>
              <a:gd name="connsiteX162" fmla="*/ 1005886 w 1005886"/>
              <a:gd name="connsiteY162" fmla="*/ 1466005 h 1775797"/>
              <a:gd name="connsiteX163" fmla="*/ 1004724 w 1005886"/>
              <a:gd name="connsiteY163" fmla="*/ 1466198 h 1775797"/>
              <a:gd name="connsiteX164" fmla="*/ 994659 w 1005886"/>
              <a:gd name="connsiteY164" fmla="*/ 1519822 h 1775797"/>
              <a:gd name="connsiteX165" fmla="*/ 979365 w 1005886"/>
              <a:gd name="connsiteY165" fmla="*/ 1559701 h 1775797"/>
              <a:gd name="connsiteX166" fmla="*/ 956523 w 1005886"/>
              <a:gd name="connsiteY166" fmla="*/ 1597644 h 1775797"/>
              <a:gd name="connsiteX167" fmla="*/ 937163 w 1005886"/>
              <a:gd name="connsiteY167" fmla="*/ 1622423 h 1775797"/>
              <a:gd name="connsiteX168" fmla="*/ 917611 w 1005886"/>
              <a:gd name="connsiteY168" fmla="*/ 1641782 h 1775797"/>
              <a:gd name="connsiteX169" fmla="*/ 854502 w 1005886"/>
              <a:gd name="connsiteY169" fmla="*/ 1684952 h 1775797"/>
              <a:gd name="connsiteX170" fmla="*/ 786746 w 1005886"/>
              <a:gd name="connsiteY170" fmla="*/ 1716700 h 1775797"/>
              <a:gd name="connsiteX171" fmla="*/ 713571 w 1005886"/>
              <a:gd name="connsiteY171" fmla="*/ 1740317 h 1775797"/>
              <a:gd name="connsiteX172" fmla="*/ 663626 w 1005886"/>
              <a:gd name="connsiteY172" fmla="*/ 1753288 h 1775797"/>
              <a:gd name="connsiteX173" fmla="*/ 615616 w 1005886"/>
              <a:gd name="connsiteY173" fmla="*/ 1762579 h 1775797"/>
              <a:gd name="connsiteX174" fmla="*/ 595870 w 1005886"/>
              <a:gd name="connsiteY174" fmla="*/ 1763548 h 1775797"/>
              <a:gd name="connsiteX175" fmla="*/ 594515 w 1005886"/>
              <a:gd name="connsiteY175" fmla="*/ 1763160 h 1775797"/>
              <a:gd name="connsiteX176" fmla="*/ 587933 w 1005886"/>
              <a:gd name="connsiteY176" fmla="*/ 1760838 h 1775797"/>
              <a:gd name="connsiteX177" fmla="*/ 550764 w 1005886"/>
              <a:gd name="connsiteY177" fmla="*/ 1746318 h 1775797"/>
              <a:gd name="connsiteX178" fmla="*/ 490947 w 1005886"/>
              <a:gd name="connsiteY178" fmla="*/ 1737607 h 1775797"/>
              <a:gd name="connsiteX179" fmla="*/ 426482 w 1005886"/>
              <a:gd name="connsiteY179" fmla="*/ 1737994 h 1775797"/>
              <a:gd name="connsiteX180" fmla="*/ 398025 w 1005886"/>
              <a:gd name="connsiteY180" fmla="*/ 1742447 h 1775797"/>
              <a:gd name="connsiteX181" fmla="*/ 359501 w 1005886"/>
              <a:gd name="connsiteY181" fmla="*/ 1759095 h 1775797"/>
              <a:gd name="connsiteX182" fmla="*/ 350983 w 1005886"/>
              <a:gd name="connsiteY182" fmla="*/ 1763935 h 1775797"/>
              <a:gd name="connsiteX183" fmla="*/ 348273 w 1005886"/>
              <a:gd name="connsiteY183" fmla="*/ 1764129 h 1775797"/>
              <a:gd name="connsiteX184" fmla="*/ 339949 w 1005886"/>
              <a:gd name="connsiteY184" fmla="*/ 1766452 h 1775797"/>
              <a:gd name="connsiteX185" fmla="*/ 280324 w 1005886"/>
              <a:gd name="connsiteY185" fmla="*/ 1747674 h 1775797"/>
              <a:gd name="connsiteX186" fmla="*/ 223604 w 1005886"/>
              <a:gd name="connsiteY186" fmla="*/ 1726573 h 1775797"/>
              <a:gd name="connsiteX187" fmla="*/ 215086 w 1005886"/>
              <a:gd name="connsiteY187" fmla="*/ 1725217 h 1775797"/>
              <a:gd name="connsiteX188" fmla="*/ 115969 w 1005886"/>
              <a:gd name="connsiteY188" fmla="*/ 1674885 h 1775797"/>
              <a:gd name="connsiteX189" fmla="*/ 21887 w 1005886"/>
              <a:gd name="connsiteY189" fmla="*/ 1552345 h 1775797"/>
              <a:gd name="connsiteX190" fmla="*/ 19950 w 1005886"/>
              <a:gd name="connsiteY190" fmla="*/ 1547118 h 1775797"/>
              <a:gd name="connsiteX191" fmla="*/ 10271 w 1005886"/>
              <a:gd name="connsiteY191" fmla="*/ 1514209 h 1775797"/>
              <a:gd name="connsiteX192" fmla="*/ 399 w 1005886"/>
              <a:gd name="connsiteY192" fmla="*/ 1443936 h 1775797"/>
              <a:gd name="connsiteX193" fmla="*/ 2915 w 1005886"/>
              <a:gd name="connsiteY193" fmla="*/ 1422448 h 1775797"/>
              <a:gd name="connsiteX194" fmla="*/ 17627 w 1005886"/>
              <a:gd name="connsiteY194" fmla="*/ 1364759 h 1775797"/>
              <a:gd name="connsiteX195" fmla="*/ 45504 w 1005886"/>
              <a:gd name="connsiteY195" fmla="*/ 1313653 h 1775797"/>
              <a:gd name="connsiteX196" fmla="*/ 52473 w 1005886"/>
              <a:gd name="connsiteY196" fmla="*/ 1301650 h 1775797"/>
              <a:gd name="connsiteX197" fmla="*/ 132230 w 1005886"/>
              <a:gd name="connsiteY197" fmla="*/ 1240283 h 1775797"/>
              <a:gd name="connsiteX198" fmla="*/ 267160 w 1005886"/>
              <a:gd name="connsiteY198" fmla="*/ 1161881 h 1775797"/>
              <a:gd name="connsiteX199" fmla="*/ 354468 w 1005886"/>
              <a:gd name="connsiteY199" fmla="*/ 1077284 h 1775797"/>
              <a:gd name="connsiteX200" fmla="*/ 357658 w 1005886"/>
              <a:gd name="connsiteY200" fmla="*/ 1073589 h 1775797"/>
              <a:gd name="connsiteX201" fmla="*/ 357759 w 1005886"/>
              <a:gd name="connsiteY201" fmla="*/ 1072831 h 1775797"/>
              <a:gd name="connsiteX202" fmla="*/ 387958 w 1005886"/>
              <a:gd name="connsiteY202" fmla="*/ 994621 h 1775797"/>
              <a:gd name="connsiteX203" fmla="*/ 394734 w 1005886"/>
              <a:gd name="connsiteY203" fmla="*/ 974489 h 1775797"/>
              <a:gd name="connsiteX204" fmla="*/ 407317 w 1005886"/>
              <a:gd name="connsiteY204" fmla="*/ 961325 h 1775797"/>
              <a:gd name="connsiteX205" fmla="*/ 411382 w 1005886"/>
              <a:gd name="connsiteY205" fmla="*/ 946612 h 1775797"/>
              <a:gd name="connsiteX206" fmla="*/ 412108 w 1005886"/>
              <a:gd name="connsiteY206" fmla="*/ 946361 h 1775797"/>
              <a:gd name="connsiteX207" fmla="*/ 389289 w 1005886"/>
              <a:gd name="connsiteY207" fmla="*/ 827800 h 1775797"/>
              <a:gd name="connsiteX208" fmla="*/ 359888 w 1005886"/>
              <a:gd name="connsiteY208" fmla="*/ 710438 h 1775797"/>
              <a:gd name="connsiteX209" fmla="*/ 304909 w 1005886"/>
              <a:gd name="connsiteY209" fmla="*/ 574734 h 1775797"/>
              <a:gd name="connsiteX210" fmla="*/ 265999 w 1005886"/>
              <a:gd name="connsiteY210" fmla="*/ 518401 h 1775797"/>
              <a:gd name="connsiteX211" fmla="*/ 255545 w 1005886"/>
              <a:gd name="connsiteY211" fmla="*/ 504268 h 1775797"/>
              <a:gd name="connsiteX212" fmla="*/ 254384 w 1005886"/>
              <a:gd name="connsiteY212" fmla="*/ 496719 h 1775797"/>
              <a:gd name="connsiteX213" fmla="*/ 261933 w 1005886"/>
              <a:gd name="connsiteY213" fmla="*/ 498461 h 1775797"/>
              <a:gd name="connsiteX214" fmla="*/ 274710 w 1005886"/>
              <a:gd name="connsiteY214" fmla="*/ 508334 h 1775797"/>
              <a:gd name="connsiteX215" fmla="*/ 291940 w 1005886"/>
              <a:gd name="connsiteY215" fmla="*/ 524982 h 1775797"/>
              <a:gd name="connsiteX216" fmla="*/ 358533 w 1005886"/>
              <a:gd name="connsiteY216" fmla="*/ 614419 h 1775797"/>
              <a:gd name="connsiteX217" fmla="*/ 392217 w 1005886"/>
              <a:gd name="connsiteY217" fmla="*/ 682756 h 1775797"/>
              <a:gd name="connsiteX218" fmla="*/ 440808 w 1005886"/>
              <a:gd name="connsiteY218" fmla="*/ 828525 h 1775797"/>
              <a:gd name="connsiteX219" fmla="*/ 443323 w 1005886"/>
              <a:gd name="connsiteY219" fmla="*/ 832978 h 1775797"/>
              <a:gd name="connsiteX220" fmla="*/ 439839 w 1005886"/>
              <a:gd name="connsiteY220" fmla="*/ 806263 h 1775797"/>
              <a:gd name="connsiteX221" fmla="*/ 396476 w 1005886"/>
              <a:gd name="connsiteY221" fmla="*/ 545890 h 1775797"/>
              <a:gd name="connsiteX222" fmla="*/ 338981 w 1005886"/>
              <a:gd name="connsiteY222" fmla="*/ 260157 h 1775797"/>
              <a:gd name="connsiteX223" fmla="*/ 288455 w 1005886"/>
              <a:gd name="connsiteY223" fmla="*/ 10430 h 1775797"/>
              <a:gd name="connsiteX224" fmla="*/ 287874 w 1005886"/>
              <a:gd name="connsiteY224" fmla="*/ 3461 h 17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1005886" h="1775797">
                <a:moveTo>
                  <a:pt x="424352" y="1757546"/>
                </a:moveTo>
                <a:cubicBezTo>
                  <a:pt x="422416" y="1758127"/>
                  <a:pt x="419512" y="1758127"/>
                  <a:pt x="419512" y="1760644"/>
                </a:cubicBezTo>
                <a:cubicBezTo>
                  <a:pt x="419512" y="1763160"/>
                  <a:pt x="422609" y="1762773"/>
                  <a:pt x="424545" y="1763160"/>
                </a:cubicBezTo>
                <a:lnTo>
                  <a:pt x="474870" y="1761771"/>
                </a:lnTo>
                <a:lnTo>
                  <a:pt x="448357" y="1760450"/>
                </a:lnTo>
                <a:cubicBezTo>
                  <a:pt x="446421" y="1759869"/>
                  <a:pt x="443324" y="1760643"/>
                  <a:pt x="443324" y="1757739"/>
                </a:cubicBezTo>
                <a:cubicBezTo>
                  <a:pt x="443324" y="1755223"/>
                  <a:pt x="446421" y="1755029"/>
                  <a:pt x="448357" y="1755029"/>
                </a:cubicBezTo>
                <a:cubicBezTo>
                  <a:pt x="460747" y="1754448"/>
                  <a:pt x="473331" y="1754254"/>
                  <a:pt x="485719" y="1755223"/>
                </a:cubicBezTo>
                <a:cubicBezTo>
                  <a:pt x="492495" y="1755803"/>
                  <a:pt x="499271" y="1756771"/>
                  <a:pt x="506047" y="1757546"/>
                </a:cubicBezTo>
                <a:cubicBezTo>
                  <a:pt x="507789" y="1757739"/>
                  <a:pt x="509919" y="1757352"/>
                  <a:pt x="510886" y="1760256"/>
                </a:cubicBezTo>
                <a:lnTo>
                  <a:pt x="508263" y="1760849"/>
                </a:lnTo>
                <a:lnTo>
                  <a:pt x="522693" y="1760450"/>
                </a:lnTo>
                <a:cubicBezTo>
                  <a:pt x="524822" y="1759869"/>
                  <a:pt x="528501" y="1760450"/>
                  <a:pt x="528501" y="1757740"/>
                </a:cubicBezTo>
                <a:cubicBezTo>
                  <a:pt x="528501" y="1754449"/>
                  <a:pt x="524629" y="1755030"/>
                  <a:pt x="522305" y="1754449"/>
                </a:cubicBezTo>
                <a:cubicBezTo>
                  <a:pt x="503334" y="1750383"/>
                  <a:pt x="484169" y="1750965"/>
                  <a:pt x="464811" y="1752513"/>
                </a:cubicBezTo>
                <a:cubicBezTo>
                  <a:pt x="451260" y="1753675"/>
                  <a:pt x="437516" y="1753093"/>
                  <a:pt x="424352" y="1757546"/>
                </a:cubicBezTo>
                <a:close/>
                <a:moveTo>
                  <a:pt x="395314" y="1750383"/>
                </a:moveTo>
                <a:cubicBezTo>
                  <a:pt x="423384" y="1741866"/>
                  <a:pt x="452034" y="1742446"/>
                  <a:pt x="480685" y="1744963"/>
                </a:cubicBezTo>
                <a:cubicBezTo>
                  <a:pt x="486299" y="1745350"/>
                  <a:pt x="492106" y="1745738"/>
                  <a:pt x="498301" y="1746125"/>
                </a:cubicBezTo>
                <a:cubicBezTo>
                  <a:pt x="496559" y="1748835"/>
                  <a:pt x="495010" y="1747480"/>
                  <a:pt x="493462" y="1747480"/>
                </a:cubicBezTo>
                <a:lnTo>
                  <a:pt x="445703" y="1748825"/>
                </a:lnTo>
                <a:lnTo>
                  <a:pt x="436547" y="1748254"/>
                </a:lnTo>
                <a:lnTo>
                  <a:pt x="432648" y="1749193"/>
                </a:lnTo>
                <a:lnTo>
                  <a:pt x="410994" y="1749803"/>
                </a:lnTo>
                <a:cubicBezTo>
                  <a:pt x="403444" y="1751352"/>
                  <a:pt x="396088" y="1754062"/>
                  <a:pt x="389313" y="1757933"/>
                </a:cubicBezTo>
                <a:cubicBezTo>
                  <a:pt x="387570" y="1758902"/>
                  <a:pt x="384860" y="1759676"/>
                  <a:pt x="385440" y="1762386"/>
                </a:cubicBezTo>
                <a:cubicBezTo>
                  <a:pt x="385827" y="1764516"/>
                  <a:pt x="388344" y="1764516"/>
                  <a:pt x="390087" y="1765096"/>
                </a:cubicBezTo>
                <a:cubicBezTo>
                  <a:pt x="398798" y="1767613"/>
                  <a:pt x="407703" y="1766452"/>
                  <a:pt x="416608" y="1767613"/>
                </a:cubicBezTo>
                <a:cubicBezTo>
                  <a:pt x="413511" y="1764903"/>
                  <a:pt x="410026" y="1764322"/>
                  <a:pt x="406348" y="1763547"/>
                </a:cubicBezTo>
                <a:cubicBezTo>
                  <a:pt x="404218" y="1762967"/>
                  <a:pt x="401895" y="1762580"/>
                  <a:pt x="401702" y="1759869"/>
                </a:cubicBezTo>
                <a:cubicBezTo>
                  <a:pt x="401508" y="1757546"/>
                  <a:pt x="403638" y="1756772"/>
                  <a:pt x="405187" y="1755804"/>
                </a:cubicBezTo>
                <a:lnTo>
                  <a:pt x="432648" y="1749193"/>
                </a:lnTo>
                <a:lnTo>
                  <a:pt x="445703" y="1748825"/>
                </a:lnTo>
                <a:lnTo>
                  <a:pt x="526565" y="1753869"/>
                </a:lnTo>
                <a:cubicBezTo>
                  <a:pt x="531598" y="1754449"/>
                  <a:pt x="536438" y="1756385"/>
                  <a:pt x="541471" y="1757933"/>
                </a:cubicBezTo>
                <a:cubicBezTo>
                  <a:pt x="543213" y="1758514"/>
                  <a:pt x="545149" y="1759289"/>
                  <a:pt x="545149" y="1761612"/>
                </a:cubicBezTo>
                <a:cubicBezTo>
                  <a:pt x="545149" y="1763935"/>
                  <a:pt x="542826" y="1764516"/>
                  <a:pt x="541084" y="1764903"/>
                </a:cubicBezTo>
                <a:cubicBezTo>
                  <a:pt x="530631" y="1767613"/>
                  <a:pt x="519790" y="1768000"/>
                  <a:pt x="508949" y="1769162"/>
                </a:cubicBezTo>
                <a:cubicBezTo>
                  <a:pt x="490365" y="1771097"/>
                  <a:pt x="471780" y="1770130"/>
                  <a:pt x="453196" y="1769162"/>
                </a:cubicBezTo>
                <a:cubicBezTo>
                  <a:pt x="450873" y="1768969"/>
                  <a:pt x="448550" y="1769162"/>
                  <a:pt x="446227" y="1769162"/>
                </a:cubicBezTo>
                <a:cubicBezTo>
                  <a:pt x="465391" y="1771679"/>
                  <a:pt x="484556" y="1773033"/>
                  <a:pt x="503722" y="1771097"/>
                </a:cubicBezTo>
                <a:cubicBezTo>
                  <a:pt x="519790" y="1769356"/>
                  <a:pt x="535857" y="1769743"/>
                  <a:pt x="551537" y="1766452"/>
                </a:cubicBezTo>
                <a:cubicBezTo>
                  <a:pt x="551925" y="1766258"/>
                  <a:pt x="552119" y="1766257"/>
                  <a:pt x="552312" y="1766257"/>
                </a:cubicBezTo>
                <a:cubicBezTo>
                  <a:pt x="555216" y="1765483"/>
                  <a:pt x="559861" y="1766064"/>
                  <a:pt x="560056" y="1762773"/>
                </a:cubicBezTo>
                <a:cubicBezTo>
                  <a:pt x="560249" y="1759095"/>
                  <a:pt x="555409" y="1758902"/>
                  <a:pt x="552506" y="1757740"/>
                </a:cubicBezTo>
                <a:cubicBezTo>
                  <a:pt x="540503" y="1752900"/>
                  <a:pt x="527532" y="1751352"/>
                  <a:pt x="514756" y="1749222"/>
                </a:cubicBezTo>
                <a:cubicBezTo>
                  <a:pt x="512240" y="1748835"/>
                  <a:pt x="509723" y="1748255"/>
                  <a:pt x="507013" y="1747867"/>
                </a:cubicBezTo>
                <a:cubicBezTo>
                  <a:pt x="508755" y="1745156"/>
                  <a:pt x="510884" y="1746318"/>
                  <a:pt x="512627" y="1746512"/>
                </a:cubicBezTo>
                <a:cubicBezTo>
                  <a:pt x="529662" y="1748835"/>
                  <a:pt x="546698" y="1750771"/>
                  <a:pt x="563153" y="1755998"/>
                </a:cubicBezTo>
                <a:cubicBezTo>
                  <a:pt x="565282" y="1756772"/>
                  <a:pt x="567605" y="1757353"/>
                  <a:pt x="569734" y="1758320"/>
                </a:cubicBezTo>
                <a:cubicBezTo>
                  <a:pt x="571670" y="1759095"/>
                  <a:pt x="573994" y="1759869"/>
                  <a:pt x="573994" y="1763354"/>
                </a:cubicBezTo>
                <a:cubicBezTo>
                  <a:pt x="573800" y="1765483"/>
                  <a:pt x="571864" y="1766257"/>
                  <a:pt x="570121" y="1767032"/>
                </a:cubicBezTo>
                <a:cubicBezTo>
                  <a:pt x="561991" y="1770517"/>
                  <a:pt x="553280" y="1771485"/>
                  <a:pt x="544569" y="1772453"/>
                </a:cubicBezTo>
                <a:cubicBezTo>
                  <a:pt x="515337" y="1775744"/>
                  <a:pt x="485912" y="1776518"/>
                  <a:pt x="456487" y="1775163"/>
                </a:cubicBezTo>
                <a:cubicBezTo>
                  <a:pt x="430740" y="1774001"/>
                  <a:pt x="405187" y="1772259"/>
                  <a:pt x="379827" y="1768387"/>
                </a:cubicBezTo>
                <a:cubicBezTo>
                  <a:pt x="378085" y="1768000"/>
                  <a:pt x="376149" y="1767613"/>
                  <a:pt x="374406" y="1767032"/>
                </a:cubicBezTo>
                <a:cubicBezTo>
                  <a:pt x="369761" y="1765290"/>
                  <a:pt x="369566" y="1762967"/>
                  <a:pt x="373439" y="1760063"/>
                </a:cubicBezTo>
                <a:cubicBezTo>
                  <a:pt x="380020" y="1755223"/>
                  <a:pt x="387764" y="1752707"/>
                  <a:pt x="395314" y="1750383"/>
                </a:cubicBezTo>
                <a:close/>
                <a:moveTo>
                  <a:pt x="91771" y="1649138"/>
                </a:moveTo>
                <a:cubicBezTo>
                  <a:pt x="92158" y="1649526"/>
                  <a:pt x="92545" y="1649913"/>
                  <a:pt x="92933" y="1650300"/>
                </a:cubicBezTo>
                <a:cubicBezTo>
                  <a:pt x="94288" y="1651461"/>
                  <a:pt x="95837" y="1652623"/>
                  <a:pt x="97191" y="1653784"/>
                </a:cubicBezTo>
                <a:cubicBezTo>
                  <a:pt x="98547" y="1654946"/>
                  <a:pt x="99708" y="1655914"/>
                  <a:pt x="101064" y="1657075"/>
                </a:cubicBezTo>
                <a:cubicBezTo>
                  <a:pt x="123519" y="1675272"/>
                  <a:pt x="148298" y="1689985"/>
                  <a:pt x="174820" y="1702374"/>
                </a:cubicBezTo>
                <a:cubicBezTo>
                  <a:pt x="188952" y="1708956"/>
                  <a:pt x="203470" y="1715151"/>
                  <a:pt x="218183" y="1720765"/>
                </a:cubicBezTo>
                <a:cubicBezTo>
                  <a:pt x="219732" y="1721346"/>
                  <a:pt x="221861" y="1721540"/>
                  <a:pt x="223023" y="1722894"/>
                </a:cubicBezTo>
                <a:cubicBezTo>
                  <a:pt x="253609" y="1734897"/>
                  <a:pt x="284583" y="1745931"/>
                  <a:pt x="315556" y="1756966"/>
                </a:cubicBezTo>
                <a:cubicBezTo>
                  <a:pt x="324849" y="1760450"/>
                  <a:pt x="334335" y="1763548"/>
                  <a:pt x="344789" y="1763548"/>
                </a:cubicBezTo>
                <a:cubicBezTo>
                  <a:pt x="341110" y="1762773"/>
                  <a:pt x="337820" y="1761031"/>
                  <a:pt x="334335" y="1759869"/>
                </a:cubicBezTo>
                <a:cubicBezTo>
                  <a:pt x="304135" y="1750191"/>
                  <a:pt x="274323" y="1739155"/>
                  <a:pt x="244511" y="1728315"/>
                </a:cubicBezTo>
                <a:cubicBezTo>
                  <a:pt x="221861" y="1719990"/>
                  <a:pt x="199212" y="1711666"/>
                  <a:pt x="177336" y="1701600"/>
                </a:cubicBezTo>
                <a:cubicBezTo>
                  <a:pt x="146556" y="1687662"/>
                  <a:pt x="117325" y="1671207"/>
                  <a:pt x="91771" y="1649138"/>
                </a:cubicBezTo>
                <a:close/>
                <a:moveTo>
                  <a:pt x="368639" y="1066533"/>
                </a:moveTo>
                <a:lnTo>
                  <a:pt x="358146" y="1075103"/>
                </a:lnTo>
                <a:lnTo>
                  <a:pt x="358146" y="1075928"/>
                </a:lnTo>
                <a:cubicBezTo>
                  <a:pt x="360276" y="1079607"/>
                  <a:pt x="356597" y="1082510"/>
                  <a:pt x="356984" y="1085995"/>
                </a:cubicBezTo>
                <a:lnTo>
                  <a:pt x="354681" y="1089641"/>
                </a:lnTo>
                <a:lnTo>
                  <a:pt x="354506" y="1089810"/>
                </a:lnTo>
                <a:lnTo>
                  <a:pt x="345757" y="1097609"/>
                </a:lnTo>
                <a:lnTo>
                  <a:pt x="340339" y="1103538"/>
                </a:lnTo>
                <a:lnTo>
                  <a:pt x="292714" y="1149685"/>
                </a:lnTo>
                <a:cubicBezTo>
                  <a:pt x="308201" y="1137295"/>
                  <a:pt x="321945" y="1123163"/>
                  <a:pt x="335496" y="1108838"/>
                </a:cubicBezTo>
                <a:lnTo>
                  <a:pt x="340339" y="1103538"/>
                </a:lnTo>
                <a:lnTo>
                  <a:pt x="354506" y="1089810"/>
                </a:lnTo>
                <a:lnTo>
                  <a:pt x="354661" y="1089672"/>
                </a:lnTo>
                <a:lnTo>
                  <a:pt x="354681" y="1089641"/>
                </a:lnTo>
                <a:lnTo>
                  <a:pt x="355048" y="1089285"/>
                </a:lnTo>
                <a:close/>
                <a:moveTo>
                  <a:pt x="439009" y="994941"/>
                </a:moveTo>
                <a:lnTo>
                  <a:pt x="439525" y="995542"/>
                </a:lnTo>
                <a:lnTo>
                  <a:pt x="440017" y="995730"/>
                </a:lnTo>
                <a:close/>
                <a:moveTo>
                  <a:pt x="560251" y="960094"/>
                </a:moveTo>
                <a:lnTo>
                  <a:pt x="566925" y="972143"/>
                </a:lnTo>
                <a:lnTo>
                  <a:pt x="562380" y="960938"/>
                </a:lnTo>
                <a:close/>
                <a:moveTo>
                  <a:pt x="403869" y="973379"/>
                </a:moveTo>
                <a:lnTo>
                  <a:pt x="403445" y="973521"/>
                </a:lnTo>
                <a:cubicBezTo>
                  <a:pt x="400541" y="974102"/>
                  <a:pt x="400154" y="976619"/>
                  <a:pt x="399187" y="978747"/>
                </a:cubicBezTo>
                <a:cubicBezTo>
                  <a:pt x="395314" y="987653"/>
                  <a:pt x="392991" y="996945"/>
                  <a:pt x="390281" y="1006237"/>
                </a:cubicBezTo>
                <a:cubicBezTo>
                  <a:pt x="386603" y="1019595"/>
                  <a:pt x="381763" y="1032565"/>
                  <a:pt x="376343" y="1045341"/>
                </a:cubicBezTo>
                <a:cubicBezTo>
                  <a:pt x="374989" y="1048633"/>
                  <a:pt x="374020" y="1051923"/>
                  <a:pt x="374213" y="1055601"/>
                </a:cubicBezTo>
                <a:lnTo>
                  <a:pt x="369810" y="1064572"/>
                </a:lnTo>
                <a:lnTo>
                  <a:pt x="376512" y="1053351"/>
                </a:lnTo>
                <a:cubicBezTo>
                  <a:pt x="382344" y="1040792"/>
                  <a:pt x="387088" y="1027726"/>
                  <a:pt x="391443" y="1014368"/>
                </a:cubicBezTo>
                <a:close/>
                <a:moveTo>
                  <a:pt x="415061" y="970230"/>
                </a:moveTo>
                <a:lnTo>
                  <a:pt x="413688" y="970582"/>
                </a:lnTo>
                <a:lnTo>
                  <a:pt x="415190" y="970420"/>
                </a:lnTo>
                <a:close/>
                <a:moveTo>
                  <a:pt x="287874" y="3461"/>
                </a:moveTo>
                <a:cubicBezTo>
                  <a:pt x="289423" y="-1379"/>
                  <a:pt x="291746" y="-799"/>
                  <a:pt x="293488" y="3074"/>
                </a:cubicBezTo>
                <a:cubicBezTo>
                  <a:pt x="295231" y="7138"/>
                  <a:pt x="296585" y="11591"/>
                  <a:pt x="297747" y="15850"/>
                </a:cubicBezTo>
                <a:cubicBezTo>
                  <a:pt x="335109" y="144585"/>
                  <a:pt x="371697" y="273707"/>
                  <a:pt x="404994" y="403604"/>
                </a:cubicBezTo>
                <a:cubicBezTo>
                  <a:pt x="423191" y="474650"/>
                  <a:pt x="437129" y="546857"/>
                  <a:pt x="449132" y="619259"/>
                </a:cubicBezTo>
                <a:cubicBezTo>
                  <a:pt x="458617" y="676173"/>
                  <a:pt x="466747" y="733282"/>
                  <a:pt x="474104" y="790389"/>
                </a:cubicBezTo>
                <a:cubicBezTo>
                  <a:pt x="474491" y="792906"/>
                  <a:pt x="474491" y="795616"/>
                  <a:pt x="474685" y="798133"/>
                </a:cubicBezTo>
                <a:cubicBezTo>
                  <a:pt x="474878" y="798326"/>
                  <a:pt x="475072" y="798520"/>
                  <a:pt x="475072" y="798713"/>
                </a:cubicBezTo>
                <a:cubicBezTo>
                  <a:pt x="475265" y="799294"/>
                  <a:pt x="475847" y="799682"/>
                  <a:pt x="475847" y="799294"/>
                </a:cubicBezTo>
                <a:cubicBezTo>
                  <a:pt x="476814" y="793680"/>
                  <a:pt x="476814" y="788259"/>
                  <a:pt x="476040" y="782646"/>
                </a:cubicBezTo>
                <a:cubicBezTo>
                  <a:pt x="474491" y="713342"/>
                  <a:pt x="472168" y="644038"/>
                  <a:pt x="469071" y="574928"/>
                </a:cubicBezTo>
                <a:cubicBezTo>
                  <a:pt x="466747" y="522852"/>
                  <a:pt x="465586" y="470778"/>
                  <a:pt x="468877" y="418703"/>
                </a:cubicBezTo>
                <a:cubicBezTo>
                  <a:pt x="471974" y="367790"/>
                  <a:pt x="480105" y="317845"/>
                  <a:pt x="495592" y="269061"/>
                </a:cubicBezTo>
                <a:cubicBezTo>
                  <a:pt x="495979" y="267706"/>
                  <a:pt x="496560" y="266544"/>
                  <a:pt x="497141" y="265189"/>
                </a:cubicBezTo>
                <a:cubicBezTo>
                  <a:pt x="499271" y="258994"/>
                  <a:pt x="501399" y="252800"/>
                  <a:pt x="503529" y="246605"/>
                </a:cubicBezTo>
                <a:cubicBezTo>
                  <a:pt x="504304" y="244669"/>
                  <a:pt x="504690" y="241959"/>
                  <a:pt x="507595" y="242733"/>
                </a:cubicBezTo>
                <a:cubicBezTo>
                  <a:pt x="510692" y="243507"/>
                  <a:pt x="509336" y="246024"/>
                  <a:pt x="508949" y="247960"/>
                </a:cubicBezTo>
                <a:cubicBezTo>
                  <a:pt x="503723" y="274675"/>
                  <a:pt x="499464" y="301777"/>
                  <a:pt x="496754" y="328879"/>
                </a:cubicBezTo>
                <a:cubicBezTo>
                  <a:pt x="492882" y="366047"/>
                  <a:pt x="491333" y="403410"/>
                  <a:pt x="490752" y="440966"/>
                </a:cubicBezTo>
                <a:cubicBezTo>
                  <a:pt x="489785" y="505624"/>
                  <a:pt x="492688" y="570088"/>
                  <a:pt x="497335" y="634552"/>
                </a:cubicBezTo>
                <a:cubicBezTo>
                  <a:pt x="500238" y="674043"/>
                  <a:pt x="504691" y="713342"/>
                  <a:pt x="507788" y="752833"/>
                </a:cubicBezTo>
                <a:cubicBezTo>
                  <a:pt x="509530" y="776838"/>
                  <a:pt x="510305" y="800843"/>
                  <a:pt x="509724" y="824848"/>
                </a:cubicBezTo>
                <a:cubicBezTo>
                  <a:pt x="509723" y="826397"/>
                  <a:pt x="509724" y="827945"/>
                  <a:pt x="510111" y="829687"/>
                </a:cubicBezTo>
                <a:cubicBezTo>
                  <a:pt x="516112" y="805489"/>
                  <a:pt x="519790" y="780903"/>
                  <a:pt x="526373" y="756898"/>
                </a:cubicBezTo>
                <a:cubicBezTo>
                  <a:pt x="530437" y="732313"/>
                  <a:pt x="536633" y="708115"/>
                  <a:pt x="542053" y="683723"/>
                </a:cubicBezTo>
                <a:cubicBezTo>
                  <a:pt x="568962" y="565054"/>
                  <a:pt x="599548" y="447354"/>
                  <a:pt x="638265" y="331976"/>
                </a:cubicBezTo>
                <a:cubicBezTo>
                  <a:pt x="671175" y="234022"/>
                  <a:pt x="709699" y="138197"/>
                  <a:pt x="756933" y="46050"/>
                </a:cubicBezTo>
                <a:cubicBezTo>
                  <a:pt x="758482" y="43146"/>
                  <a:pt x="760030" y="40242"/>
                  <a:pt x="761579" y="37338"/>
                </a:cubicBezTo>
                <a:cubicBezTo>
                  <a:pt x="763322" y="33466"/>
                  <a:pt x="765065" y="29788"/>
                  <a:pt x="767000" y="25916"/>
                </a:cubicBezTo>
                <a:cubicBezTo>
                  <a:pt x="767774" y="24562"/>
                  <a:pt x="768549" y="22819"/>
                  <a:pt x="770678" y="23788"/>
                </a:cubicBezTo>
                <a:cubicBezTo>
                  <a:pt x="773001" y="24755"/>
                  <a:pt x="772614" y="26498"/>
                  <a:pt x="772033" y="28433"/>
                </a:cubicBezTo>
                <a:cubicBezTo>
                  <a:pt x="770097" y="32886"/>
                  <a:pt x="768355" y="37532"/>
                  <a:pt x="766613" y="42177"/>
                </a:cubicBezTo>
                <a:cubicBezTo>
                  <a:pt x="719959" y="160072"/>
                  <a:pt x="678918" y="279708"/>
                  <a:pt x="647751" y="402635"/>
                </a:cubicBezTo>
                <a:cubicBezTo>
                  <a:pt x="631102" y="468649"/>
                  <a:pt x="617164" y="535049"/>
                  <a:pt x="605937" y="602223"/>
                </a:cubicBezTo>
                <a:cubicBezTo>
                  <a:pt x="593353" y="677334"/>
                  <a:pt x="583674" y="753027"/>
                  <a:pt x="571865" y="828332"/>
                </a:cubicBezTo>
                <a:cubicBezTo>
                  <a:pt x="568380" y="850401"/>
                  <a:pt x="564315" y="872276"/>
                  <a:pt x="560638" y="894345"/>
                </a:cubicBezTo>
                <a:lnTo>
                  <a:pt x="560566" y="894299"/>
                </a:lnTo>
                <a:lnTo>
                  <a:pt x="560637" y="894538"/>
                </a:lnTo>
                <a:cubicBezTo>
                  <a:pt x="556959" y="911573"/>
                  <a:pt x="553475" y="928609"/>
                  <a:pt x="549603" y="945451"/>
                </a:cubicBezTo>
                <a:cubicBezTo>
                  <a:pt x="548442" y="950678"/>
                  <a:pt x="549022" y="953388"/>
                  <a:pt x="555217" y="951645"/>
                </a:cubicBezTo>
                <a:cubicBezTo>
                  <a:pt x="559863" y="950291"/>
                  <a:pt x="563347" y="952808"/>
                  <a:pt x="566251" y="956292"/>
                </a:cubicBezTo>
                <a:cubicBezTo>
                  <a:pt x="572446" y="963648"/>
                  <a:pt x="576898" y="971972"/>
                  <a:pt x="579996" y="980683"/>
                </a:cubicBezTo>
                <a:cubicBezTo>
                  <a:pt x="584642" y="993654"/>
                  <a:pt x="588901" y="1006818"/>
                  <a:pt x="591805" y="1020369"/>
                </a:cubicBezTo>
                <a:cubicBezTo>
                  <a:pt x="592772" y="1021724"/>
                  <a:pt x="592772" y="1023079"/>
                  <a:pt x="592192" y="1024435"/>
                </a:cubicBezTo>
                <a:cubicBezTo>
                  <a:pt x="586191" y="1024822"/>
                  <a:pt x="585610" y="1019788"/>
                  <a:pt x="584835" y="1016304"/>
                </a:cubicBezTo>
                <a:lnTo>
                  <a:pt x="580328" y="1005189"/>
                </a:lnTo>
                <a:lnTo>
                  <a:pt x="581158" y="1007592"/>
                </a:lnTo>
                <a:cubicBezTo>
                  <a:pt x="589676" y="1036630"/>
                  <a:pt x="599549" y="1064700"/>
                  <a:pt x="618907" y="1088705"/>
                </a:cubicBezTo>
                <a:cubicBezTo>
                  <a:pt x="622198" y="1092576"/>
                  <a:pt x="625877" y="1095674"/>
                  <a:pt x="629167" y="1099352"/>
                </a:cubicBezTo>
                <a:cubicBezTo>
                  <a:pt x="635749" y="1107870"/>
                  <a:pt x="645235" y="1113097"/>
                  <a:pt x="653365" y="1119679"/>
                </a:cubicBezTo>
                <a:cubicBezTo>
                  <a:pt x="661496" y="1127035"/>
                  <a:pt x="671950" y="1130326"/>
                  <a:pt x="680661" y="1136521"/>
                </a:cubicBezTo>
                <a:cubicBezTo>
                  <a:pt x="701955" y="1145813"/>
                  <a:pt x="724605" y="1150846"/>
                  <a:pt x="746674" y="1157428"/>
                </a:cubicBezTo>
                <a:cubicBezTo>
                  <a:pt x="790038" y="1170399"/>
                  <a:pt x="831078" y="1188596"/>
                  <a:pt x="869408" y="1212601"/>
                </a:cubicBezTo>
                <a:cubicBezTo>
                  <a:pt x="870763" y="1213568"/>
                  <a:pt x="871925" y="1214730"/>
                  <a:pt x="873280" y="1215698"/>
                </a:cubicBezTo>
                <a:cubicBezTo>
                  <a:pt x="890703" y="1226538"/>
                  <a:pt x="906771" y="1239122"/>
                  <a:pt x="921289" y="1253834"/>
                </a:cubicBezTo>
                <a:cubicBezTo>
                  <a:pt x="965814" y="1295649"/>
                  <a:pt x="994659" y="1345788"/>
                  <a:pt x="1003370" y="1406768"/>
                </a:cubicBezTo>
                <a:cubicBezTo>
                  <a:pt x="1004144" y="1411414"/>
                  <a:pt x="1004531" y="1416059"/>
                  <a:pt x="1004919" y="1420706"/>
                </a:cubicBezTo>
                <a:cubicBezTo>
                  <a:pt x="1005306" y="1420706"/>
                  <a:pt x="1005693" y="1420706"/>
                  <a:pt x="1005886" y="1420706"/>
                </a:cubicBezTo>
                <a:cubicBezTo>
                  <a:pt x="1005886" y="1435806"/>
                  <a:pt x="1005886" y="1450906"/>
                  <a:pt x="1005886" y="1466005"/>
                </a:cubicBezTo>
                <a:cubicBezTo>
                  <a:pt x="1005499" y="1466198"/>
                  <a:pt x="1005112" y="1466198"/>
                  <a:pt x="1004724" y="1466198"/>
                </a:cubicBezTo>
                <a:cubicBezTo>
                  <a:pt x="1003176" y="1484396"/>
                  <a:pt x="1001047" y="1502593"/>
                  <a:pt x="994659" y="1519822"/>
                </a:cubicBezTo>
                <a:cubicBezTo>
                  <a:pt x="990399" y="1533373"/>
                  <a:pt x="986722" y="1547311"/>
                  <a:pt x="979365" y="1559701"/>
                </a:cubicBezTo>
                <a:cubicBezTo>
                  <a:pt x="973751" y="1573446"/>
                  <a:pt x="964847" y="1585448"/>
                  <a:pt x="956523" y="1597644"/>
                </a:cubicBezTo>
                <a:cubicBezTo>
                  <a:pt x="952070" y="1607517"/>
                  <a:pt x="943939" y="1614486"/>
                  <a:pt x="937163" y="1622423"/>
                </a:cubicBezTo>
                <a:cubicBezTo>
                  <a:pt x="931356" y="1629586"/>
                  <a:pt x="923999" y="1635200"/>
                  <a:pt x="917611" y="1641782"/>
                </a:cubicBezTo>
                <a:cubicBezTo>
                  <a:pt x="898252" y="1658624"/>
                  <a:pt x="876377" y="1671788"/>
                  <a:pt x="854502" y="1684952"/>
                </a:cubicBezTo>
                <a:cubicBezTo>
                  <a:pt x="832627" y="1696760"/>
                  <a:pt x="810170" y="1707795"/>
                  <a:pt x="786746" y="1716700"/>
                </a:cubicBezTo>
                <a:cubicBezTo>
                  <a:pt x="762742" y="1725798"/>
                  <a:pt x="738543" y="1733928"/>
                  <a:pt x="713571" y="1740317"/>
                </a:cubicBezTo>
                <a:cubicBezTo>
                  <a:pt x="696923" y="1744576"/>
                  <a:pt x="680080" y="1748254"/>
                  <a:pt x="663626" y="1753288"/>
                </a:cubicBezTo>
                <a:cubicBezTo>
                  <a:pt x="647558" y="1756192"/>
                  <a:pt x="631490" y="1759095"/>
                  <a:pt x="615616" y="1762579"/>
                </a:cubicBezTo>
                <a:cubicBezTo>
                  <a:pt x="609034" y="1765096"/>
                  <a:pt x="602452" y="1764709"/>
                  <a:pt x="595870" y="1763548"/>
                </a:cubicBezTo>
                <a:cubicBezTo>
                  <a:pt x="595483" y="1763548"/>
                  <a:pt x="594902" y="1763355"/>
                  <a:pt x="594515" y="1763160"/>
                </a:cubicBezTo>
                <a:cubicBezTo>
                  <a:pt x="591999" y="1763160"/>
                  <a:pt x="589676" y="1762386"/>
                  <a:pt x="587933" y="1760838"/>
                </a:cubicBezTo>
                <a:cubicBezTo>
                  <a:pt x="577286" y="1751545"/>
                  <a:pt x="564703" y="1747674"/>
                  <a:pt x="550764" y="1746318"/>
                </a:cubicBezTo>
                <a:cubicBezTo>
                  <a:pt x="530632" y="1744382"/>
                  <a:pt x="510886" y="1740704"/>
                  <a:pt x="490947" y="1737607"/>
                </a:cubicBezTo>
                <a:cubicBezTo>
                  <a:pt x="469459" y="1734317"/>
                  <a:pt x="447971" y="1734317"/>
                  <a:pt x="426482" y="1737994"/>
                </a:cubicBezTo>
                <a:cubicBezTo>
                  <a:pt x="416997" y="1739543"/>
                  <a:pt x="407510" y="1740898"/>
                  <a:pt x="398025" y="1742447"/>
                </a:cubicBezTo>
                <a:cubicBezTo>
                  <a:pt x="383699" y="1744770"/>
                  <a:pt x="371117" y="1750965"/>
                  <a:pt x="359501" y="1759095"/>
                </a:cubicBezTo>
                <a:cubicBezTo>
                  <a:pt x="356791" y="1760838"/>
                  <a:pt x="354274" y="1762967"/>
                  <a:pt x="350983" y="1763935"/>
                </a:cubicBezTo>
                <a:cubicBezTo>
                  <a:pt x="350016" y="1764129"/>
                  <a:pt x="349241" y="1764129"/>
                  <a:pt x="348273" y="1764129"/>
                </a:cubicBezTo>
                <a:cubicBezTo>
                  <a:pt x="347306" y="1770130"/>
                  <a:pt x="343046" y="1767032"/>
                  <a:pt x="339949" y="1766452"/>
                </a:cubicBezTo>
                <a:cubicBezTo>
                  <a:pt x="319235" y="1762579"/>
                  <a:pt x="300070" y="1754642"/>
                  <a:pt x="280324" y="1747674"/>
                </a:cubicBezTo>
                <a:cubicBezTo>
                  <a:pt x="261159" y="1740898"/>
                  <a:pt x="242188" y="1734510"/>
                  <a:pt x="223604" y="1726573"/>
                </a:cubicBezTo>
                <a:cubicBezTo>
                  <a:pt x="220700" y="1726185"/>
                  <a:pt x="217990" y="1725604"/>
                  <a:pt x="215086" y="1725217"/>
                </a:cubicBezTo>
                <a:cubicBezTo>
                  <a:pt x="180434" y="1711666"/>
                  <a:pt x="146556" y="1696373"/>
                  <a:pt x="115969" y="1674885"/>
                </a:cubicBezTo>
                <a:cubicBezTo>
                  <a:pt x="71832" y="1643911"/>
                  <a:pt x="39696" y="1603645"/>
                  <a:pt x="21887" y="1552345"/>
                </a:cubicBezTo>
                <a:cubicBezTo>
                  <a:pt x="21306" y="1550602"/>
                  <a:pt x="20531" y="1548860"/>
                  <a:pt x="19950" y="1547118"/>
                </a:cubicBezTo>
                <a:cubicBezTo>
                  <a:pt x="14337" y="1536858"/>
                  <a:pt x="12981" y="1525243"/>
                  <a:pt x="10271" y="1514209"/>
                </a:cubicBezTo>
                <a:cubicBezTo>
                  <a:pt x="4463" y="1491171"/>
                  <a:pt x="2915" y="1467360"/>
                  <a:pt x="399" y="1443936"/>
                </a:cubicBezTo>
                <a:cubicBezTo>
                  <a:pt x="-570" y="1436580"/>
                  <a:pt x="205" y="1429418"/>
                  <a:pt x="2915" y="1422448"/>
                </a:cubicBezTo>
                <a:cubicBezTo>
                  <a:pt x="5819" y="1402702"/>
                  <a:pt x="10852" y="1383537"/>
                  <a:pt x="17627" y="1364759"/>
                </a:cubicBezTo>
                <a:cubicBezTo>
                  <a:pt x="24210" y="1346175"/>
                  <a:pt x="34082" y="1329527"/>
                  <a:pt x="45504" y="1313653"/>
                </a:cubicBezTo>
                <a:cubicBezTo>
                  <a:pt x="45698" y="1308426"/>
                  <a:pt x="49375" y="1305135"/>
                  <a:pt x="52473" y="1301650"/>
                </a:cubicBezTo>
                <a:cubicBezTo>
                  <a:pt x="75510" y="1276678"/>
                  <a:pt x="102805" y="1257125"/>
                  <a:pt x="132230" y="1240283"/>
                </a:cubicBezTo>
                <a:cubicBezTo>
                  <a:pt x="177336" y="1214342"/>
                  <a:pt x="223991" y="1191113"/>
                  <a:pt x="267160" y="1161881"/>
                </a:cubicBezTo>
                <a:cubicBezTo>
                  <a:pt x="301231" y="1138844"/>
                  <a:pt x="330269" y="1110580"/>
                  <a:pt x="354468" y="1077284"/>
                </a:cubicBezTo>
                <a:lnTo>
                  <a:pt x="357658" y="1073589"/>
                </a:lnTo>
                <a:lnTo>
                  <a:pt x="357759" y="1072831"/>
                </a:lnTo>
                <a:cubicBezTo>
                  <a:pt x="371890" y="1048246"/>
                  <a:pt x="380796" y="1021918"/>
                  <a:pt x="387958" y="994621"/>
                </a:cubicBezTo>
                <a:cubicBezTo>
                  <a:pt x="389701" y="987846"/>
                  <a:pt x="392411" y="981264"/>
                  <a:pt x="394734" y="974489"/>
                </a:cubicBezTo>
                <a:cubicBezTo>
                  <a:pt x="397057" y="968294"/>
                  <a:pt x="398992" y="962873"/>
                  <a:pt x="407317" y="961325"/>
                </a:cubicBezTo>
                <a:cubicBezTo>
                  <a:pt x="415254" y="959776"/>
                  <a:pt x="412931" y="952420"/>
                  <a:pt x="411382" y="946612"/>
                </a:cubicBezTo>
                <a:lnTo>
                  <a:pt x="412108" y="946361"/>
                </a:lnTo>
                <a:lnTo>
                  <a:pt x="389289" y="827800"/>
                </a:lnTo>
                <a:cubicBezTo>
                  <a:pt x="380892" y="788356"/>
                  <a:pt x="371406" y="749155"/>
                  <a:pt x="359888" y="710438"/>
                </a:cubicBezTo>
                <a:cubicBezTo>
                  <a:pt x="345950" y="663396"/>
                  <a:pt x="329302" y="617517"/>
                  <a:pt x="304909" y="574734"/>
                </a:cubicBezTo>
                <a:cubicBezTo>
                  <a:pt x="293488" y="554794"/>
                  <a:pt x="280518" y="536210"/>
                  <a:pt x="265999" y="518401"/>
                </a:cubicBezTo>
                <a:cubicBezTo>
                  <a:pt x="262320" y="513948"/>
                  <a:pt x="258836" y="509108"/>
                  <a:pt x="255545" y="504268"/>
                </a:cubicBezTo>
                <a:cubicBezTo>
                  <a:pt x="253996" y="502139"/>
                  <a:pt x="251673" y="499235"/>
                  <a:pt x="254384" y="496719"/>
                </a:cubicBezTo>
                <a:cubicBezTo>
                  <a:pt x="257093" y="494202"/>
                  <a:pt x="259805" y="497106"/>
                  <a:pt x="261933" y="498461"/>
                </a:cubicBezTo>
                <a:cubicBezTo>
                  <a:pt x="266386" y="501364"/>
                  <a:pt x="270645" y="504850"/>
                  <a:pt x="274710" y="508334"/>
                </a:cubicBezTo>
                <a:cubicBezTo>
                  <a:pt x="280711" y="513561"/>
                  <a:pt x="286906" y="518788"/>
                  <a:pt x="291940" y="524982"/>
                </a:cubicBezTo>
                <a:cubicBezTo>
                  <a:pt x="320203" y="550342"/>
                  <a:pt x="340530" y="581509"/>
                  <a:pt x="358533" y="614419"/>
                </a:cubicBezTo>
                <a:cubicBezTo>
                  <a:pt x="371697" y="636294"/>
                  <a:pt x="382345" y="659331"/>
                  <a:pt x="392217" y="682756"/>
                </a:cubicBezTo>
                <a:cubicBezTo>
                  <a:pt x="412350" y="729990"/>
                  <a:pt x="428805" y="778581"/>
                  <a:pt x="440808" y="828525"/>
                </a:cubicBezTo>
                <a:cubicBezTo>
                  <a:pt x="441195" y="830074"/>
                  <a:pt x="441775" y="831623"/>
                  <a:pt x="443323" y="832978"/>
                </a:cubicBezTo>
                <a:cubicBezTo>
                  <a:pt x="442162" y="824073"/>
                  <a:pt x="441001" y="815168"/>
                  <a:pt x="439839" y="806263"/>
                </a:cubicBezTo>
                <a:cubicBezTo>
                  <a:pt x="427643" y="719149"/>
                  <a:pt x="412931" y="632423"/>
                  <a:pt x="396476" y="545890"/>
                </a:cubicBezTo>
                <a:cubicBezTo>
                  <a:pt x="378279" y="450451"/>
                  <a:pt x="358727" y="355400"/>
                  <a:pt x="338981" y="260157"/>
                </a:cubicBezTo>
                <a:cubicBezTo>
                  <a:pt x="321752" y="176914"/>
                  <a:pt x="303168" y="94059"/>
                  <a:pt x="288455" y="10430"/>
                </a:cubicBezTo>
                <a:cubicBezTo>
                  <a:pt x="288068" y="8107"/>
                  <a:pt x="288068" y="5784"/>
                  <a:pt x="287874" y="3461"/>
                </a:cubicBezTo>
                <a:close/>
              </a:path>
            </a:pathLst>
          </a:custGeom>
          <a:solidFill>
            <a:schemeClr val="bg1"/>
          </a:solidFill>
          <a:ln w="199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56" name="Graphic 43">
            <a:extLst>
              <a:ext uri="{FF2B5EF4-FFF2-40B4-BE49-F238E27FC236}">
                <a16:creationId xmlns:a16="http://schemas.microsoft.com/office/drawing/2014/main" xmlns="" id="{DAD4F62A-92C7-4E80-92C7-23EBD8B21B64}"/>
              </a:ext>
            </a:extLst>
          </p:cNvPr>
          <p:cNvGrpSpPr/>
          <p:nvPr/>
        </p:nvGrpSpPr>
        <p:grpSpPr>
          <a:xfrm>
            <a:off x="7405110" y="5040354"/>
            <a:ext cx="354254" cy="299147"/>
            <a:chOff x="10245572" y="2383008"/>
            <a:chExt cx="1072164" cy="905383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5C0763E2-5D40-43D0-B9D4-A6E0A527A337}"/>
                </a:ext>
              </a:extLst>
            </p:cNvPr>
            <p:cNvSpPr/>
            <p:nvPr/>
          </p:nvSpPr>
          <p:spPr>
            <a:xfrm>
              <a:off x="10246012" y="2441891"/>
              <a:ext cx="1072946" cy="845478"/>
            </a:xfrm>
            <a:custGeom>
              <a:avLst/>
              <a:gdLst>
                <a:gd name="connsiteX0" fmla="*/ 1063214 w 1072946"/>
                <a:gd name="connsiteY0" fmla="*/ 303610 h 845478"/>
                <a:gd name="connsiteX1" fmla="*/ 1059470 w 1072946"/>
                <a:gd name="connsiteY1" fmla="*/ 288293 h 845478"/>
                <a:gd name="connsiteX2" fmla="*/ 937618 w 1072946"/>
                <a:gd name="connsiteY2" fmla="*/ 98367 h 845478"/>
                <a:gd name="connsiteX3" fmla="*/ 671789 w 1072946"/>
                <a:gd name="connsiteY3" fmla="*/ 10551 h 845478"/>
                <a:gd name="connsiteX4" fmla="*/ 425702 w 1072946"/>
                <a:gd name="connsiteY4" fmla="*/ 7488 h 845478"/>
                <a:gd name="connsiteX5" fmla="*/ 264027 w 1072946"/>
                <a:gd name="connsiteY5" fmla="*/ 41185 h 845478"/>
                <a:gd name="connsiteX6" fmla="*/ 65932 w 1072946"/>
                <a:gd name="connsiteY6" fmla="*/ 184821 h 845478"/>
                <a:gd name="connsiteX7" fmla="*/ 11813 w 1072946"/>
                <a:gd name="connsiteY7" fmla="*/ 479921 h 845478"/>
                <a:gd name="connsiteX8" fmla="*/ 202079 w 1072946"/>
                <a:gd name="connsiteY8" fmla="*/ 731114 h 845478"/>
                <a:gd name="connsiteX9" fmla="*/ 319507 w 1072946"/>
                <a:gd name="connsiteY9" fmla="*/ 785573 h 845478"/>
                <a:gd name="connsiteX10" fmla="*/ 466547 w 1072946"/>
                <a:gd name="connsiteY10" fmla="*/ 828460 h 845478"/>
                <a:gd name="connsiteX11" fmla="*/ 538365 w 1072946"/>
                <a:gd name="connsiteY11" fmla="*/ 845478 h 845478"/>
                <a:gd name="connsiteX12" fmla="*/ 596908 w 1072946"/>
                <a:gd name="connsiteY12" fmla="*/ 831182 h 845478"/>
                <a:gd name="connsiteX13" fmla="*/ 800449 w 1072946"/>
                <a:gd name="connsiteY13" fmla="*/ 762087 h 845478"/>
                <a:gd name="connsiteX14" fmla="*/ 1033943 w 1072946"/>
                <a:gd name="connsiteY14" fmla="*/ 556845 h 845478"/>
                <a:gd name="connsiteX15" fmla="*/ 1063214 w 1072946"/>
                <a:gd name="connsiteY15" fmla="*/ 303610 h 845478"/>
                <a:gd name="connsiteX16" fmla="*/ 1059811 w 1072946"/>
                <a:gd name="connsiteY16" fmla="*/ 293058 h 845478"/>
                <a:gd name="connsiteX17" fmla="*/ 1059811 w 1072946"/>
                <a:gd name="connsiteY17" fmla="*/ 293058 h 845478"/>
                <a:gd name="connsiteX18" fmla="*/ 1059811 w 1072946"/>
                <a:gd name="connsiteY18" fmla="*/ 293058 h 845478"/>
                <a:gd name="connsiteX19" fmla="*/ 1059811 w 1072946"/>
                <a:gd name="connsiteY19" fmla="*/ 293058 h 845478"/>
                <a:gd name="connsiteX20" fmla="*/ 577167 w 1072946"/>
                <a:gd name="connsiteY20" fmla="*/ 0 h 845478"/>
                <a:gd name="connsiteX21" fmla="*/ 577507 w 1072946"/>
                <a:gd name="connsiteY21" fmla="*/ 340 h 845478"/>
                <a:gd name="connsiteX22" fmla="*/ 577167 w 1072946"/>
                <a:gd name="connsiteY22" fmla="*/ 0 h 845478"/>
                <a:gd name="connsiteX23" fmla="*/ 577167 w 1072946"/>
                <a:gd name="connsiteY23" fmla="*/ 0 h 845478"/>
                <a:gd name="connsiteX24" fmla="*/ 577167 w 1072946"/>
                <a:gd name="connsiteY24" fmla="*/ 0 h 845478"/>
                <a:gd name="connsiteX25" fmla="*/ 577167 w 1072946"/>
                <a:gd name="connsiteY25" fmla="*/ 0 h 845478"/>
                <a:gd name="connsiteX26" fmla="*/ 9090 w 1072946"/>
                <a:gd name="connsiteY26" fmla="*/ 307013 h 845478"/>
                <a:gd name="connsiteX27" fmla="*/ 9090 w 1072946"/>
                <a:gd name="connsiteY27" fmla="*/ 307013 h 845478"/>
                <a:gd name="connsiteX28" fmla="*/ 9090 w 1072946"/>
                <a:gd name="connsiteY28" fmla="*/ 307013 h 845478"/>
                <a:gd name="connsiteX29" fmla="*/ 9090 w 1072946"/>
                <a:gd name="connsiteY29" fmla="*/ 307013 h 84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72946" h="845478">
                  <a:moveTo>
                    <a:pt x="1063214" y="303610"/>
                  </a:moveTo>
                  <a:cubicBezTo>
                    <a:pt x="1062193" y="298504"/>
                    <a:pt x="1060832" y="293399"/>
                    <a:pt x="1059470" y="288293"/>
                  </a:cubicBezTo>
                  <a:cubicBezTo>
                    <a:pt x="1039388" y="215114"/>
                    <a:pt x="994800" y="148061"/>
                    <a:pt x="937618" y="98367"/>
                  </a:cubicBezTo>
                  <a:cubicBezTo>
                    <a:pt x="866140" y="36420"/>
                    <a:pt x="764710" y="6807"/>
                    <a:pt x="671789" y="10551"/>
                  </a:cubicBezTo>
                  <a:cubicBezTo>
                    <a:pt x="616990" y="12934"/>
                    <a:pt x="554022" y="18380"/>
                    <a:pt x="425702" y="7488"/>
                  </a:cubicBezTo>
                  <a:cubicBezTo>
                    <a:pt x="370222" y="2723"/>
                    <a:pt x="314742" y="20422"/>
                    <a:pt x="264027" y="41185"/>
                  </a:cubicBezTo>
                  <a:cubicBezTo>
                    <a:pt x="188124" y="72158"/>
                    <a:pt x="116306" y="119129"/>
                    <a:pt x="65932" y="184821"/>
                  </a:cubicBezTo>
                  <a:cubicBezTo>
                    <a:pt x="1942" y="268552"/>
                    <a:pt x="-14055" y="378831"/>
                    <a:pt x="11813" y="479921"/>
                  </a:cubicBezTo>
                  <a:cubicBezTo>
                    <a:pt x="39383" y="587138"/>
                    <a:pt x="108818" y="673251"/>
                    <a:pt x="202079" y="731114"/>
                  </a:cubicBezTo>
                  <a:cubicBezTo>
                    <a:pt x="238839" y="753919"/>
                    <a:pt x="278322" y="772299"/>
                    <a:pt x="319507" y="785573"/>
                  </a:cubicBezTo>
                  <a:cubicBezTo>
                    <a:pt x="368180" y="801570"/>
                    <a:pt x="417193" y="815866"/>
                    <a:pt x="466547" y="828460"/>
                  </a:cubicBezTo>
                  <a:cubicBezTo>
                    <a:pt x="488330" y="833905"/>
                    <a:pt x="515560" y="845478"/>
                    <a:pt x="538365" y="845478"/>
                  </a:cubicBezTo>
                  <a:cubicBezTo>
                    <a:pt x="557425" y="845478"/>
                    <a:pt x="578528" y="835948"/>
                    <a:pt x="596908" y="831182"/>
                  </a:cubicBezTo>
                  <a:cubicBezTo>
                    <a:pt x="665322" y="813143"/>
                    <a:pt x="735098" y="791700"/>
                    <a:pt x="800449" y="762087"/>
                  </a:cubicBezTo>
                  <a:cubicBezTo>
                    <a:pt x="898476" y="717839"/>
                    <a:pt x="984589" y="654871"/>
                    <a:pt x="1033943" y="556845"/>
                  </a:cubicBezTo>
                  <a:cubicBezTo>
                    <a:pt x="1073085" y="479240"/>
                    <a:pt x="1082615" y="388362"/>
                    <a:pt x="1063214" y="303610"/>
                  </a:cubicBezTo>
                  <a:close/>
                  <a:moveTo>
                    <a:pt x="1059811" y="293058"/>
                  </a:moveTo>
                  <a:cubicBezTo>
                    <a:pt x="1059811" y="293058"/>
                    <a:pt x="1059811" y="293058"/>
                    <a:pt x="1059811" y="293058"/>
                  </a:cubicBezTo>
                  <a:cubicBezTo>
                    <a:pt x="1059811" y="293058"/>
                    <a:pt x="1059811" y="293058"/>
                    <a:pt x="1059811" y="293058"/>
                  </a:cubicBezTo>
                  <a:lnTo>
                    <a:pt x="1059811" y="293058"/>
                  </a:lnTo>
                  <a:close/>
                  <a:moveTo>
                    <a:pt x="577167" y="0"/>
                  </a:moveTo>
                  <a:cubicBezTo>
                    <a:pt x="577167" y="0"/>
                    <a:pt x="577507" y="340"/>
                    <a:pt x="577507" y="340"/>
                  </a:cubicBezTo>
                  <a:cubicBezTo>
                    <a:pt x="577507" y="340"/>
                    <a:pt x="577507" y="34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lnTo>
                    <a:pt x="577167" y="0"/>
                  </a:lnTo>
                  <a:close/>
                  <a:moveTo>
                    <a:pt x="9090" y="307013"/>
                  </a:move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lose/>
                </a:path>
              </a:pathLst>
            </a:custGeom>
            <a:solidFill>
              <a:schemeClr val="bg1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8CE687C8-339C-4CDC-ACA4-263B0175F39B}"/>
                </a:ext>
              </a:extLst>
            </p:cNvPr>
            <p:cNvSpPr/>
            <p:nvPr/>
          </p:nvSpPr>
          <p:spPr>
            <a:xfrm>
              <a:off x="10498806" y="2383263"/>
              <a:ext cx="609271" cy="246382"/>
            </a:xfrm>
            <a:custGeom>
              <a:avLst/>
              <a:gdLst>
                <a:gd name="connsiteX0" fmla="*/ 173588 w 609271"/>
                <a:gd name="connsiteY0" fmla="*/ 234599 h 246382"/>
                <a:gd name="connsiteX1" fmla="*/ 188565 w 609271"/>
                <a:gd name="connsiteY1" fmla="*/ 222686 h 246382"/>
                <a:gd name="connsiteX2" fmla="*/ 204902 w 609271"/>
                <a:gd name="connsiteY2" fmla="*/ 205327 h 246382"/>
                <a:gd name="connsiteX3" fmla="*/ 219198 w 609271"/>
                <a:gd name="connsiteY3" fmla="*/ 185586 h 246382"/>
                <a:gd name="connsiteX4" fmla="*/ 226346 w 609271"/>
                <a:gd name="connsiteY4" fmla="*/ 175034 h 246382"/>
                <a:gd name="connsiteX5" fmla="*/ 233153 w 609271"/>
                <a:gd name="connsiteY5" fmla="*/ 165164 h 246382"/>
                <a:gd name="connsiteX6" fmla="*/ 0 w 609271"/>
                <a:gd name="connsiteY6" fmla="*/ 120235 h 246382"/>
                <a:gd name="connsiteX7" fmla="*/ 21443 w 609271"/>
                <a:gd name="connsiteY7" fmla="*/ 112406 h 246382"/>
                <a:gd name="connsiteX8" fmla="*/ 49013 w 609271"/>
                <a:gd name="connsiteY8" fmla="*/ 113768 h 246382"/>
                <a:gd name="connsiteX9" fmla="*/ 87815 w 609271"/>
                <a:gd name="connsiteY9" fmla="*/ 117852 h 246382"/>
                <a:gd name="connsiteX10" fmla="*/ 105174 w 609271"/>
                <a:gd name="connsiteY10" fmla="*/ 116150 h 246382"/>
                <a:gd name="connsiteX11" fmla="*/ 123554 w 609271"/>
                <a:gd name="connsiteY11" fmla="*/ 116150 h 246382"/>
                <a:gd name="connsiteX12" fmla="*/ 156570 w 609271"/>
                <a:gd name="connsiteY12" fmla="*/ 104237 h 246382"/>
                <a:gd name="connsiteX13" fmla="*/ 203541 w 609271"/>
                <a:gd name="connsiteY13" fmla="*/ 67478 h 246382"/>
                <a:gd name="connsiteX14" fmla="*/ 181417 w 609271"/>
                <a:gd name="connsiteY14" fmla="*/ 28675 h 246382"/>
                <a:gd name="connsiteX15" fmla="*/ 169164 w 609271"/>
                <a:gd name="connsiteY15" fmla="*/ 13018 h 246382"/>
                <a:gd name="connsiteX16" fmla="*/ 168143 w 609271"/>
                <a:gd name="connsiteY16" fmla="*/ 1106 h 246382"/>
                <a:gd name="connsiteX17" fmla="*/ 188224 w 609271"/>
                <a:gd name="connsiteY17" fmla="*/ 12678 h 246382"/>
                <a:gd name="connsiteX18" fmla="*/ 250512 w 609271"/>
                <a:gd name="connsiteY18" fmla="*/ 54544 h 246382"/>
                <a:gd name="connsiteX19" fmla="*/ 273317 w 609271"/>
                <a:gd name="connsiteY19" fmla="*/ 65776 h 246382"/>
                <a:gd name="connsiteX20" fmla="*/ 329137 w 609271"/>
                <a:gd name="connsiteY20" fmla="*/ 65776 h 246382"/>
                <a:gd name="connsiteX21" fmla="*/ 433971 w 609271"/>
                <a:gd name="connsiteY21" fmla="*/ 6211 h 246382"/>
                <a:gd name="connsiteX22" fmla="*/ 408784 w 609271"/>
                <a:gd name="connsiteY22" fmla="*/ 49098 h 246382"/>
                <a:gd name="connsiteX23" fmla="*/ 416272 w 609271"/>
                <a:gd name="connsiteY23" fmla="*/ 69860 h 246382"/>
                <a:gd name="connsiteX24" fmla="*/ 500003 w 609271"/>
                <a:gd name="connsiteY24" fmla="*/ 74966 h 246382"/>
                <a:gd name="connsiteX25" fmla="*/ 499662 w 609271"/>
                <a:gd name="connsiteY25" fmla="*/ 74966 h 246382"/>
                <a:gd name="connsiteX26" fmla="*/ 525190 w 609271"/>
                <a:gd name="connsiteY26" fmla="*/ 80412 h 246382"/>
                <a:gd name="connsiteX27" fmla="*/ 472093 w 609271"/>
                <a:gd name="connsiteY27" fmla="*/ 85177 h 246382"/>
                <a:gd name="connsiteX28" fmla="*/ 422058 w 609271"/>
                <a:gd name="connsiteY28" fmla="*/ 85517 h 246382"/>
                <a:gd name="connsiteX29" fmla="*/ 435673 w 609271"/>
                <a:gd name="connsiteY29" fmla="*/ 98451 h 246382"/>
                <a:gd name="connsiteX30" fmla="*/ 450649 w 609271"/>
                <a:gd name="connsiteY30" fmla="*/ 108662 h 246382"/>
                <a:gd name="connsiteX31" fmla="*/ 484686 w 609271"/>
                <a:gd name="connsiteY31" fmla="*/ 117512 h 246382"/>
                <a:gd name="connsiteX32" fmla="*/ 543230 w 609271"/>
                <a:gd name="connsiteY32" fmla="*/ 116831 h 246382"/>
                <a:gd name="connsiteX33" fmla="*/ 598710 w 609271"/>
                <a:gd name="connsiteY33" fmla="*/ 111045 h 246382"/>
                <a:gd name="connsiteX34" fmla="*/ 609261 w 609271"/>
                <a:gd name="connsiteY34" fmla="*/ 117512 h 246382"/>
                <a:gd name="connsiteX35" fmla="*/ 598710 w 609271"/>
                <a:gd name="connsiteY35" fmla="*/ 122958 h 246382"/>
                <a:gd name="connsiteX36" fmla="*/ 475156 w 609271"/>
                <a:gd name="connsiteY36" fmla="*/ 165164 h 246382"/>
                <a:gd name="connsiteX37" fmla="*/ 369982 w 609271"/>
                <a:gd name="connsiteY37" fmla="*/ 164823 h 246382"/>
                <a:gd name="connsiteX38" fmla="*/ 390063 w 609271"/>
                <a:gd name="connsiteY38" fmla="*/ 192053 h 246382"/>
                <a:gd name="connsiteX39" fmla="*/ 431929 w 609271"/>
                <a:gd name="connsiteY39" fmla="*/ 238343 h 246382"/>
                <a:gd name="connsiteX40" fmla="*/ 402998 w 609271"/>
                <a:gd name="connsiteY40" fmla="*/ 225069 h 246382"/>
                <a:gd name="connsiteX41" fmla="*/ 365897 w 609271"/>
                <a:gd name="connsiteY41" fmla="*/ 214177 h 246382"/>
                <a:gd name="connsiteX42" fmla="*/ 350921 w 609271"/>
                <a:gd name="connsiteY42" fmla="*/ 209412 h 246382"/>
                <a:gd name="connsiteX43" fmla="*/ 310077 w 609271"/>
                <a:gd name="connsiteY43" fmla="*/ 184565 h 246382"/>
                <a:gd name="connsiteX44" fmla="*/ 286932 w 609271"/>
                <a:gd name="connsiteY44" fmla="*/ 185586 h 246382"/>
                <a:gd name="connsiteX45" fmla="*/ 276040 w 609271"/>
                <a:gd name="connsiteY45" fmla="*/ 196137 h 246382"/>
                <a:gd name="connsiteX46" fmla="*/ 230771 w 609271"/>
                <a:gd name="connsiteY46" fmla="*/ 220984 h 246382"/>
                <a:gd name="connsiteX47" fmla="*/ 206604 w 609271"/>
                <a:gd name="connsiteY47" fmla="*/ 229834 h 246382"/>
                <a:gd name="connsiteX48" fmla="*/ 180736 w 609271"/>
                <a:gd name="connsiteY48" fmla="*/ 244810 h 246382"/>
                <a:gd name="connsiteX49" fmla="*/ 172908 w 609271"/>
                <a:gd name="connsiteY49" fmla="*/ 245491 h 246382"/>
                <a:gd name="connsiteX50" fmla="*/ 171546 w 609271"/>
                <a:gd name="connsiteY50" fmla="*/ 239024 h 246382"/>
                <a:gd name="connsiteX51" fmla="*/ 173588 w 609271"/>
                <a:gd name="connsiteY51" fmla="*/ 234599 h 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9271" h="246382">
                  <a:moveTo>
                    <a:pt x="173588" y="234599"/>
                  </a:moveTo>
                  <a:cubicBezTo>
                    <a:pt x="177333" y="229834"/>
                    <a:pt x="184480" y="226430"/>
                    <a:pt x="188565" y="222686"/>
                  </a:cubicBezTo>
                  <a:cubicBezTo>
                    <a:pt x="194351" y="217240"/>
                    <a:pt x="199797" y="211454"/>
                    <a:pt x="204902" y="205327"/>
                  </a:cubicBezTo>
                  <a:cubicBezTo>
                    <a:pt x="210008" y="198860"/>
                    <a:pt x="214773" y="192393"/>
                    <a:pt x="219198" y="185586"/>
                  </a:cubicBezTo>
                  <a:cubicBezTo>
                    <a:pt x="221581" y="182182"/>
                    <a:pt x="223963" y="178438"/>
                    <a:pt x="226346" y="175034"/>
                  </a:cubicBezTo>
                  <a:cubicBezTo>
                    <a:pt x="227367" y="173333"/>
                    <a:pt x="231451" y="165504"/>
                    <a:pt x="233153" y="165164"/>
                  </a:cubicBezTo>
                  <a:cubicBezTo>
                    <a:pt x="147380" y="181842"/>
                    <a:pt x="74541" y="151889"/>
                    <a:pt x="0" y="120235"/>
                  </a:cubicBezTo>
                  <a:cubicBezTo>
                    <a:pt x="4084" y="114108"/>
                    <a:pt x="14636" y="113087"/>
                    <a:pt x="21443" y="112406"/>
                  </a:cubicBezTo>
                  <a:cubicBezTo>
                    <a:pt x="30633" y="111385"/>
                    <a:pt x="39823" y="112406"/>
                    <a:pt x="49013" y="113768"/>
                  </a:cubicBezTo>
                  <a:cubicBezTo>
                    <a:pt x="61947" y="115470"/>
                    <a:pt x="74881" y="118533"/>
                    <a:pt x="87815" y="117852"/>
                  </a:cubicBezTo>
                  <a:cubicBezTo>
                    <a:pt x="93602" y="117852"/>
                    <a:pt x="99388" y="116150"/>
                    <a:pt x="105174" y="116150"/>
                  </a:cubicBezTo>
                  <a:cubicBezTo>
                    <a:pt x="111301" y="116150"/>
                    <a:pt x="117427" y="116150"/>
                    <a:pt x="123554" y="116150"/>
                  </a:cubicBezTo>
                  <a:cubicBezTo>
                    <a:pt x="135467" y="116150"/>
                    <a:pt x="146699" y="110705"/>
                    <a:pt x="156570" y="104237"/>
                  </a:cubicBezTo>
                  <a:cubicBezTo>
                    <a:pt x="173248" y="93346"/>
                    <a:pt x="186863" y="78029"/>
                    <a:pt x="203541" y="67478"/>
                  </a:cubicBezTo>
                  <a:cubicBezTo>
                    <a:pt x="201158" y="50799"/>
                    <a:pt x="188565" y="42631"/>
                    <a:pt x="181417" y="28675"/>
                  </a:cubicBezTo>
                  <a:cubicBezTo>
                    <a:pt x="179034" y="25612"/>
                    <a:pt x="170865" y="16422"/>
                    <a:pt x="169164" y="13018"/>
                  </a:cubicBezTo>
                  <a:cubicBezTo>
                    <a:pt x="167121" y="8934"/>
                    <a:pt x="163718" y="4509"/>
                    <a:pt x="168143" y="1106"/>
                  </a:cubicBezTo>
                  <a:cubicBezTo>
                    <a:pt x="173929" y="-3660"/>
                    <a:pt x="184480" y="8253"/>
                    <a:pt x="188224" y="12678"/>
                  </a:cubicBezTo>
                  <a:cubicBezTo>
                    <a:pt x="208306" y="30718"/>
                    <a:pt x="225665" y="43992"/>
                    <a:pt x="250512" y="54544"/>
                  </a:cubicBezTo>
                  <a:cubicBezTo>
                    <a:pt x="253575" y="56245"/>
                    <a:pt x="270253" y="64755"/>
                    <a:pt x="273317" y="65776"/>
                  </a:cubicBezTo>
                  <a:cubicBezTo>
                    <a:pt x="288633" y="70541"/>
                    <a:pt x="307354" y="64414"/>
                    <a:pt x="329137" y="65776"/>
                  </a:cubicBezTo>
                  <a:cubicBezTo>
                    <a:pt x="358749" y="67478"/>
                    <a:pt x="389042" y="25952"/>
                    <a:pt x="433971" y="6211"/>
                  </a:cubicBezTo>
                  <a:cubicBezTo>
                    <a:pt x="428525" y="26974"/>
                    <a:pt x="415932" y="34121"/>
                    <a:pt x="408784" y="49098"/>
                  </a:cubicBezTo>
                  <a:cubicBezTo>
                    <a:pt x="400615" y="66456"/>
                    <a:pt x="407763" y="69520"/>
                    <a:pt x="416272" y="69860"/>
                  </a:cubicBezTo>
                  <a:cubicBezTo>
                    <a:pt x="444182" y="71222"/>
                    <a:pt x="472773" y="66456"/>
                    <a:pt x="500003" y="74966"/>
                  </a:cubicBezTo>
                  <a:lnTo>
                    <a:pt x="499662" y="74966"/>
                  </a:lnTo>
                  <a:cubicBezTo>
                    <a:pt x="501024" y="76327"/>
                    <a:pt x="525871" y="78369"/>
                    <a:pt x="525190" y="80412"/>
                  </a:cubicBezTo>
                  <a:cubicBezTo>
                    <a:pt x="517021" y="89602"/>
                    <a:pt x="481963" y="86198"/>
                    <a:pt x="472093" y="85177"/>
                  </a:cubicBezTo>
                  <a:cubicBezTo>
                    <a:pt x="456436" y="83135"/>
                    <a:pt x="441119" y="82113"/>
                    <a:pt x="422058" y="85517"/>
                  </a:cubicBezTo>
                  <a:cubicBezTo>
                    <a:pt x="423420" y="85177"/>
                    <a:pt x="433971" y="97090"/>
                    <a:pt x="435673" y="98451"/>
                  </a:cubicBezTo>
                  <a:cubicBezTo>
                    <a:pt x="440438" y="102195"/>
                    <a:pt x="445544" y="105599"/>
                    <a:pt x="450649" y="108662"/>
                  </a:cubicBezTo>
                  <a:cubicBezTo>
                    <a:pt x="461541" y="114449"/>
                    <a:pt x="472433" y="116150"/>
                    <a:pt x="484686" y="117512"/>
                  </a:cubicBezTo>
                  <a:cubicBezTo>
                    <a:pt x="504087" y="119214"/>
                    <a:pt x="523829" y="119214"/>
                    <a:pt x="543230" y="116831"/>
                  </a:cubicBezTo>
                  <a:cubicBezTo>
                    <a:pt x="560929" y="114789"/>
                    <a:pt x="581011" y="106280"/>
                    <a:pt x="598710" y="111045"/>
                  </a:cubicBezTo>
                  <a:cubicBezTo>
                    <a:pt x="602794" y="112066"/>
                    <a:pt x="608921" y="111726"/>
                    <a:pt x="609261" y="117512"/>
                  </a:cubicBezTo>
                  <a:cubicBezTo>
                    <a:pt x="609602" y="124319"/>
                    <a:pt x="601433" y="119554"/>
                    <a:pt x="598710" y="122958"/>
                  </a:cubicBezTo>
                  <a:cubicBezTo>
                    <a:pt x="558206" y="139296"/>
                    <a:pt x="518383" y="156995"/>
                    <a:pt x="475156" y="165164"/>
                  </a:cubicBezTo>
                  <a:cubicBezTo>
                    <a:pt x="441119" y="171631"/>
                    <a:pt x="406742" y="174354"/>
                    <a:pt x="369982" y="164823"/>
                  </a:cubicBezTo>
                  <a:cubicBezTo>
                    <a:pt x="375087" y="177757"/>
                    <a:pt x="383596" y="184224"/>
                    <a:pt x="390063" y="192053"/>
                  </a:cubicBezTo>
                  <a:cubicBezTo>
                    <a:pt x="403678" y="208050"/>
                    <a:pt x="422739" y="218602"/>
                    <a:pt x="431929" y="238343"/>
                  </a:cubicBezTo>
                  <a:cubicBezTo>
                    <a:pt x="422058" y="234259"/>
                    <a:pt x="412868" y="229153"/>
                    <a:pt x="402998" y="225069"/>
                  </a:cubicBezTo>
                  <a:cubicBezTo>
                    <a:pt x="391425" y="219963"/>
                    <a:pt x="378151" y="217581"/>
                    <a:pt x="365897" y="214177"/>
                  </a:cubicBezTo>
                  <a:cubicBezTo>
                    <a:pt x="360792" y="212815"/>
                    <a:pt x="355686" y="211114"/>
                    <a:pt x="350921" y="209412"/>
                  </a:cubicBezTo>
                  <a:cubicBezTo>
                    <a:pt x="335604" y="203625"/>
                    <a:pt x="323011" y="194095"/>
                    <a:pt x="310077" y="184565"/>
                  </a:cubicBezTo>
                  <a:cubicBezTo>
                    <a:pt x="302589" y="179119"/>
                    <a:pt x="294079" y="179800"/>
                    <a:pt x="286932" y="185586"/>
                  </a:cubicBezTo>
                  <a:cubicBezTo>
                    <a:pt x="282847" y="188649"/>
                    <a:pt x="279784" y="192734"/>
                    <a:pt x="276040" y="196137"/>
                  </a:cubicBezTo>
                  <a:cubicBezTo>
                    <a:pt x="263786" y="208731"/>
                    <a:pt x="247449" y="215538"/>
                    <a:pt x="230771" y="220984"/>
                  </a:cubicBezTo>
                  <a:cubicBezTo>
                    <a:pt x="222602" y="223707"/>
                    <a:pt x="214092" y="225749"/>
                    <a:pt x="206604" y="229834"/>
                  </a:cubicBezTo>
                  <a:cubicBezTo>
                    <a:pt x="197755" y="234599"/>
                    <a:pt x="189245" y="239705"/>
                    <a:pt x="180736" y="244810"/>
                  </a:cubicBezTo>
                  <a:cubicBezTo>
                    <a:pt x="178354" y="246172"/>
                    <a:pt x="174950" y="247193"/>
                    <a:pt x="172908" y="245491"/>
                  </a:cubicBezTo>
                  <a:cubicBezTo>
                    <a:pt x="170865" y="244129"/>
                    <a:pt x="170865" y="241066"/>
                    <a:pt x="171546" y="239024"/>
                  </a:cubicBezTo>
                  <a:cubicBezTo>
                    <a:pt x="171887" y="236641"/>
                    <a:pt x="172567" y="235620"/>
                    <a:pt x="173588" y="23459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1705A23C-C05E-45F7-AB46-497BBE7245B3}"/>
                </a:ext>
              </a:extLst>
            </p:cNvPr>
            <p:cNvSpPr/>
            <p:nvPr/>
          </p:nvSpPr>
          <p:spPr>
            <a:xfrm>
              <a:off x="10725483" y="2395412"/>
              <a:ext cx="148252" cy="120993"/>
            </a:xfrm>
            <a:custGeom>
              <a:avLst/>
              <a:gdLst>
                <a:gd name="connsiteX0" fmla="*/ 88165 w 148252"/>
                <a:gd name="connsiteY0" fmla="*/ 5975 h 120993"/>
                <a:gd name="connsiteX1" fmla="*/ 95313 w 148252"/>
                <a:gd name="connsiteY1" fmla="*/ 37630 h 120993"/>
                <a:gd name="connsiteX2" fmla="*/ 119479 w 148252"/>
                <a:gd name="connsiteY2" fmla="*/ 65200 h 120993"/>
                <a:gd name="connsiteX3" fmla="*/ 135817 w 148252"/>
                <a:gd name="connsiteY3" fmla="*/ 72007 h 120993"/>
                <a:gd name="connsiteX4" fmla="*/ 137178 w 148252"/>
                <a:gd name="connsiteY4" fmla="*/ 107406 h 120993"/>
                <a:gd name="connsiteX5" fmla="*/ 101780 w 148252"/>
                <a:gd name="connsiteY5" fmla="*/ 118978 h 120993"/>
                <a:gd name="connsiteX6" fmla="*/ 19410 w 148252"/>
                <a:gd name="connsiteY6" fmla="*/ 112171 h 120993"/>
                <a:gd name="connsiteX7" fmla="*/ 9 w 148252"/>
                <a:gd name="connsiteY7" fmla="*/ 89026 h 120993"/>
                <a:gd name="connsiteX8" fmla="*/ 17708 w 148252"/>
                <a:gd name="connsiteY8" fmla="*/ 69284 h 120993"/>
                <a:gd name="connsiteX9" fmla="*/ 25877 w 148252"/>
                <a:gd name="connsiteY9" fmla="*/ 65880 h 120993"/>
                <a:gd name="connsiteX10" fmla="*/ 59233 w 148252"/>
                <a:gd name="connsiteY10" fmla="*/ 17888 h 120993"/>
                <a:gd name="connsiteX11" fmla="*/ 58893 w 148252"/>
                <a:gd name="connsiteY11" fmla="*/ 5295 h 120993"/>
                <a:gd name="connsiteX12" fmla="*/ 88165 w 148252"/>
                <a:gd name="connsiteY12" fmla="*/ 5975 h 120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252" h="120993">
                  <a:moveTo>
                    <a:pt x="88165" y="5975"/>
                  </a:moveTo>
                  <a:cubicBezTo>
                    <a:pt x="95313" y="15506"/>
                    <a:pt x="95653" y="26398"/>
                    <a:pt x="95313" y="37630"/>
                  </a:cubicBezTo>
                  <a:cubicBezTo>
                    <a:pt x="97014" y="52266"/>
                    <a:pt x="101780" y="63838"/>
                    <a:pt x="119479" y="65200"/>
                  </a:cubicBezTo>
                  <a:cubicBezTo>
                    <a:pt x="125265" y="65540"/>
                    <a:pt x="130711" y="68944"/>
                    <a:pt x="135817" y="72007"/>
                  </a:cubicBezTo>
                  <a:cubicBezTo>
                    <a:pt x="151814" y="81197"/>
                    <a:pt x="152495" y="97194"/>
                    <a:pt x="137178" y="107406"/>
                  </a:cubicBezTo>
                  <a:cubicBezTo>
                    <a:pt x="126627" y="114213"/>
                    <a:pt x="114033" y="117617"/>
                    <a:pt x="101780" y="118978"/>
                  </a:cubicBezTo>
                  <a:cubicBezTo>
                    <a:pt x="74210" y="121701"/>
                    <a:pt x="45959" y="123403"/>
                    <a:pt x="19410" y="112171"/>
                  </a:cubicBezTo>
                  <a:cubicBezTo>
                    <a:pt x="8859" y="107746"/>
                    <a:pt x="350" y="101279"/>
                    <a:pt x="9" y="89026"/>
                  </a:cubicBezTo>
                  <a:cubicBezTo>
                    <a:pt x="-331" y="77793"/>
                    <a:pt x="8859" y="73028"/>
                    <a:pt x="17708" y="69284"/>
                  </a:cubicBezTo>
                  <a:cubicBezTo>
                    <a:pt x="20431" y="68263"/>
                    <a:pt x="23154" y="66902"/>
                    <a:pt x="25877" y="65880"/>
                  </a:cubicBezTo>
                  <a:cubicBezTo>
                    <a:pt x="59574" y="54308"/>
                    <a:pt x="59574" y="54308"/>
                    <a:pt x="59233" y="17888"/>
                  </a:cubicBezTo>
                  <a:cubicBezTo>
                    <a:pt x="59233" y="13804"/>
                    <a:pt x="59233" y="9719"/>
                    <a:pt x="58893" y="5295"/>
                  </a:cubicBezTo>
                  <a:cubicBezTo>
                    <a:pt x="69104" y="-5597"/>
                    <a:pt x="78635" y="3252"/>
                    <a:pt x="88165" y="597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0" name="Graphic 161">
            <a:extLst>
              <a:ext uri="{FF2B5EF4-FFF2-40B4-BE49-F238E27FC236}">
                <a16:creationId xmlns:a16="http://schemas.microsoft.com/office/drawing/2014/main" xmlns="" id="{1FAA5D8D-535D-4975-956F-65EC726DE2A3}"/>
              </a:ext>
            </a:extLst>
          </p:cNvPr>
          <p:cNvGrpSpPr/>
          <p:nvPr/>
        </p:nvGrpSpPr>
        <p:grpSpPr>
          <a:xfrm rot="20415798">
            <a:off x="4532524" y="4956155"/>
            <a:ext cx="239553" cy="451213"/>
            <a:chOff x="5516731" y="2706042"/>
            <a:chExt cx="952136" cy="1793407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xmlns="" id="{CB13CDC7-7302-41D8-BC0E-F19217EA98AE}"/>
                </a:ext>
              </a:extLst>
            </p:cNvPr>
            <p:cNvSpPr/>
            <p:nvPr/>
          </p:nvSpPr>
          <p:spPr>
            <a:xfrm>
              <a:off x="5516712" y="2706060"/>
              <a:ext cx="949962" cy="1562981"/>
            </a:xfrm>
            <a:custGeom>
              <a:avLst/>
              <a:gdLst>
                <a:gd name="connsiteX0" fmla="*/ 919330 w 949962"/>
                <a:gd name="connsiteY0" fmla="*/ 653217 h 1562981"/>
                <a:gd name="connsiteX1" fmla="*/ 775857 w 949962"/>
                <a:gd name="connsiteY1" fmla="*/ 398879 h 1562981"/>
                <a:gd name="connsiteX2" fmla="*/ 661514 w 949962"/>
                <a:gd name="connsiteY2" fmla="*/ 271493 h 1562981"/>
                <a:gd name="connsiteX3" fmla="*/ 539997 w 949962"/>
                <a:gd name="connsiteY3" fmla="*/ 186279 h 1562981"/>
                <a:gd name="connsiteX4" fmla="*/ 436740 w 949962"/>
                <a:gd name="connsiteY4" fmla="*/ 126064 h 1562981"/>
                <a:gd name="connsiteX5" fmla="*/ 278051 w 949962"/>
                <a:gd name="connsiteY5" fmla="*/ 33241 h 1562981"/>
                <a:gd name="connsiteX6" fmla="*/ 160664 w 949962"/>
                <a:gd name="connsiteY6" fmla="*/ 199 h 1562981"/>
                <a:gd name="connsiteX7" fmla="*/ 129144 w 949962"/>
                <a:gd name="connsiteY7" fmla="*/ 17372 h 1562981"/>
                <a:gd name="connsiteX8" fmla="*/ 81320 w 949962"/>
                <a:gd name="connsiteY8" fmla="*/ 169323 h 1562981"/>
                <a:gd name="connsiteX9" fmla="*/ 49364 w 949962"/>
                <a:gd name="connsiteY9" fmla="*/ 363011 h 1562981"/>
                <a:gd name="connsiteX10" fmla="*/ 19 w 949962"/>
                <a:gd name="connsiteY10" fmla="*/ 608001 h 1562981"/>
                <a:gd name="connsiteX11" fmla="*/ 20453 w 949962"/>
                <a:gd name="connsiteY11" fmla="*/ 829297 h 1562981"/>
                <a:gd name="connsiteX12" fmla="*/ 85667 w 949962"/>
                <a:gd name="connsiteY12" fmla="*/ 1010594 h 1562981"/>
                <a:gd name="connsiteX13" fmla="*/ 281964 w 949962"/>
                <a:gd name="connsiteY13" fmla="*/ 1213629 h 1562981"/>
                <a:gd name="connsiteX14" fmla="*/ 375656 w 949962"/>
                <a:gd name="connsiteY14" fmla="*/ 1257758 h 1562981"/>
                <a:gd name="connsiteX15" fmla="*/ 478478 w 949962"/>
                <a:gd name="connsiteY15" fmla="*/ 1326886 h 1562981"/>
                <a:gd name="connsiteX16" fmla="*/ 674992 w 949962"/>
                <a:gd name="connsiteY16" fmla="*/ 1559485 h 1562981"/>
                <a:gd name="connsiteX17" fmla="*/ 680426 w 949962"/>
                <a:gd name="connsiteY17" fmla="*/ 1563615 h 1562981"/>
                <a:gd name="connsiteX18" fmla="*/ 684339 w 949962"/>
                <a:gd name="connsiteY18" fmla="*/ 1558398 h 1562981"/>
                <a:gd name="connsiteX19" fmla="*/ 691078 w 949962"/>
                <a:gd name="connsiteY19" fmla="*/ 1508617 h 1562981"/>
                <a:gd name="connsiteX20" fmla="*/ 713034 w 949962"/>
                <a:gd name="connsiteY20" fmla="*/ 1412099 h 1562981"/>
                <a:gd name="connsiteX21" fmla="*/ 801074 w 949962"/>
                <a:gd name="connsiteY21" fmla="*/ 1248193 h 1562981"/>
                <a:gd name="connsiteX22" fmla="*/ 835203 w 949962"/>
                <a:gd name="connsiteY22" fmla="*/ 1202977 h 1562981"/>
                <a:gd name="connsiteX23" fmla="*/ 930634 w 949962"/>
                <a:gd name="connsiteY23" fmla="*/ 993855 h 1562981"/>
                <a:gd name="connsiteX24" fmla="*/ 948242 w 949962"/>
                <a:gd name="connsiteY24" fmla="*/ 910598 h 1562981"/>
                <a:gd name="connsiteX25" fmla="*/ 951285 w 949962"/>
                <a:gd name="connsiteY25" fmla="*/ 793646 h 1562981"/>
                <a:gd name="connsiteX26" fmla="*/ 919330 w 949962"/>
                <a:gd name="connsiteY26" fmla="*/ 653217 h 1562981"/>
                <a:gd name="connsiteX27" fmla="*/ 220879 w 949962"/>
                <a:gd name="connsiteY27" fmla="*/ 161932 h 1562981"/>
                <a:gd name="connsiteX28" fmla="*/ 216314 w 949962"/>
                <a:gd name="connsiteY28" fmla="*/ 152150 h 1562981"/>
                <a:gd name="connsiteX29" fmla="*/ 221097 w 949962"/>
                <a:gd name="connsiteY29" fmla="*/ 161714 h 1562981"/>
                <a:gd name="connsiteX30" fmla="*/ 220879 w 949962"/>
                <a:gd name="connsiteY30" fmla="*/ 161932 h 156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49962" h="1562981">
                  <a:moveTo>
                    <a:pt x="919330" y="653217"/>
                  </a:moveTo>
                  <a:cubicBezTo>
                    <a:pt x="901287" y="613218"/>
                    <a:pt x="807595" y="442138"/>
                    <a:pt x="775857" y="398879"/>
                  </a:cubicBezTo>
                  <a:cubicBezTo>
                    <a:pt x="741946" y="352794"/>
                    <a:pt x="703686" y="310404"/>
                    <a:pt x="661514" y="271493"/>
                  </a:cubicBezTo>
                  <a:cubicBezTo>
                    <a:pt x="624776" y="237581"/>
                    <a:pt x="585430" y="207582"/>
                    <a:pt x="539997" y="186279"/>
                  </a:cubicBezTo>
                  <a:cubicBezTo>
                    <a:pt x="503694" y="169540"/>
                    <a:pt x="470000" y="148454"/>
                    <a:pt x="436740" y="126064"/>
                  </a:cubicBezTo>
                  <a:cubicBezTo>
                    <a:pt x="385873" y="91500"/>
                    <a:pt x="334788" y="57805"/>
                    <a:pt x="278051" y="33241"/>
                  </a:cubicBezTo>
                  <a:cubicBezTo>
                    <a:pt x="240661" y="16937"/>
                    <a:pt x="202184" y="2590"/>
                    <a:pt x="160664" y="199"/>
                  </a:cubicBezTo>
                  <a:cubicBezTo>
                    <a:pt x="142839" y="-888"/>
                    <a:pt x="136535" y="2155"/>
                    <a:pt x="129144" y="17372"/>
                  </a:cubicBezTo>
                  <a:cubicBezTo>
                    <a:pt x="125883" y="23894"/>
                    <a:pt x="91102" y="124325"/>
                    <a:pt x="81320" y="169323"/>
                  </a:cubicBezTo>
                  <a:cubicBezTo>
                    <a:pt x="68929" y="224973"/>
                    <a:pt x="52843" y="354968"/>
                    <a:pt x="49364" y="363011"/>
                  </a:cubicBezTo>
                  <a:cubicBezTo>
                    <a:pt x="15888" y="441268"/>
                    <a:pt x="-634" y="523004"/>
                    <a:pt x="19" y="608001"/>
                  </a:cubicBezTo>
                  <a:cubicBezTo>
                    <a:pt x="236" y="633870"/>
                    <a:pt x="12844" y="797776"/>
                    <a:pt x="20453" y="829297"/>
                  </a:cubicBezTo>
                  <a:cubicBezTo>
                    <a:pt x="35452" y="892120"/>
                    <a:pt x="55016" y="953205"/>
                    <a:pt x="85667" y="1010594"/>
                  </a:cubicBezTo>
                  <a:cubicBezTo>
                    <a:pt x="108493" y="1053201"/>
                    <a:pt x="240879" y="1189717"/>
                    <a:pt x="281964" y="1213629"/>
                  </a:cubicBezTo>
                  <a:cubicBezTo>
                    <a:pt x="311963" y="1231020"/>
                    <a:pt x="343918" y="1244063"/>
                    <a:pt x="375656" y="1257758"/>
                  </a:cubicBezTo>
                  <a:cubicBezTo>
                    <a:pt x="414133" y="1274496"/>
                    <a:pt x="448696" y="1297104"/>
                    <a:pt x="478478" y="1326886"/>
                  </a:cubicBezTo>
                  <a:cubicBezTo>
                    <a:pt x="558909" y="1399491"/>
                    <a:pt x="663470" y="1531660"/>
                    <a:pt x="674992" y="1559485"/>
                  </a:cubicBezTo>
                  <a:cubicBezTo>
                    <a:pt x="676079" y="1562093"/>
                    <a:pt x="677166" y="1564050"/>
                    <a:pt x="680426" y="1563615"/>
                  </a:cubicBezTo>
                  <a:cubicBezTo>
                    <a:pt x="683687" y="1563398"/>
                    <a:pt x="684122" y="1560789"/>
                    <a:pt x="684339" y="1558398"/>
                  </a:cubicBezTo>
                  <a:cubicBezTo>
                    <a:pt x="685426" y="1541660"/>
                    <a:pt x="688469" y="1525138"/>
                    <a:pt x="691078" y="1508617"/>
                  </a:cubicBezTo>
                  <a:cubicBezTo>
                    <a:pt x="695860" y="1475793"/>
                    <a:pt x="705425" y="1444272"/>
                    <a:pt x="713034" y="1412099"/>
                  </a:cubicBezTo>
                  <a:cubicBezTo>
                    <a:pt x="718468" y="1388840"/>
                    <a:pt x="775640" y="1282539"/>
                    <a:pt x="801074" y="1248193"/>
                  </a:cubicBezTo>
                  <a:cubicBezTo>
                    <a:pt x="812378" y="1232976"/>
                    <a:pt x="824768" y="1218629"/>
                    <a:pt x="835203" y="1202977"/>
                  </a:cubicBezTo>
                  <a:cubicBezTo>
                    <a:pt x="878679" y="1138415"/>
                    <a:pt x="909330" y="1068200"/>
                    <a:pt x="930634" y="993855"/>
                  </a:cubicBezTo>
                  <a:cubicBezTo>
                    <a:pt x="938460" y="966465"/>
                    <a:pt x="945416" y="938857"/>
                    <a:pt x="948242" y="910598"/>
                  </a:cubicBezTo>
                  <a:cubicBezTo>
                    <a:pt x="949763" y="896468"/>
                    <a:pt x="951285" y="818427"/>
                    <a:pt x="951285" y="793646"/>
                  </a:cubicBezTo>
                  <a:cubicBezTo>
                    <a:pt x="949546" y="784298"/>
                    <a:pt x="924112" y="663868"/>
                    <a:pt x="919330" y="653217"/>
                  </a:cubicBezTo>
                  <a:close/>
                  <a:moveTo>
                    <a:pt x="220879" y="161932"/>
                  </a:moveTo>
                  <a:cubicBezTo>
                    <a:pt x="219358" y="158671"/>
                    <a:pt x="217836" y="155410"/>
                    <a:pt x="216314" y="152150"/>
                  </a:cubicBezTo>
                  <a:cubicBezTo>
                    <a:pt x="217836" y="155410"/>
                    <a:pt x="219358" y="158454"/>
                    <a:pt x="221097" y="161714"/>
                  </a:cubicBezTo>
                  <a:cubicBezTo>
                    <a:pt x="220879" y="161932"/>
                    <a:pt x="220879" y="161932"/>
                    <a:pt x="220879" y="161932"/>
                  </a:cubicBezTo>
                  <a:close/>
                </a:path>
              </a:pathLst>
            </a:custGeom>
            <a:solidFill>
              <a:schemeClr val="bg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xmlns="" id="{3AAE0C9B-927E-4067-8C49-436EF501DDC7}"/>
                </a:ext>
              </a:extLst>
            </p:cNvPr>
            <p:cNvSpPr/>
            <p:nvPr/>
          </p:nvSpPr>
          <p:spPr>
            <a:xfrm>
              <a:off x="5610858" y="2760388"/>
              <a:ext cx="676060" cy="1739061"/>
            </a:xfrm>
            <a:custGeom>
              <a:avLst/>
              <a:gdLst>
                <a:gd name="connsiteX0" fmla="*/ 633018 w 676060"/>
                <a:gd name="connsiteY0" fmla="*/ 1317991 h 1739061"/>
                <a:gd name="connsiteX1" fmla="*/ 631279 w 676060"/>
                <a:gd name="connsiteY1" fmla="*/ 1325382 h 1739061"/>
                <a:gd name="connsiteX2" fmla="*/ 594107 w 676060"/>
                <a:gd name="connsiteY2" fmla="*/ 1492767 h 1739061"/>
                <a:gd name="connsiteX3" fmla="*/ 587151 w 676060"/>
                <a:gd name="connsiteY3" fmla="*/ 1621023 h 1739061"/>
                <a:gd name="connsiteX4" fmla="*/ 589977 w 676060"/>
                <a:gd name="connsiteY4" fmla="*/ 1697759 h 1739061"/>
                <a:gd name="connsiteX5" fmla="*/ 579542 w 676060"/>
                <a:gd name="connsiteY5" fmla="*/ 1708845 h 1739061"/>
                <a:gd name="connsiteX6" fmla="*/ 488894 w 676060"/>
                <a:gd name="connsiteY6" fmla="*/ 1739279 h 1739061"/>
                <a:gd name="connsiteX7" fmla="*/ 487589 w 676060"/>
                <a:gd name="connsiteY7" fmla="*/ 1739279 h 1739061"/>
                <a:gd name="connsiteX8" fmla="*/ 484329 w 676060"/>
                <a:gd name="connsiteY8" fmla="*/ 1664499 h 1739061"/>
                <a:gd name="connsiteX9" fmla="*/ 479111 w 676060"/>
                <a:gd name="connsiteY9" fmla="*/ 1564720 h 1739061"/>
                <a:gd name="connsiteX10" fmla="*/ 467155 w 676060"/>
                <a:gd name="connsiteY10" fmla="*/ 1425596 h 1739061"/>
                <a:gd name="connsiteX11" fmla="*/ 389984 w 676060"/>
                <a:gd name="connsiteY11" fmla="*/ 1273645 h 1739061"/>
                <a:gd name="connsiteX12" fmla="*/ 386724 w 676060"/>
                <a:gd name="connsiteY12" fmla="*/ 1269080 h 1739061"/>
                <a:gd name="connsiteX13" fmla="*/ 397593 w 676060"/>
                <a:gd name="connsiteY13" fmla="*/ 1275167 h 1739061"/>
                <a:gd name="connsiteX14" fmla="*/ 458895 w 676060"/>
                <a:gd name="connsiteY14" fmla="*/ 1334512 h 1739061"/>
                <a:gd name="connsiteX15" fmla="*/ 456069 w 676060"/>
                <a:gd name="connsiteY15" fmla="*/ 1324947 h 1739061"/>
                <a:gd name="connsiteX16" fmla="*/ 354116 w 676060"/>
                <a:gd name="connsiteY16" fmla="*/ 1119303 h 1739061"/>
                <a:gd name="connsiteX17" fmla="*/ 221513 w 676060"/>
                <a:gd name="connsiteY17" fmla="*/ 945832 h 1739061"/>
                <a:gd name="connsiteX18" fmla="*/ 80649 w 676060"/>
                <a:gd name="connsiteY18" fmla="*/ 762796 h 1739061"/>
                <a:gd name="connsiteX19" fmla="*/ 217 w 676060"/>
                <a:gd name="connsiteY19" fmla="*/ 621932 h 1739061"/>
                <a:gd name="connsiteX20" fmla="*/ 435 w 676060"/>
                <a:gd name="connsiteY20" fmla="*/ 620410 h 1739061"/>
                <a:gd name="connsiteX21" fmla="*/ 1522 w 676060"/>
                <a:gd name="connsiteY21" fmla="*/ 620845 h 1739061"/>
                <a:gd name="connsiteX22" fmla="*/ 120430 w 676060"/>
                <a:gd name="connsiteY22" fmla="*/ 806925 h 1739061"/>
                <a:gd name="connsiteX23" fmla="*/ 298901 w 676060"/>
                <a:gd name="connsiteY23" fmla="*/ 1030611 h 1739061"/>
                <a:gd name="connsiteX24" fmla="*/ 429331 w 676060"/>
                <a:gd name="connsiteY24" fmla="*/ 1218430 h 1739061"/>
                <a:gd name="connsiteX25" fmla="*/ 456721 w 676060"/>
                <a:gd name="connsiteY25" fmla="*/ 1273428 h 1739061"/>
                <a:gd name="connsiteX26" fmla="*/ 454547 w 676060"/>
                <a:gd name="connsiteY26" fmla="*/ 1251907 h 1739061"/>
                <a:gd name="connsiteX27" fmla="*/ 372377 w 676060"/>
                <a:gd name="connsiteY27" fmla="*/ 1000830 h 1739061"/>
                <a:gd name="connsiteX28" fmla="*/ 258468 w 676060"/>
                <a:gd name="connsiteY28" fmla="*/ 788664 h 1739061"/>
                <a:gd name="connsiteX29" fmla="*/ 129343 w 676060"/>
                <a:gd name="connsiteY29" fmla="*/ 526283 h 1739061"/>
                <a:gd name="connsiteX30" fmla="*/ 50868 w 676060"/>
                <a:gd name="connsiteY30" fmla="*/ 216948 h 1739061"/>
                <a:gd name="connsiteX31" fmla="*/ 50868 w 676060"/>
                <a:gd name="connsiteY31" fmla="*/ 204557 h 1739061"/>
                <a:gd name="connsiteX32" fmla="*/ 58259 w 676060"/>
                <a:gd name="connsiteY32" fmla="*/ 239990 h 1739061"/>
                <a:gd name="connsiteX33" fmla="*/ 116734 w 676060"/>
                <a:gd name="connsiteY33" fmla="*/ 471286 h 1739061"/>
                <a:gd name="connsiteX34" fmla="*/ 192166 w 676060"/>
                <a:gd name="connsiteY34" fmla="*/ 641931 h 1739061"/>
                <a:gd name="connsiteX35" fmla="*/ 353247 w 676060"/>
                <a:gd name="connsiteY35" fmla="*/ 948006 h 1739061"/>
                <a:gd name="connsiteX36" fmla="*/ 463677 w 676060"/>
                <a:gd name="connsiteY36" fmla="*/ 1195170 h 1739061"/>
                <a:gd name="connsiteX37" fmla="*/ 466938 w 676060"/>
                <a:gd name="connsiteY37" fmla="*/ 1199735 h 1739061"/>
                <a:gd name="connsiteX38" fmla="*/ 459982 w 676060"/>
                <a:gd name="connsiteY38" fmla="*/ 1152128 h 1739061"/>
                <a:gd name="connsiteX39" fmla="*/ 407375 w 676060"/>
                <a:gd name="connsiteY39" fmla="*/ 839532 h 1739061"/>
                <a:gd name="connsiteX40" fmla="*/ 285858 w 676060"/>
                <a:gd name="connsiteY40" fmla="*/ 463242 h 1739061"/>
                <a:gd name="connsiteX41" fmla="*/ 138473 w 676060"/>
                <a:gd name="connsiteY41" fmla="*/ 142820 h 1739061"/>
                <a:gd name="connsiteX42" fmla="*/ 79997 w 676060"/>
                <a:gd name="connsiteY42" fmla="*/ 8695 h 1739061"/>
                <a:gd name="connsiteX43" fmla="*/ 77606 w 676060"/>
                <a:gd name="connsiteY43" fmla="*/ 0 h 1739061"/>
                <a:gd name="connsiteX44" fmla="*/ 79779 w 676060"/>
                <a:gd name="connsiteY44" fmla="*/ 3696 h 1739061"/>
                <a:gd name="connsiteX45" fmla="*/ 207383 w 676060"/>
                <a:gd name="connsiteY45" fmla="*/ 261511 h 1739061"/>
                <a:gd name="connsiteX46" fmla="*/ 368464 w 676060"/>
                <a:gd name="connsiteY46" fmla="*/ 660409 h 1739061"/>
                <a:gd name="connsiteX47" fmla="*/ 426505 w 676060"/>
                <a:gd name="connsiteY47" fmla="*/ 891052 h 1739061"/>
                <a:gd name="connsiteX48" fmla="*/ 502154 w 676060"/>
                <a:gd name="connsiteY48" fmla="*/ 1280601 h 1739061"/>
                <a:gd name="connsiteX49" fmla="*/ 504545 w 676060"/>
                <a:gd name="connsiteY49" fmla="*/ 1286471 h 1739061"/>
                <a:gd name="connsiteX50" fmla="*/ 500197 w 676060"/>
                <a:gd name="connsiteY50" fmla="*/ 1235603 h 1739061"/>
                <a:gd name="connsiteX51" fmla="*/ 491720 w 676060"/>
                <a:gd name="connsiteY51" fmla="*/ 1050393 h 1739061"/>
                <a:gd name="connsiteX52" fmla="*/ 496719 w 676060"/>
                <a:gd name="connsiteY52" fmla="*/ 869096 h 1739061"/>
                <a:gd name="connsiteX53" fmla="*/ 470416 w 676060"/>
                <a:gd name="connsiteY53" fmla="*/ 569108 h 1739061"/>
                <a:gd name="connsiteX54" fmla="*/ 391289 w 676060"/>
                <a:gd name="connsiteY54" fmla="*/ 316727 h 1739061"/>
                <a:gd name="connsiteX55" fmla="*/ 306944 w 676060"/>
                <a:gd name="connsiteY55" fmla="*/ 173037 h 1739061"/>
                <a:gd name="connsiteX56" fmla="*/ 291728 w 676060"/>
                <a:gd name="connsiteY56" fmla="*/ 149125 h 1739061"/>
                <a:gd name="connsiteX57" fmla="*/ 293467 w 676060"/>
                <a:gd name="connsiteY57" fmla="*/ 149125 h 1739061"/>
                <a:gd name="connsiteX58" fmla="*/ 383028 w 676060"/>
                <a:gd name="connsiteY58" fmla="*/ 278467 h 1739061"/>
                <a:gd name="connsiteX59" fmla="*/ 444765 w 676060"/>
                <a:gd name="connsiteY59" fmla="*/ 429766 h 1739061"/>
                <a:gd name="connsiteX60" fmla="*/ 496937 w 676060"/>
                <a:gd name="connsiteY60" fmla="*/ 719971 h 1739061"/>
                <a:gd name="connsiteX61" fmla="*/ 503458 w 676060"/>
                <a:gd name="connsiteY61" fmla="*/ 943006 h 1739061"/>
                <a:gd name="connsiteX62" fmla="*/ 499328 w 676060"/>
                <a:gd name="connsiteY62" fmla="*/ 1043654 h 1739061"/>
                <a:gd name="connsiteX63" fmla="*/ 508675 w 676060"/>
                <a:gd name="connsiteY63" fmla="*/ 1226473 h 1739061"/>
                <a:gd name="connsiteX64" fmla="*/ 534544 w 676060"/>
                <a:gd name="connsiteY64" fmla="*/ 1351685 h 1739061"/>
                <a:gd name="connsiteX65" fmla="*/ 538457 w 676060"/>
                <a:gd name="connsiteY65" fmla="*/ 1363859 h 1739061"/>
                <a:gd name="connsiteX66" fmla="*/ 539979 w 676060"/>
                <a:gd name="connsiteY66" fmla="*/ 1360816 h 1739061"/>
                <a:gd name="connsiteX67" fmla="*/ 557152 w 676060"/>
                <a:gd name="connsiteY67" fmla="*/ 1196040 h 1739061"/>
                <a:gd name="connsiteX68" fmla="*/ 605193 w 676060"/>
                <a:gd name="connsiteY68" fmla="*/ 1035611 h 1739061"/>
                <a:gd name="connsiteX69" fmla="*/ 649105 w 676060"/>
                <a:gd name="connsiteY69" fmla="*/ 919094 h 1739061"/>
                <a:gd name="connsiteX70" fmla="*/ 669104 w 676060"/>
                <a:gd name="connsiteY70" fmla="*/ 735406 h 1739061"/>
                <a:gd name="connsiteX71" fmla="*/ 620627 w 676060"/>
                <a:gd name="connsiteY71" fmla="*/ 463677 h 1739061"/>
                <a:gd name="connsiteX72" fmla="*/ 618236 w 676060"/>
                <a:gd name="connsiteY72" fmla="*/ 455634 h 1739061"/>
                <a:gd name="connsiteX73" fmla="*/ 619758 w 676060"/>
                <a:gd name="connsiteY73" fmla="*/ 454112 h 1739061"/>
                <a:gd name="connsiteX74" fmla="*/ 677147 w 676060"/>
                <a:gd name="connsiteY74" fmla="*/ 759318 h 1739061"/>
                <a:gd name="connsiteX75" fmla="*/ 646279 w 676060"/>
                <a:gd name="connsiteY75" fmla="*/ 956266 h 1739061"/>
                <a:gd name="connsiteX76" fmla="*/ 605193 w 676060"/>
                <a:gd name="connsiteY76" fmla="*/ 1054306 h 1739061"/>
                <a:gd name="connsiteX77" fmla="*/ 569325 w 676060"/>
                <a:gd name="connsiteY77" fmla="*/ 1165823 h 1739061"/>
                <a:gd name="connsiteX78" fmla="*/ 551065 w 676060"/>
                <a:gd name="connsiteY78" fmla="*/ 1354946 h 1739061"/>
                <a:gd name="connsiteX79" fmla="*/ 583238 w 676060"/>
                <a:gd name="connsiteY79" fmla="*/ 1500375 h 1739061"/>
                <a:gd name="connsiteX80" fmla="*/ 586716 w 676060"/>
                <a:gd name="connsiteY80" fmla="*/ 1504288 h 1739061"/>
                <a:gd name="connsiteX81" fmla="*/ 590411 w 676060"/>
                <a:gd name="connsiteY81" fmla="*/ 1477550 h 1739061"/>
                <a:gd name="connsiteX82" fmla="*/ 624323 w 676060"/>
                <a:gd name="connsiteY82" fmla="*/ 1337121 h 1739061"/>
                <a:gd name="connsiteX83" fmla="*/ 633018 w 676060"/>
                <a:gd name="connsiteY83" fmla="*/ 1317991 h 17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76060" h="1739061">
                  <a:moveTo>
                    <a:pt x="633018" y="1317991"/>
                  </a:moveTo>
                  <a:cubicBezTo>
                    <a:pt x="632366" y="1320382"/>
                    <a:pt x="632149" y="1322991"/>
                    <a:pt x="631279" y="1325382"/>
                  </a:cubicBezTo>
                  <a:cubicBezTo>
                    <a:pt x="611280" y="1379510"/>
                    <a:pt x="601280" y="1435813"/>
                    <a:pt x="594107" y="1492767"/>
                  </a:cubicBezTo>
                  <a:cubicBezTo>
                    <a:pt x="588890" y="1535374"/>
                    <a:pt x="585412" y="1577981"/>
                    <a:pt x="587151" y="1621023"/>
                  </a:cubicBezTo>
                  <a:cubicBezTo>
                    <a:pt x="588237" y="1646674"/>
                    <a:pt x="589977" y="1672108"/>
                    <a:pt x="589977" y="1697759"/>
                  </a:cubicBezTo>
                  <a:cubicBezTo>
                    <a:pt x="589977" y="1707976"/>
                    <a:pt x="589542" y="1708410"/>
                    <a:pt x="579542" y="1708845"/>
                  </a:cubicBezTo>
                  <a:cubicBezTo>
                    <a:pt x="546500" y="1710367"/>
                    <a:pt x="517153" y="1723410"/>
                    <a:pt x="488894" y="1739279"/>
                  </a:cubicBezTo>
                  <a:cubicBezTo>
                    <a:pt x="488459" y="1739279"/>
                    <a:pt x="488024" y="1739279"/>
                    <a:pt x="487589" y="1739279"/>
                  </a:cubicBezTo>
                  <a:cubicBezTo>
                    <a:pt x="486502" y="1714280"/>
                    <a:pt x="485415" y="1689498"/>
                    <a:pt x="484329" y="1664499"/>
                  </a:cubicBezTo>
                  <a:cubicBezTo>
                    <a:pt x="482589" y="1631240"/>
                    <a:pt x="481068" y="1597980"/>
                    <a:pt x="479111" y="1564720"/>
                  </a:cubicBezTo>
                  <a:cubicBezTo>
                    <a:pt x="476285" y="1518201"/>
                    <a:pt x="476938" y="1471463"/>
                    <a:pt x="467155" y="1425596"/>
                  </a:cubicBezTo>
                  <a:cubicBezTo>
                    <a:pt x="454765" y="1368207"/>
                    <a:pt x="431070" y="1316469"/>
                    <a:pt x="389984" y="1273645"/>
                  </a:cubicBezTo>
                  <a:cubicBezTo>
                    <a:pt x="388680" y="1272341"/>
                    <a:pt x="387811" y="1270602"/>
                    <a:pt x="386724" y="1269080"/>
                  </a:cubicBezTo>
                  <a:cubicBezTo>
                    <a:pt x="391071" y="1269950"/>
                    <a:pt x="394115" y="1272776"/>
                    <a:pt x="397593" y="1275167"/>
                  </a:cubicBezTo>
                  <a:cubicBezTo>
                    <a:pt x="421288" y="1291253"/>
                    <a:pt x="441939" y="1310600"/>
                    <a:pt x="458895" y="1334512"/>
                  </a:cubicBezTo>
                  <a:cubicBezTo>
                    <a:pt x="458025" y="1331252"/>
                    <a:pt x="456938" y="1328208"/>
                    <a:pt x="456069" y="1324947"/>
                  </a:cubicBezTo>
                  <a:cubicBezTo>
                    <a:pt x="432809" y="1251037"/>
                    <a:pt x="397158" y="1183431"/>
                    <a:pt x="354116" y="1119303"/>
                  </a:cubicBezTo>
                  <a:cubicBezTo>
                    <a:pt x="313466" y="1058654"/>
                    <a:pt x="267598" y="1002352"/>
                    <a:pt x="221513" y="945832"/>
                  </a:cubicBezTo>
                  <a:cubicBezTo>
                    <a:pt x="172819" y="886269"/>
                    <a:pt x="123908" y="826706"/>
                    <a:pt x="80649" y="762796"/>
                  </a:cubicBezTo>
                  <a:cubicBezTo>
                    <a:pt x="50215" y="717798"/>
                    <a:pt x="22825" y="671278"/>
                    <a:pt x="217" y="621932"/>
                  </a:cubicBezTo>
                  <a:cubicBezTo>
                    <a:pt x="0" y="621280"/>
                    <a:pt x="-217" y="620845"/>
                    <a:pt x="435" y="620410"/>
                  </a:cubicBezTo>
                  <a:cubicBezTo>
                    <a:pt x="652" y="620193"/>
                    <a:pt x="1087" y="620410"/>
                    <a:pt x="1522" y="620845"/>
                  </a:cubicBezTo>
                  <a:cubicBezTo>
                    <a:pt x="34346" y="687147"/>
                    <a:pt x="76084" y="748014"/>
                    <a:pt x="120430" y="806925"/>
                  </a:cubicBezTo>
                  <a:cubicBezTo>
                    <a:pt x="177819" y="883226"/>
                    <a:pt x="239773" y="955832"/>
                    <a:pt x="298901" y="1030611"/>
                  </a:cubicBezTo>
                  <a:cubicBezTo>
                    <a:pt x="346291" y="1090609"/>
                    <a:pt x="391941" y="1151476"/>
                    <a:pt x="429331" y="1218430"/>
                  </a:cubicBezTo>
                  <a:cubicBezTo>
                    <a:pt x="438896" y="1235821"/>
                    <a:pt x="447808" y="1253428"/>
                    <a:pt x="456721" y="1273428"/>
                  </a:cubicBezTo>
                  <a:cubicBezTo>
                    <a:pt x="457156" y="1264732"/>
                    <a:pt x="455634" y="1258211"/>
                    <a:pt x="454547" y="1251907"/>
                  </a:cubicBezTo>
                  <a:cubicBezTo>
                    <a:pt x="441069" y="1163649"/>
                    <a:pt x="410636" y="1080827"/>
                    <a:pt x="372377" y="1000830"/>
                  </a:cubicBezTo>
                  <a:cubicBezTo>
                    <a:pt x="337595" y="928441"/>
                    <a:pt x="297597" y="858879"/>
                    <a:pt x="258468" y="788664"/>
                  </a:cubicBezTo>
                  <a:cubicBezTo>
                    <a:pt x="210861" y="703450"/>
                    <a:pt x="165863" y="617149"/>
                    <a:pt x="129343" y="526283"/>
                  </a:cubicBezTo>
                  <a:cubicBezTo>
                    <a:pt x="89562" y="426940"/>
                    <a:pt x="62606" y="323900"/>
                    <a:pt x="50868" y="216948"/>
                  </a:cubicBezTo>
                  <a:cubicBezTo>
                    <a:pt x="50433" y="212818"/>
                    <a:pt x="49998" y="208687"/>
                    <a:pt x="50868" y="204557"/>
                  </a:cubicBezTo>
                  <a:cubicBezTo>
                    <a:pt x="53259" y="216296"/>
                    <a:pt x="55433" y="228252"/>
                    <a:pt x="58259" y="239990"/>
                  </a:cubicBezTo>
                  <a:cubicBezTo>
                    <a:pt x="75867" y="317596"/>
                    <a:pt x="92605" y="395419"/>
                    <a:pt x="116734" y="471286"/>
                  </a:cubicBezTo>
                  <a:cubicBezTo>
                    <a:pt x="135647" y="531066"/>
                    <a:pt x="163472" y="586716"/>
                    <a:pt x="192166" y="641931"/>
                  </a:cubicBezTo>
                  <a:cubicBezTo>
                    <a:pt x="245208" y="744318"/>
                    <a:pt x="301292" y="844966"/>
                    <a:pt x="353247" y="948006"/>
                  </a:cubicBezTo>
                  <a:cubicBezTo>
                    <a:pt x="393897" y="1028655"/>
                    <a:pt x="431939" y="1110608"/>
                    <a:pt x="463677" y="1195170"/>
                  </a:cubicBezTo>
                  <a:cubicBezTo>
                    <a:pt x="464112" y="1196692"/>
                    <a:pt x="464329" y="1198213"/>
                    <a:pt x="466938" y="1199735"/>
                  </a:cubicBezTo>
                  <a:cubicBezTo>
                    <a:pt x="464547" y="1183214"/>
                    <a:pt x="462156" y="1167562"/>
                    <a:pt x="459982" y="1152128"/>
                  </a:cubicBezTo>
                  <a:cubicBezTo>
                    <a:pt x="444765" y="1047567"/>
                    <a:pt x="428461" y="943223"/>
                    <a:pt x="407375" y="839532"/>
                  </a:cubicBezTo>
                  <a:cubicBezTo>
                    <a:pt x="381072" y="709537"/>
                    <a:pt x="339334" y="584542"/>
                    <a:pt x="285858" y="463242"/>
                  </a:cubicBezTo>
                  <a:cubicBezTo>
                    <a:pt x="238469" y="355638"/>
                    <a:pt x="186949" y="249773"/>
                    <a:pt x="138473" y="142820"/>
                  </a:cubicBezTo>
                  <a:cubicBezTo>
                    <a:pt x="118256" y="98474"/>
                    <a:pt x="98692" y="53694"/>
                    <a:pt x="79997" y="8695"/>
                  </a:cubicBezTo>
                  <a:cubicBezTo>
                    <a:pt x="78910" y="6304"/>
                    <a:pt x="77171" y="3913"/>
                    <a:pt x="77606" y="0"/>
                  </a:cubicBezTo>
                  <a:cubicBezTo>
                    <a:pt x="78693" y="1739"/>
                    <a:pt x="79345" y="2609"/>
                    <a:pt x="79779" y="3696"/>
                  </a:cubicBezTo>
                  <a:cubicBezTo>
                    <a:pt x="120647" y="90431"/>
                    <a:pt x="166515" y="174776"/>
                    <a:pt x="207383" y="261511"/>
                  </a:cubicBezTo>
                  <a:cubicBezTo>
                    <a:pt x="268468" y="391506"/>
                    <a:pt x="324770" y="523457"/>
                    <a:pt x="368464" y="660409"/>
                  </a:cubicBezTo>
                  <a:cubicBezTo>
                    <a:pt x="392593" y="736058"/>
                    <a:pt x="410201" y="813446"/>
                    <a:pt x="426505" y="891052"/>
                  </a:cubicBezTo>
                  <a:cubicBezTo>
                    <a:pt x="453678" y="1020612"/>
                    <a:pt x="475851" y="1151041"/>
                    <a:pt x="502154" y="1280601"/>
                  </a:cubicBezTo>
                  <a:cubicBezTo>
                    <a:pt x="502589" y="1282558"/>
                    <a:pt x="503023" y="1284514"/>
                    <a:pt x="504545" y="1286471"/>
                  </a:cubicBezTo>
                  <a:cubicBezTo>
                    <a:pt x="503023" y="1269515"/>
                    <a:pt x="501502" y="1252559"/>
                    <a:pt x="500197" y="1235603"/>
                  </a:cubicBezTo>
                  <a:cubicBezTo>
                    <a:pt x="494763" y="1174084"/>
                    <a:pt x="489328" y="1112347"/>
                    <a:pt x="491720" y="1050393"/>
                  </a:cubicBezTo>
                  <a:cubicBezTo>
                    <a:pt x="494111" y="989961"/>
                    <a:pt x="496937" y="929746"/>
                    <a:pt x="496719" y="869096"/>
                  </a:cubicBezTo>
                  <a:cubicBezTo>
                    <a:pt x="496067" y="768448"/>
                    <a:pt x="489546" y="668234"/>
                    <a:pt x="470416" y="569108"/>
                  </a:cubicBezTo>
                  <a:cubicBezTo>
                    <a:pt x="453678" y="481937"/>
                    <a:pt x="429548" y="396941"/>
                    <a:pt x="391289" y="316727"/>
                  </a:cubicBezTo>
                  <a:cubicBezTo>
                    <a:pt x="367377" y="266511"/>
                    <a:pt x="336726" y="219991"/>
                    <a:pt x="306944" y="173037"/>
                  </a:cubicBezTo>
                  <a:cubicBezTo>
                    <a:pt x="301945" y="165211"/>
                    <a:pt x="296945" y="157385"/>
                    <a:pt x="291728" y="149125"/>
                  </a:cubicBezTo>
                  <a:cubicBezTo>
                    <a:pt x="292597" y="149125"/>
                    <a:pt x="293249" y="148907"/>
                    <a:pt x="293467" y="149125"/>
                  </a:cubicBezTo>
                  <a:cubicBezTo>
                    <a:pt x="324335" y="191514"/>
                    <a:pt x="356290" y="233252"/>
                    <a:pt x="383028" y="278467"/>
                  </a:cubicBezTo>
                  <a:cubicBezTo>
                    <a:pt x="411071" y="325857"/>
                    <a:pt x="429113" y="377376"/>
                    <a:pt x="444765" y="429766"/>
                  </a:cubicBezTo>
                  <a:cubicBezTo>
                    <a:pt x="472807" y="524544"/>
                    <a:pt x="488676" y="621497"/>
                    <a:pt x="496937" y="719971"/>
                  </a:cubicBezTo>
                  <a:cubicBezTo>
                    <a:pt x="503241" y="794316"/>
                    <a:pt x="504980" y="868661"/>
                    <a:pt x="503458" y="943006"/>
                  </a:cubicBezTo>
                  <a:cubicBezTo>
                    <a:pt x="502806" y="976483"/>
                    <a:pt x="501067" y="1010177"/>
                    <a:pt x="499328" y="1043654"/>
                  </a:cubicBezTo>
                  <a:cubicBezTo>
                    <a:pt x="496285" y="1104956"/>
                    <a:pt x="500632" y="1165823"/>
                    <a:pt x="508675" y="1226473"/>
                  </a:cubicBezTo>
                  <a:cubicBezTo>
                    <a:pt x="514327" y="1268863"/>
                    <a:pt x="521936" y="1310818"/>
                    <a:pt x="534544" y="1351685"/>
                  </a:cubicBezTo>
                  <a:cubicBezTo>
                    <a:pt x="535631" y="1355381"/>
                    <a:pt x="536935" y="1359077"/>
                    <a:pt x="538457" y="1363859"/>
                  </a:cubicBezTo>
                  <a:cubicBezTo>
                    <a:pt x="539326" y="1361902"/>
                    <a:pt x="539979" y="1361468"/>
                    <a:pt x="539979" y="1360816"/>
                  </a:cubicBezTo>
                  <a:cubicBezTo>
                    <a:pt x="539109" y="1305166"/>
                    <a:pt x="549761" y="1250820"/>
                    <a:pt x="557152" y="1196040"/>
                  </a:cubicBezTo>
                  <a:cubicBezTo>
                    <a:pt x="564760" y="1139955"/>
                    <a:pt x="583238" y="1087348"/>
                    <a:pt x="605193" y="1035611"/>
                  </a:cubicBezTo>
                  <a:cubicBezTo>
                    <a:pt x="621497" y="997352"/>
                    <a:pt x="638235" y="959310"/>
                    <a:pt x="649105" y="919094"/>
                  </a:cubicBezTo>
                  <a:cubicBezTo>
                    <a:pt x="665626" y="858879"/>
                    <a:pt x="670625" y="797577"/>
                    <a:pt x="669104" y="735406"/>
                  </a:cubicBezTo>
                  <a:cubicBezTo>
                    <a:pt x="666930" y="642366"/>
                    <a:pt x="649757" y="551935"/>
                    <a:pt x="620627" y="463677"/>
                  </a:cubicBezTo>
                  <a:cubicBezTo>
                    <a:pt x="619758" y="461069"/>
                    <a:pt x="618888" y="458243"/>
                    <a:pt x="618236" y="455634"/>
                  </a:cubicBezTo>
                  <a:cubicBezTo>
                    <a:pt x="617802" y="454330"/>
                    <a:pt x="618019" y="453460"/>
                    <a:pt x="619758" y="454112"/>
                  </a:cubicBezTo>
                  <a:cubicBezTo>
                    <a:pt x="658452" y="552152"/>
                    <a:pt x="680190" y="653452"/>
                    <a:pt x="677147" y="759318"/>
                  </a:cubicBezTo>
                  <a:cubicBezTo>
                    <a:pt x="675191" y="826272"/>
                    <a:pt x="668234" y="892573"/>
                    <a:pt x="646279" y="956266"/>
                  </a:cubicBezTo>
                  <a:cubicBezTo>
                    <a:pt x="634757" y="989743"/>
                    <a:pt x="619106" y="1021699"/>
                    <a:pt x="605193" y="1054306"/>
                  </a:cubicBezTo>
                  <a:cubicBezTo>
                    <a:pt x="589542" y="1090391"/>
                    <a:pt x="573890" y="1126694"/>
                    <a:pt x="569325" y="1165823"/>
                  </a:cubicBezTo>
                  <a:cubicBezTo>
                    <a:pt x="561934" y="1228647"/>
                    <a:pt x="548891" y="1291036"/>
                    <a:pt x="551065" y="1354946"/>
                  </a:cubicBezTo>
                  <a:cubicBezTo>
                    <a:pt x="552804" y="1405379"/>
                    <a:pt x="564543" y="1453638"/>
                    <a:pt x="583238" y="1500375"/>
                  </a:cubicBezTo>
                  <a:cubicBezTo>
                    <a:pt x="583890" y="1501679"/>
                    <a:pt x="583890" y="1503636"/>
                    <a:pt x="586716" y="1504288"/>
                  </a:cubicBezTo>
                  <a:cubicBezTo>
                    <a:pt x="588020" y="1495375"/>
                    <a:pt x="589107" y="1486245"/>
                    <a:pt x="590411" y="1477550"/>
                  </a:cubicBezTo>
                  <a:cubicBezTo>
                    <a:pt x="597368" y="1429726"/>
                    <a:pt x="606715" y="1382336"/>
                    <a:pt x="624323" y="1337121"/>
                  </a:cubicBezTo>
                  <a:cubicBezTo>
                    <a:pt x="626497" y="1330817"/>
                    <a:pt x="628671" y="1324078"/>
                    <a:pt x="633018" y="131799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xmlns="" id="{D3721E48-0611-4C17-9D72-70E744C040DC}"/>
                </a:ext>
              </a:extLst>
            </p:cNvPr>
            <p:cNvSpPr/>
            <p:nvPr/>
          </p:nvSpPr>
          <p:spPr>
            <a:xfrm>
              <a:off x="6219529" y="3192544"/>
              <a:ext cx="8695" cy="23912"/>
            </a:xfrm>
            <a:custGeom>
              <a:avLst/>
              <a:gdLst>
                <a:gd name="connsiteX0" fmla="*/ 10434 w 8695"/>
                <a:gd name="connsiteY0" fmla="*/ 22390 h 23912"/>
                <a:gd name="connsiteX1" fmla="*/ 8913 w 8695"/>
                <a:gd name="connsiteY1" fmla="*/ 23912 h 23912"/>
                <a:gd name="connsiteX2" fmla="*/ 0 w 8695"/>
                <a:gd name="connsiteY2" fmla="*/ 652 h 23912"/>
                <a:gd name="connsiteX3" fmla="*/ 1522 w 8695"/>
                <a:gd name="connsiteY3" fmla="*/ 0 h 23912"/>
                <a:gd name="connsiteX4" fmla="*/ 10434 w 8695"/>
                <a:gd name="connsiteY4" fmla="*/ 22390 h 2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5" h="23912">
                  <a:moveTo>
                    <a:pt x="10434" y="22390"/>
                  </a:moveTo>
                  <a:cubicBezTo>
                    <a:pt x="10000" y="22825"/>
                    <a:pt x="9565" y="23260"/>
                    <a:pt x="8913" y="23912"/>
                  </a:cubicBezTo>
                  <a:cubicBezTo>
                    <a:pt x="5869" y="16086"/>
                    <a:pt x="3043" y="8478"/>
                    <a:pt x="0" y="652"/>
                  </a:cubicBezTo>
                  <a:cubicBezTo>
                    <a:pt x="435" y="435"/>
                    <a:pt x="1087" y="217"/>
                    <a:pt x="1522" y="0"/>
                  </a:cubicBezTo>
                  <a:cubicBezTo>
                    <a:pt x="4565" y="7391"/>
                    <a:pt x="7391" y="14782"/>
                    <a:pt x="10434" y="22390"/>
                  </a:cubicBezTo>
                  <a:close/>
                </a:path>
              </a:pathLst>
            </a:custGeom>
            <a:solidFill>
              <a:srgbClr val="979797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xmlns="" id="{16D0F2EA-2828-4240-A240-D57311CAFBA2}"/>
                </a:ext>
              </a:extLst>
            </p:cNvPr>
            <p:cNvSpPr/>
            <p:nvPr/>
          </p:nvSpPr>
          <p:spPr>
            <a:xfrm>
              <a:off x="5591076" y="3337539"/>
              <a:ext cx="4348" cy="13043"/>
            </a:xfrm>
            <a:custGeom>
              <a:avLst/>
              <a:gdLst>
                <a:gd name="connsiteX0" fmla="*/ 0 w 4347"/>
                <a:gd name="connsiteY0" fmla="*/ 0 h 13042"/>
                <a:gd name="connsiteX1" fmla="*/ 6087 w 4347"/>
                <a:gd name="connsiteY1" fmla="*/ 14999 h 13042"/>
                <a:gd name="connsiteX2" fmla="*/ 0 w 4347"/>
                <a:gd name="connsiteY2" fmla="*/ 0 h 1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7" h="13042">
                  <a:moveTo>
                    <a:pt x="0" y="0"/>
                  </a:moveTo>
                  <a:cubicBezTo>
                    <a:pt x="4130" y="3913"/>
                    <a:pt x="6087" y="9130"/>
                    <a:pt x="6087" y="14999"/>
                  </a:cubicBezTo>
                  <a:cubicBezTo>
                    <a:pt x="3913" y="10000"/>
                    <a:pt x="1956" y="5000"/>
                    <a:pt x="0" y="0"/>
                  </a:cubicBezTo>
                  <a:close/>
                </a:path>
              </a:pathLst>
            </a:custGeom>
            <a:solidFill>
              <a:srgbClr val="6A6A6A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xmlns="" id="{AF854D15-7EAB-4F7E-8496-7B6CBCFD0324}"/>
                </a:ext>
              </a:extLst>
            </p:cNvPr>
            <p:cNvSpPr/>
            <p:nvPr/>
          </p:nvSpPr>
          <p:spPr>
            <a:xfrm>
              <a:off x="5604771" y="3365581"/>
              <a:ext cx="6521" cy="15217"/>
            </a:xfrm>
            <a:custGeom>
              <a:avLst/>
              <a:gdLst>
                <a:gd name="connsiteX0" fmla="*/ 7608 w 6521"/>
                <a:gd name="connsiteY0" fmla="*/ 16086 h 15216"/>
                <a:gd name="connsiteX1" fmla="*/ 6304 w 6521"/>
                <a:gd name="connsiteY1" fmla="*/ 17173 h 15216"/>
                <a:gd name="connsiteX2" fmla="*/ 0 w 6521"/>
                <a:gd name="connsiteY2" fmla="*/ 0 h 15216"/>
                <a:gd name="connsiteX3" fmla="*/ 7608 w 6521"/>
                <a:gd name="connsiteY3" fmla="*/ 16086 h 15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21" h="15216">
                  <a:moveTo>
                    <a:pt x="7608" y="16086"/>
                  </a:moveTo>
                  <a:cubicBezTo>
                    <a:pt x="7174" y="16521"/>
                    <a:pt x="6739" y="16956"/>
                    <a:pt x="6304" y="17173"/>
                  </a:cubicBezTo>
                  <a:cubicBezTo>
                    <a:pt x="3261" y="11956"/>
                    <a:pt x="652" y="6521"/>
                    <a:pt x="0" y="0"/>
                  </a:cubicBezTo>
                  <a:cubicBezTo>
                    <a:pt x="2609" y="5435"/>
                    <a:pt x="5217" y="10652"/>
                    <a:pt x="7608" y="16086"/>
                  </a:cubicBezTo>
                  <a:close/>
                </a:path>
              </a:pathLst>
            </a:custGeom>
            <a:solidFill>
              <a:srgbClr val="8B8B8B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6" name="Graphic 416">
            <a:extLst>
              <a:ext uri="{FF2B5EF4-FFF2-40B4-BE49-F238E27FC236}">
                <a16:creationId xmlns:a16="http://schemas.microsoft.com/office/drawing/2014/main" xmlns="" id="{42B210D6-3346-4B8E-9E53-12EAF7B17A27}"/>
              </a:ext>
            </a:extLst>
          </p:cNvPr>
          <p:cNvGrpSpPr/>
          <p:nvPr/>
        </p:nvGrpSpPr>
        <p:grpSpPr>
          <a:xfrm rot="3600000">
            <a:off x="7942706" y="3213205"/>
            <a:ext cx="352272" cy="441361"/>
            <a:chOff x="7143391" y="1135118"/>
            <a:chExt cx="1546562" cy="1937688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xmlns="" id="{37CA5998-5104-4DE8-A328-EE1D7F7E4578}"/>
                </a:ext>
              </a:extLst>
            </p:cNvPr>
            <p:cNvSpPr/>
            <p:nvPr/>
          </p:nvSpPr>
          <p:spPr>
            <a:xfrm>
              <a:off x="7143361" y="1306280"/>
              <a:ext cx="1542974" cy="1765449"/>
            </a:xfrm>
            <a:custGeom>
              <a:avLst/>
              <a:gdLst>
                <a:gd name="connsiteX0" fmla="*/ 1543722 w 1542973"/>
                <a:gd name="connsiteY0" fmla="*/ 1066805 h 1765449"/>
                <a:gd name="connsiteX1" fmla="*/ 1544439 w 1542973"/>
                <a:gd name="connsiteY1" fmla="*/ 1070034 h 1765449"/>
                <a:gd name="connsiteX2" fmla="*/ 1537263 w 1542973"/>
                <a:gd name="connsiteY2" fmla="*/ 1209261 h 1765449"/>
                <a:gd name="connsiteX3" fmla="*/ 1427461 w 1542973"/>
                <a:gd name="connsiteY3" fmla="*/ 1389394 h 1765449"/>
                <a:gd name="connsiteX4" fmla="*/ 1424949 w 1542973"/>
                <a:gd name="connsiteY4" fmla="*/ 1417024 h 1765449"/>
                <a:gd name="connsiteX5" fmla="*/ 1469803 w 1542973"/>
                <a:gd name="connsiteY5" fmla="*/ 1515703 h 1765449"/>
                <a:gd name="connsiteX6" fmla="*/ 1517527 w 1542973"/>
                <a:gd name="connsiteY6" fmla="*/ 1642370 h 1765449"/>
                <a:gd name="connsiteX7" fmla="*/ 1516092 w 1542973"/>
                <a:gd name="connsiteY7" fmla="*/ 1661388 h 1765449"/>
                <a:gd name="connsiteX8" fmla="*/ 1480209 w 1542973"/>
                <a:gd name="connsiteY8" fmla="*/ 1699065 h 1765449"/>
                <a:gd name="connsiteX9" fmla="*/ 1469085 w 1542973"/>
                <a:gd name="connsiteY9" fmla="*/ 1708754 h 1765449"/>
                <a:gd name="connsiteX10" fmla="*/ 1452220 w 1542973"/>
                <a:gd name="connsiteY10" fmla="*/ 1720236 h 1765449"/>
                <a:gd name="connsiteX11" fmla="*/ 1411672 w 1542973"/>
                <a:gd name="connsiteY11" fmla="*/ 1744278 h 1765449"/>
                <a:gd name="connsiteX12" fmla="*/ 1318735 w 1542973"/>
                <a:gd name="connsiteY12" fmla="*/ 1767602 h 1765449"/>
                <a:gd name="connsiteX13" fmla="*/ 1302228 w 1542973"/>
                <a:gd name="connsiteY13" fmla="*/ 1758990 h 1765449"/>
                <a:gd name="connsiteX14" fmla="*/ 1279622 w 1542973"/>
                <a:gd name="connsiteY14" fmla="*/ 1723107 h 1765449"/>
                <a:gd name="connsiteX15" fmla="*/ 1227951 w 1542973"/>
                <a:gd name="connsiteY15" fmla="*/ 1682918 h 1765449"/>
                <a:gd name="connsiteX16" fmla="*/ 1215391 w 1542973"/>
                <a:gd name="connsiteY16" fmla="*/ 1661388 h 1765449"/>
                <a:gd name="connsiteX17" fmla="*/ 1175561 w 1542973"/>
                <a:gd name="connsiteY17" fmla="*/ 1612228 h 1765449"/>
                <a:gd name="connsiteX18" fmla="*/ 1155467 w 1542973"/>
                <a:gd name="connsiteY18" fmla="*/ 1597516 h 1765449"/>
                <a:gd name="connsiteX19" fmla="*/ 1135731 w 1542973"/>
                <a:gd name="connsiteY19" fmla="*/ 1592134 h 1765449"/>
                <a:gd name="connsiteX20" fmla="*/ 1047817 w 1542973"/>
                <a:gd name="connsiteY20" fmla="*/ 1596081 h 1765449"/>
                <a:gd name="connsiteX21" fmla="*/ 1043152 w 1542973"/>
                <a:gd name="connsiteY21" fmla="*/ 1593928 h 1765449"/>
                <a:gd name="connsiteX22" fmla="*/ 983586 w 1542973"/>
                <a:gd name="connsiteY22" fmla="*/ 1583881 h 1765449"/>
                <a:gd name="connsiteX23" fmla="*/ 809195 w 1542973"/>
                <a:gd name="connsiteY23" fmla="*/ 1504938 h 1765449"/>
                <a:gd name="connsiteX24" fmla="*/ 533253 w 1542973"/>
                <a:gd name="connsiteY24" fmla="*/ 1216079 h 1765449"/>
                <a:gd name="connsiteX25" fmla="*/ 198823 w 1542973"/>
                <a:gd name="connsiteY25" fmla="*/ 805217 h 1765449"/>
                <a:gd name="connsiteX26" fmla="*/ 152892 w 1542973"/>
                <a:gd name="connsiteY26" fmla="*/ 761440 h 1765449"/>
                <a:gd name="connsiteX27" fmla="*/ 78256 w 1542973"/>
                <a:gd name="connsiteY27" fmla="*/ 693979 h 1765449"/>
                <a:gd name="connsiteX28" fmla="*/ 19407 w 1542973"/>
                <a:gd name="connsiteY28" fmla="*/ 658814 h 1765449"/>
                <a:gd name="connsiteX29" fmla="*/ 5772 w 1542973"/>
                <a:gd name="connsiteY29" fmla="*/ 657020 h 1765449"/>
                <a:gd name="connsiteX30" fmla="*/ 30 w 1542973"/>
                <a:gd name="connsiteY30" fmla="*/ 649126 h 1765449"/>
                <a:gd name="connsiteX31" fmla="*/ 6489 w 1542973"/>
                <a:gd name="connsiteY31" fmla="*/ 641231 h 1765449"/>
                <a:gd name="connsiteX32" fmla="*/ 24072 w 1542973"/>
                <a:gd name="connsiteY32" fmla="*/ 639078 h 1765449"/>
                <a:gd name="connsiteX33" fmla="*/ 122392 w 1542973"/>
                <a:gd name="connsiteY33" fmla="*/ 661685 h 1765449"/>
                <a:gd name="connsiteX34" fmla="*/ 212458 w 1542973"/>
                <a:gd name="connsiteY34" fmla="*/ 703309 h 1765449"/>
                <a:gd name="connsiteX35" fmla="*/ 227888 w 1542973"/>
                <a:gd name="connsiteY35" fmla="*/ 712280 h 1765449"/>
                <a:gd name="connsiteX36" fmla="*/ 254800 w 1542973"/>
                <a:gd name="connsiteY36" fmla="*/ 727710 h 1765449"/>
                <a:gd name="connsiteX37" fmla="*/ 305037 w 1542973"/>
                <a:gd name="connsiteY37" fmla="*/ 757851 h 1765449"/>
                <a:gd name="connsiteX38" fmla="*/ 367115 w 1542973"/>
                <a:gd name="connsiteY38" fmla="*/ 805576 h 1765449"/>
                <a:gd name="connsiteX39" fmla="*/ 377880 w 1542973"/>
                <a:gd name="connsiteY39" fmla="*/ 814905 h 1765449"/>
                <a:gd name="connsiteX40" fmla="*/ 399768 w 1542973"/>
                <a:gd name="connsiteY40" fmla="*/ 832847 h 1765449"/>
                <a:gd name="connsiteX41" fmla="*/ 502394 w 1542973"/>
                <a:gd name="connsiteY41" fmla="*/ 922196 h 1765449"/>
                <a:gd name="connsiteX42" fmla="*/ 704775 w 1542973"/>
                <a:gd name="connsiteY42" fmla="*/ 1120271 h 1765449"/>
                <a:gd name="connsiteX43" fmla="*/ 1052841 w 1542973"/>
                <a:gd name="connsiteY43" fmla="*/ 1375759 h 1765449"/>
                <a:gd name="connsiteX44" fmla="*/ 1280699 w 1542973"/>
                <a:gd name="connsiteY44" fmla="*/ 1431019 h 1765449"/>
                <a:gd name="connsiteX45" fmla="*/ 1346365 w 1542973"/>
                <a:gd name="connsiteY45" fmla="*/ 1423124 h 1765449"/>
                <a:gd name="connsiteX46" fmla="*/ 1368253 w 1542973"/>
                <a:gd name="connsiteY46" fmla="*/ 1404824 h 1765449"/>
                <a:gd name="connsiteX47" fmla="*/ 1353183 w 1542973"/>
                <a:gd name="connsiteY47" fmla="*/ 1382576 h 1765449"/>
                <a:gd name="connsiteX48" fmla="*/ 1302946 w 1542973"/>
                <a:gd name="connsiteY48" fmla="*/ 1366788 h 1765449"/>
                <a:gd name="connsiteX49" fmla="*/ 1287158 w 1542973"/>
                <a:gd name="connsiteY49" fmla="*/ 1344540 h 1765449"/>
                <a:gd name="connsiteX50" fmla="*/ 1320170 w 1542973"/>
                <a:gd name="connsiteY50" fmla="*/ 1133906 h 1765449"/>
                <a:gd name="connsiteX51" fmla="*/ 1309405 w 1542973"/>
                <a:gd name="connsiteY51" fmla="*/ 1023745 h 1765449"/>
                <a:gd name="connsiteX52" fmla="*/ 1296128 w 1542973"/>
                <a:gd name="connsiteY52" fmla="*/ 960950 h 1765449"/>
                <a:gd name="connsiteX53" fmla="*/ 1293617 w 1542973"/>
                <a:gd name="connsiteY53" fmla="*/ 944443 h 1765449"/>
                <a:gd name="connsiteX54" fmla="*/ 1284287 w 1542973"/>
                <a:gd name="connsiteY54" fmla="*/ 884878 h 1765449"/>
                <a:gd name="connsiteX55" fmla="*/ 1184891 w 1542973"/>
                <a:gd name="connsiteY55" fmla="*/ 538606 h 1765449"/>
                <a:gd name="connsiteX56" fmla="*/ 1154390 w 1542973"/>
                <a:gd name="connsiteY56" fmla="*/ 428444 h 1765449"/>
                <a:gd name="connsiteX57" fmla="*/ 1149366 w 1542973"/>
                <a:gd name="connsiteY57" fmla="*/ 400456 h 1765449"/>
                <a:gd name="connsiteX58" fmla="*/ 1138601 w 1542973"/>
                <a:gd name="connsiteY58" fmla="*/ 361343 h 1765449"/>
                <a:gd name="connsiteX59" fmla="*/ 1139678 w 1542973"/>
                <a:gd name="connsiteY59" fmla="*/ 340172 h 1765449"/>
                <a:gd name="connsiteX60" fmla="*/ 1119225 w 1542973"/>
                <a:gd name="connsiteY60" fmla="*/ 130615 h 1765449"/>
                <a:gd name="connsiteX61" fmla="*/ 1123531 w 1542973"/>
                <a:gd name="connsiteY61" fmla="*/ 72125 h 1765449"/>
                <a:gd name="connsiteX62" fmla="*/ 1142907 w 1542973"/>
                <a:gd name="connsiteY62" fmla="*/ 23683 h 1765449"/>
                <a:gd name="connsiteX63" fmla="*/ 1151519 w 1542973"/>
                <a:gd name="connsiteY63" fmla="*/ 0 h 1765449"/>
                <a:gd name="connsiteX64" fmla="*/ 1157261 w 1542973"/>
                <a:gd name="connsiteY64" fmla="*/ 44495 h 1765449"/>
                <a:gd name="connsiteX65" fmla="*/ 1176638 w 1542973"/>
                <a:gd name="connsiteY65" fmla="*/ 86119 h 1765449"/>
                <a:gd name="connsiteX66" fmla="*/ 1187761 w 1542973"/>
                <a:gd name="connsiteY66" fmla="*/ 141021 h 1765449"/>
                <a:gd name="connsiteX67" fmla="*/ 1271369 w 1542973"/>
                <a:gd name="connsiteY67" fmla="*/ 357037 h 1765449"/>
                <a:gd name="connsiteX68" fmla="*/ 1286799 w 1542973"/>
                <a:gd name="connsiteY68" fmla="*/ 386820 h 1765449"/>
                <a:gd name="connsiteX69" fmla="*/ 1311199 w 1542973"/>
                <a:gd name="connsiteY69" fmla="*/ 433109 h 1765449"/>
                <a:gd name="connsiteX70" fmla="*/ 1319452 w 1542973"/>
                <a:gd name="connsiteY70" fmla="*/ 454639 h 1765449"/>
                <a:gd name="connsiteX71" fmla="*/ 1331653 w 1542973"/>
                <a:gd name="connsiteY71" fmla="*/ 481551 h 1765449"/>
                <a:gd name="connsiteX72" fmla="*/ 1335241 w 1542973"/>
                <a:gd name="connsiteY72" fmla="*/ 504875 h 1765449"/>
                <a:gd name="connsiteX73" fmla="*/ 1410237 w 1542973"/>
                <a:gd name="connsiteY73" fmla="*/ 659890 h 1765449"/>
                <a:gd name="connsiteX74" fmla="*/ 1529010 w 1542973"/>
                <a:gd name="connsiteY74" fmla="*/ 978174 h 1765449"/>
                <a:gd name="connsiteX75" fmla="*/ 1543722 w 1542973"/>
                <a:gd name="connsiteY75" fmla="*/ 1066805 h 176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542973" h="1765449">
                  <a:moveTo>
                    <a:pt x="1543722" y="1066805"/>
                  </a:moveTo>
                  <a:cubicBezTo>
                    <a:pt x="1544081" y="1067881"/>
                    <a:pt x="1544081" y="1068958"/>
                    <a:pt x="1544439" y="1070034"/>
                  </a:cubicBezTo>
                  <a:cubicBezTo>
                    <a:pt x="1545157" y="1116682"/>
                    <a:pt x="1547310" y="1163331"/>
                    <a:pt x="1537263" y="1209261"/>
                  </a:cubicBezTo>
                  <a:cubicBezTo>
                    <a:pt x="1521115" y="1282104"/>
                    <a:pt x="1485950" y="1343105"/>
                    <a:pt x="1427461" y="1389394"/>
                  </a:cubicBezTo>
                  <a:cubicBezTo>
                    <a:pt x="1414543" y="1399800"/>
                    <a:pt x="1415260" y="1405542"/>
                    <a:pt x="1424949" y="1417024"/>
                  </a:cubicBezTo>
                  <a:cubicBezTo>
                    <a:pt x="1448990" y="1445372"/>
                    <a:pt x="1462267" y="1479102"/>
                    <a:pt x="1469803" y="1515703"/>
                  </a:cubicBezTo>
                  <a:cubicBezTo>
                    <a:pt x="1478773" y="1560557"/>
                    <a:pt x="1490256" y="1604334"/>
                    <a:pt x="1517527" y="1642370"/>
                  </a:cubicBezTo>
                  <a:cubicBezTo>
                    <a:pt x="1522910" y="1649547"/>
                    <a:pt x="1521474" y="1654929"/>
                    <a:pt x="1516092" y="1661388"/>
                  </a:cubicBezTo>
                  <a:cubicBezTo>
                    <a:pt x="1505327" y="1675024"/>
                    <a:pt x="1492768" y="1686865"/>
                    <a:pt x="1480209" y="1699065"/>
                  </a:cubicBezTo>
                  <a:cubicBezTo>
                    <a:pt x="1476620" y="1702295"/>
                    <a:pt x="1472673" y="1705524"/>
                    <a:pt x="1469085" y="1708754"/>
                  </a:cubicBezTo>
                  <a:cubicBezTo>
                    <a:pt x="1468367" y="1719878"/>
                    <a:pt x="1460114" y="1719878"/>
                    <a:pt x="1452220" y="1720236"/>
                  </a:cubicBezTo>
                  <a:cubicBezTo>
                    <a:pt x="1438943" y="1728490"/>
                    <a:pt x="1423513" y="1733513"/>
                    <a:pt x="1411672" y="1744278"/>
                  </a:cubicBezTo>
                  <a:cubicBezTo>
                    <a:pt x="1381171" y="1754325"/>
                    <a:pt x="1350312" y="1762579"/>
                    <a:pt x="1318735" y="1767602"/>
                  </a:cubicBezTo>
                  <a:cubicBezTo>
                    <a:pt x="1310123" y="1769037"/>
                    <a:pt x="1305458" y="1766884"/>
                    <a:pt x="1302228" y="1758990"/>
                  </a:cubicBezTo>
                  <a:cubicBezTo>
                    <a:pt x="1296846" y="1745713"/>
                    <a:pt x="1288593" y="1734231"/>
                    <a:pt x="1279622" y="1723107"/>
                  </a:cubicBezTo>
                  <a:cubicBezTo>
                    <a:pt x="1259169" y="1713777"/>
                    <a:pt x="1246610" y="1694401"/>
                    <a:pt x="1227951" y="1682918"/>
                  </a:cubicBezTo>
                  <a:cubicBezTo>
                    <a:pt x="1223286" y="1676100"/>
                    <a:pt x="1215391" y="1671077"/>
                    <a:pt x="1215391" y="1661388"/>
                  </a:cubicBezTo>
                  <a:cubicBezTo>
                    <a:pt x="1202115" y="1644882"/>
                    <a:pt x="1188838" y="1628376"/>
                    <a:pt x="1175561" y="1612228"/>
                  </a:cubicBezTo>
                  <a:cubicBezTo>
                    <a:pt x="1169102" y="1607205"/>
                    <a:pt x="1161567" y="1603257"/>
                    <a:pt x="1155467" y="1597516"/>
                  </a:cubicBezTo>
                  <a:cubicBezTo>
                    <a:pt x="1149725" y="1592134"/>
                    <a:pt x="1143266" y="1592134"/>
                    <a:pt x="1135731" y="1592134"/>
                  </a:cubicBezTo>
                  <a:cubicBezTo>
                    <a:pt x="1106307" y="1592851"/>
                    <a:pt x="1077241" y="1597157"/>
                    <a:pt x="1047817" y="1596081"/>
                  </a:cubicBezTo>
                  <a:cubicBezTo>
                    <a:pt x="1046023" y="1596081"/>
                    <a:pt x="1044588" y="1595363"/>
                    <a:pt x="1043152" y="1593928"/>
                  </a:cubicBezTo>
                  <a:cubicBezTo>
                    <a:pt x="1023417" y="1590698"/>
                    <a:pt x="1003322" y="1588187"/>
                    <a:pt x="983586" y="1583881"/>
                  </a:cubicBezTo>
                  <a:cubicBezTo>
                    <a:pt x="919714" y="1570245"/>
                    <a:pt x="863019" y="1540462"/>
                    <a:pt x="809195" y="1504938"/>
                  </a:cubicBezTo>
                  <a:cubicBezTo>
                    <a:pt x="698316" y="1426713"/>
                    <a:pt x="612555" y="1324446"/>
                    <a:pt x="533253" y="1216079"/>
                  </a:cubicBezTo>
                  <a:cubicBezTo>
                    <a:pt x="428834" y="1073623"/>
                    <a:pt x="322978" y="931884"/>
                    <a:pt x="198823" y="805217"/>
                  </a:cubicBezTo>
                  <a:cubicBezTo>
                    <a:pt x="186623" y="787634"/>
                    <a:pt x="169399" y="774716"/>
                    <a:pt x="152892" y="761440"/>
                  </a:cubicBezTo>
                  <a:cubicBezTo>
                    <a:pt x="135310" y="757492"/>
                    <a:pt x="83638" y="710486"/>
                    <a:pt x="78256" y="693979"/>
                  </a:cubicBezTo>
                  <a:cubicBezTo>
                    <a:pt x="60673" y="678550"/>
                    <a:pt x="40937" y="667426"/>
                    <a:pt x="19407" y="658814"/>
                  </a:cubicBezTo>
                  <a:cubicBezTo>
                    <a:pt x="14742" y="660967"/>
                    <a:pt x="10078" y="659532"/>
                    <a:pt x="5772" y="657020"/>
                  </a:cubicBezTo>
                  <a:cubicBezTo>
                    <a:pt x="2542" y="655226"/>
                    <a:pt x="-328" y="653431"/>
                    <a:pt x="30" y="649126"/>
                  </a:cubicBezTo>
                  <a:cubicBezTo>
                    <a:pt x="748" y="645178"/>
                    <a:pt x="2901" y="642667"/>
                    <a:pt x="6489" y="641231"/>
                  </a:cubicBezTo>
                  <a:cubicBezTo>
                    <a:pt x="12231" y="638719"/>
                    <a:pt x="17972" y="638361"/>
                    <a:pt x="24072" y="639078"/>
                  </a:cubicBezTo>
                  <a:cubicBezTo>
                    <a:pt x="57802" y="643025"/>
                    <a:pt x="90815" y="648767"/>
                    <a:pt x="122392" y="661685"/>
                  </a:cubicBezTo>
                  <a:cubicBezTo>
                    <a:pt x="152892" y="674603"/>
                    <a:pt x="184470" y="685367"/>
                    <a:pt x="212458" y="703309"/>
                  </a:cubicBezTo>
                  <a:cubicBezTo>
                    <a:pt x="217482" y="706539"/>
                    <a:pt x="223223" y="708333"/>
                    <a:pt x="227888" y="712280"/>
                  </a:cubicBezTo>
                  <a:cubicBezTo>
                    <a:pt x="234347" y="721968"/>
                    <a:pt x="245471" y="723045"/>
                    <a:pt x="254800" y="727710"/>
                  </a:cubicBezTo>
                  <a:cubicBezTo>
                    <a:pt x="272024" y="736680"/>
                    <a:pt x="288172" y="748163"/>
                    <a:pt x="305037" y="757851"/>
                  </a:cubicBezTo>
                  <a:cubicBezTo>
                    <a:pt x="324414" y="775793"/>
                    <a:pt x="346661" y="789429"/>
                    <a:pt x="367115" y="805576"/>
                  </a:cubicBezTo>
                  <a:cubicBezTo>
                    <a:pt x="370703" y="808447"/>
                    <a:pt x="375727" y="810241"/>
                    <a:pt x="377880" y="814905"/>
                  </a:cubicBezTo>
                  <a:cubicBezTo>
                    <a:pt x="382544" y="823876"/>
                    <a:pt x="392233" y="827106"/>
                    <a:pt x="399768" y="832847"/>
                  </a:cubicBezTo>
                  <a:cubicBezTo>
                    <a:pt x="435651" y="860477"/>
                    <a:pt x="469023" y="891337"/>
                    <a:pt x="502394" y="922196"/>
                  </a:cubicBezTo>
                  <a:cubicBezTo>
                    <a:pt x="571648" y="986068"/>
                    <a:pt x="636956" y="1054605"/>
                    <a:pt x="704775" y="1120271"/>
                  </a:cubicBezTo>
                  <a:cubicBezTo>
                    <a:pt x="809195" y="1221102"/>
                    <a:pt x="921150" y="1312245"/>
                    <a:pt x="1052841" y="1375759"/>
                  </a:cubicBezTo>
                  <a:cubicBezTo>
                    <a:pt x="1124607" y="1410565"/>
                    <a:pt x="1199962" y="1432454"/>
                    <a:pt x="1280699" y="1431019"/>
                  </a:cubicBezTo>
                  <a:cubicBezTo>
                    <a:pt x="1302587" y="1430660"/>
                    <a:pt x="1324835" y="1428507"/>
                    <a:pt x="1346365" y="1423124"/>
                  </a:cubicBezTo>
                  <a:cubicBezTo>
                    <a:pt x="1356412" y="1420612"/>
                    <a:pt x="1366459" y="1416306"/>
                    <a:pt x="1368253" y="1404824"/>
                  </a:cubicBezTo>
                  <a:cubicBezTo>
                    <a:pt x="1370048" y="1393341"/>
                    <a:pt x="1361436" y="1387600"/>
                    <a:pt x="1353183" y="1382576"/>
                  </a:cubicBezTo>
                  <a:cubicBezTo>
                    <a:pt x="1337753" y="1372888"/>
                    <a:pt x="1321964" y="1365711"/>
                    <a:pt x="1302946" y="1366788"/>
                  </a:cubicBezTo>
                  <a:cubicBezTo>
                    <a:pt x="1286440" y="1367864"/>
                    <a:pt x="1280699" y="1359611"/>
                    <a:pt x="1287158" y="1344540"/>
                  </a:cubicBezTo>
                  <a:cubicBezTo>
                    <a:pt x="1315864" y="1277080"/>
                    <a:pt x="1321964" y="1206031"/>
                    <a:pt x="1320170" y="1133906"/>
                  </a:cubicBezTo>
                  <a:cubicBezTo>
                    <a:pt x="1319094" y="1096947"/>
                    <a:pt x="1316582" y="1059628"/>
                    <a:pt x="1309405" y="1023745"/>
                  </a:cubicBezTo>
                  <a:cubicBezTo>
                    <a:pt x="1305099" y="1002933"/>
                    <a:pt x="1297923" y="982480"/>
                    <a:pt x="1296128" y="960950"/>
                  </a:cubicBezTo>
                  <a:cubicBezTo>
                    <a:pt x="1295411" y="955567"/>
                    <a:pt x="1293617" y="949826"/>
                    <a:pt x="1293617" y="944443"/>
                  </a:cubicBezTo>
                  <a:cubicBezTo>
                    <a:pt x="1296487" y="923631"/>
                    <a:pt x="1288593" y="904613"/>
                    <a:pt x="1284287" y="884878"/>
                  </a:cubicBezTo>
                  <a:cubicBezTo>
                    <a:pt x="1258092" y="767540"/>
                    <a:pt x="1215750" y="654508"/>
                    <a:pt x="1184891" y="538606"/>
                  </a:cubicBezTo>
                  <a:cubicBezTo>
                    <a:pt x="1175202" y="501646"/>
                    <a:pt x="1162643" y="465763"/>
                    <a:pt x="1154390" y="428444"/>
                  </a:cubicBezTo>
                  <a:cubicBezTo>
                    <a:pt x="1156543" y="418397"/>
                    <a:pt x="1148649" y="410144"/>
                    <a:pt x="1149366" y="400456"/>
                  </a:cubicBezTo>
                  <a:cubicBezTo>
                    <a:pt x="1150084" y="386102"/>
                    <a:pt x="1137525" y="375696"/>
                    <a:pt x="1138601" y="361343"/>
                  </a:cubicBezTo>
                  <a:cubicBezTo>
                    <a:pt x="1136807" y="354166"/>
                    <a:pt x="1139678" y="347349"/>
                    <a:pt x="1139678" y="340172"/>
                  </a:cubicBezTo>
                  <a:cubicBezTo>
                    <a:pt x="1124607" y="271276"/>
                    <a:pt x="1119942" y="201304"/>
                    <a:pt x="1119225" y="130615"/>
                  </a:cubicBezTo>
                  <a:cubicBezTo>
                    <a:pt x="1118866" y="110879"/>
                    <a:pt x="1126042" y="91861"/>
                    <a:pt x="1123531" y="72125"/>
                  </a:cubicBezTo>
                  <a:cubicBezTo>
                    <a:pt x="1126401" y="54542"/>
                    <a:pt x="1127119" y="36242"/>
                    <a:pt x="1142907" y="23683"/>
                  </a:cubicBezTo>
                  <a:cubicBezTo>
                    <a:pt x="1147572" y="16865"/>
                    <a:pt x="1144343" y="7535"/>
                    <a:pt x="1151519" y="0"/>
                  </a:cubicBezTo>
                  <a:cubicBezTo>
                    <a:pt x="1156543" y="15071"/>
                    <a:pt x="1149366" y="30859"/>
                    <a:pt x="1157261" y="44495"/>
                  </a:cubicBezTo>
                  <a:cubicBezTo>
                    <a:pt x="1171255" y="54901"/>
                    <a:pt x="1169461" y="72484"/>
                    <a:pt x="1176638" y="86119"/>
                  </a:cubicBezTo>
                  <a:cubicBezTo>
                    <a:pt x="1172690" y="105855"/>
                    <a:pt x="1183097" y="123079"/>
                    <a:pt x="1187761" y="141021"/>
                  </a:cubicBezTo>
                  <a:cubicBezTo>
                    <a:pt x="1206779" y="216375"/>
                    <a:pt x="1238357" y="287065"/>
                    <a:pt x="1271369" y="357037"/>
                  </a:cubicBezTo>
                  <a:cubicBezTo>
                    <a:pt x="1276034" y="367084"/>
                    <a:pt x="1278187" y="378926"/>
                    <a:pt x="1286799" y="386820"/>
                  </a:cubicBezTo>
                  <a:cubicBezTo>
                    <a:pt x="1292899" y="403326"/>
                    <a:pt x="1304381" y="417321"/>
                    <a:pt x="1311199" y="433109"/>
                  </a:cubicBezTo>
                  <a:cubicBezTo>
                    <a:pt x="1310482" y="441721"/>
                    <a:pt x="1319811" y="446386"/>
                    <a:pt x="1319452" y="454639"/>
                  </a:cubicBezTo>
                  <a:cubicBezTo>
                    <a:pt x="1320888" y="464686"/>
                    <a:pt x="1327706" y="472581"/>
                    <a:pt x="1331653" y="481551"/>
                  </a:cubicBezTo>
                  <a:cubicBezTo>
                    <a:pt x="1335241" y="489446"/>
                    <a:pt x="1336317" y="496622"/>
                    <a:pt x="1335241" y="504875"/>
                  </a:cubicBezTo>
                  <a:cubicBezTo>
                    <a:pt x="1360359" y="556547"/>
                    <a:pt x="1384760" y="608219"/>
                    <a:pt x="1410237" y="659890"/>
                  </a:cubicBezTo>
                  <a:cubicBezTo>
                    <a:pt x="1460473" y="762157"/>
                    <a:pt x="1503533" y="866936"/>
                    <a:pt x="1529010" y="978174"/>
                  </a:cubicBezTo>
                  <a:cubicBezTo>
                    <a:pt x="1536545" y="1006521"/>
                    <a:pt x="1539416" y="1037022"/>
                    <a:pt x="1543722" y="1066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xmlns="" id="{05631A24-5A60-40F7-A225-C9440983BFE1}"/>
                </a:ext>
              </a:extLst>
            </p:cNvPr>
            <p:cNvSpPr/>
            <p:nvPr/>
          </p:nvSpPr>
          <p:spPr>
            <a:xfrm>
              <a:off x="7358824" y="1135088"/>
              <a:ext cx="434186" cy="358831"/>
            </a:xfrm>
            <a:custGeom>
              <a:avLst/>
              <a:gdLst>
                <a:gd name="connsiteX0" fmla="*/ 132275 w 434185"/>
                <a:gd name="connsiteY0" fmla="*/ 350608 h 358831"/>
                <a:gd name="connsiteX1" fmla="*/ 144475 w 434185"/>
                <a:gd name="connsiteY1" fmla="*/ 333025 h 358831"/>
                <a:gd name="connsiteX2" fmla="*/ 232030 w 434185"/>
                <a:gd name="connsiteY2" fmla="*/ 250135 h 358831"/>
                <a:gd name="connsiteX3" fmla="*/ 372691 w 434185"/>
                <a:gd name="connsiteY3" fmla="*/ 213175 h 358831"/>
                <a:gd name="connsiteX4" fmla="*/ 403192 w 434185"/>
                <a:gd name="connsiteY4" fmla="*/ 192722 h 358831"/>
                <a:gd name="connsiteX5" fmla="*/ 415751 w 434185"/>
                <a:gd name="connsiteY5" fmla="*/ 175498 h 358831"/>
                <a:gd name="connsiteX6" fmla="*/ 430463 w 434185"/>
                <a:gd name="connsiteY6" fmla="*/ 158274 h 358831"/>
                <a:gd name="connsiteX7" fmla="*/ 436563 w 434185"/>
                <a:gd name="connsiteY7" fmla="*/ 141409 h 358831"/>
                <a:gd name="connsiteX8" fmla="*/ 338961 w 434185"/>
                <a:gd name="connsiteY8" fmla="*/ 101579 h 358831"/>
                <a:gd name="connsiteX9" fmla="*/ 308819 w 434185"/>
                <a:gd name="connsiteY9" fmla="*/ 120956 h 358831"/>
                <a:gd name="connsiteX10" fmla="*/ 271501 w 434185"/>
                <a:gd name="connsiteY10" fmla="*/ 135309 h 358831"/>
                <a:gd name="connsiteX11" fmla="*/ 291596 w 434185"/>
                <a:gd name="connsiteY11" fmla="*/ 104450 h 358831"/>
                <a:gd name="connsiteX12" fmla="*/ 299490 w 434185"/>
                <a:gd name="connsiteY12" fmla="*/ 78255 h 358831"/>
                <a:gd name="connsiteX13" fmla="*/ 284419 w 434185"/>
                <a:gd name="connsiteY13" fmla="*/ 9718 h 358831"/>
                <a:gd name="connsiteX14" fmla="*/ 260018 w 434185"/>
                <a:gd name="connsiteY14" fmla="*/ 9718 h 358831"/>
                <a:gd name="connsiteX15" fmla="*/ 174617 w 434185"/>
                <a:gd name="connsiteY15" fmla="*/ 32325 h 358831"/>
                <a:gd name="connsiteX16" fmla="*/ 96391 w 434185"/>
                <a:gd name="connsiteY16" fmla="*/ 24789 h 358831"/>
                <a:gd name="connsiteX17" fmla="*/ 77732 w 434185"/>
                <a:gd name="connsiteY17" fmla="*/ 53496 h 358831"/>
                <a:gd name="connsiteX18" fmla="*/ 79885 w 434185"/>
                <a:gd name="connsiteY18" fmla="*/ 89020 h 358831"/>
                <a:gd name="connsiteX19" fmla="*/ 59432 w 434185"/>
                <a:gd name="connsiteY19" fmla="*/ 128491 h 358831"/>
                <a:gd name="connsiteX20" fmla="*/ 11348 w 434185"/>
                <a:gd name="connsiteY20" fmla="*/ 142486 h 358831"/>
                <a:gd name="connsiteX21" fmla="*/ 1660 w 434185"/>
                <a:gd name="connsiteY21" fmla="*/ 159710 h 358831"/>
                <a:gd name="connsiteX22" fmla="*/ 45437 w 434185"/>
                <a:gd name="connsiteY22" fmla="*/ 206716 h 358831"/>
                <a:gd name="connsiteX23" fmla="*/ 66967 w 434185"/>
                <a:gd name="connsiteY23" fmla="*/ 216046 h 358831"/>
                <a:gd name="connsiteX24" fmla="*/ 113615 w 434185"/>
                <a:gd name="connsiteY24" fmla="*/ 217840 h 358831"/>
                <a:gd name="connsiteX25" fmla="*/ 126533 w 434185"/>
                <a:gd name="connsiteY25" fmla="*/ 225376 h 358831"/>
                <a:gd name="connsiteX26" fmla="*/ 114333 w 434185"/>
                <a:gd name="connsiteY26" fmla="*/ 233270 h 358831"/>
                <a:gd name="connsiteX27" fmla="*/ 55126 w 434185"/>
                <a:gd name="connsiteY27" fmla="*/ 253364 h 358831"/>
                <a:gd name="connsiteX28" fmla="*/ 25343 w 434185"/>
                <a:gd name="connsiteY28" fmla="*/ 321184 h 358831"/>
                <a:gd name="connsiteX29" fmla="*/ 43643 w 434185"/>
                <a:gd name="connsiteY29" fmla="*/ 337331 h 358831"/>
                <a:gd name="connsiteX30" fmla="*/ 106080 w 434185"/>
                <a:gd name="connsiteY30" fmla="*/ 356349 h 358831"/>
                <a:gd name="connsiteX31" fmla="*/ 132275 w 434185"/>
                <a:gd name="connsiteY31" fmla="*/ 350608 h 3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34185" h="358831">
                  <a:moveTo>
                    <a:pt x="132275" y="350608"/>
                  </a:moveTo>
                  <a:cubicBezTo>
                    <a:pt x="136222" y="344866"/>
                    <a:pt x="140528" y="338766"/>
                    <a:pt x="144475" y="333025"/>
                  </a:cubicBezTo>
                  <a:cubicBezTo>
                    <a:pt x="168158" y="299295"/>
                    <a:pt x="196505" y="270230"/>
                    <a:pt x="232030" y="250135"/>
                  </a:cubicBezTo>
                  <a:cubicBezTo>
                    <a:pt x="275448" y="225735"/>
                    <a:pt x="323173" y="214611"/>
                    <a:pt x="372691" y="213175"/>
                  </a:cubicBezTo>
                  <a:cubicBezTo>
                    <a:pt x="387762" y="212817"/>
                    <a:pt x="399604" y="210305"/>
                    <a:pt x="403192" y="192722"/>
                  </a:cubicBezTo>
                  <a:cubicBezTo>
                    <a:pt x="404627" y="185545"/>
                    <a:pt x="410369" y="180522"/>
                    <a:pt x="415751" y="175498"/>
                  </a:cubicBezTo>
                  <a:cubicBezTo>
                    <a:pt x="420416" y="169398"/>
                    <a:pt x="422569" y="161863"/>
                    <a:pt x="430463" y="158274"/>
                  </a:cubicBezTo>
                  <a:cubicBezTo>
                    <a:pt x="436922" y="155045"/>
                    <a:pt x="438716" y="148227"/>
                    <a:pt x="436563" y="141409"/>
                  </a:cubicBezTo>
                  <a:cubicBezTo>
                    <a:pt x="421134" y="91890"/>
                    <a:pt x="377715" y="78255"/>
                    <a:pt x="338961" y="101579"/>
                  </a:cubicBezTo>
                  <a:cubicBezTo>
                    <a:pt x="328914" y="107679"/>
                    <a:pt x="319584" y="115573"/>
                    <a:pt x="308819" y="120956"/>
                  </a:cubicBezTo>
                  <a:cubicBezTo>
                    <a:pt x="297696" y="126697"/>
                    <a:pt x="287290" y="134950"/>
                    <a:pt x="271501" y="135309"/>
                  </a:cubicBezTo>
                  <a:cubicBezTo>
                    <a:pt x="275807" y="122032"/>
                    <a:pt x="284778" y="113779"/>
                    <a:pt x="291596" y="104450"/>
                  </a:cubicBezTo>
                  <a:cubicBezTo>
                    <a:pt x="297696" y="96555"/>
                    <a:pt x="300566" y="88302"/>
                    <a:pt x="299490" y="78255"/>
                  </a:cubicBezTo>
                  <a:cubicBezTo>
                    <a:pt x="307743" y="52419"/>
                    <a:pt x="300566" y="30530"/>
                    <a:pt x="284419" y="9718"/>
                  </a:cubicBezTo>
                  <a:cubicBezTo>
                    <a:pt x="275448" y="-1764"/>
                    <a:pt x="270066" y="-4635"/>
                    <a:pt x="260018" y="9718"/>
                  </a:cubicBezTo>
                  <a:cubicBezTo>
                    <a:pt x="240283" y="38425"/>
                    <a:pt x="216959" y="56007"/>
                    <a:pt x="174617" y="32325"/>
                  </a:cubicBezTo>
                  <a:cubicBezTo>
                    <a:pt x="150216" y="18330"/>
                    <a:pt x="123663" y="16895"/>
                    <a:pt x="96391" y="24789"/>
                  </a:cubicBezTo>
                  <a:cubicBezTo>
                    <a:pt x="81321" y="29095"/>
                    <a:pt x="74503" y="37707"/>
                    <a:pt x="77732" y="53496"/>
                  </a:cubicBezTo>
                  <a:cubicBezTo>
                    <a:pt x="80244" y="65337"/>
                    <a:pt x="80962" y="77178"/>
                    <a:pt x="79885" y="89020"/>
                  </a:cubicBezTo>
                  <a:cubicBezTo>
                    <a:pt x="83474" y="111985"/>
                    <a:pt x="80244" y="118444"/>
                    <a:pt x="59432" y="128491"/>
                  </a:cubicBezTo>
                  <a:cubicBezTo>
                    <a:pt x="44002" y="135668"/>
                    <a:pt x="27855" y="139974"/>
                    <a:pt x="11348" y="142486"/>
                  </a:cubicBezTo>
                  <a:cubicBezTo>
                    <a:pt x="-134" y="144280"/>
                    <a:pt x="-1928" y="149303"/>
                    <a:pt x="1660" y="159710"/>
                  </a:cubicBezTo>
                  <a:cubicBezTo>
                    <a:pt x="9195" y="181957"/>
                    <a:pt x="24266" y="197028"/>
                    <a:pt x="45437" y="206716"/>
                  </a:cubicBezTo>
                  <a:cubicBezTo>
                    <a:pt x="49743" y="216046"/>
                    <a:pt x="58355" y="215687"/>
                    <a:pt x="66967" y="216046"/>
                  </a:cubicBezTo>
                  <a:cubicBezTo>
                    <a:pt x="82397" y="216764"/>
                    <a:pt x="98186" y="214970"/>
                    <a:pt x="113615" y="217840"/>
                  </a:cubicBezTo>
                  <a:cubicBezTo>
                    <a:pt x="118639" y="218917"/>
                    <a:pt x="126174" y="218917"/>
                    <a:pt x="126533" y="225376"/>
                  </a:cubicBezTo>
                  <a:cubicBezTo>
                    <a:pt x="126892" y="232193"/>
                    <a:pt x="119357" y="232193"/>
                    <a:pt x="114333" y="233270"/>
                  </a:cubicBezTo>
                  <a:cubicBezTo>
                    <a:pt x="93880" y="237935"/>
                    <a:pt x="73785" y="244035"/>
                    <a:pt x="55126" y="253364"/>
                  </a:cubicBezTo>
                  <a:cubicBezTo>
                    <a:pt x="25702" y="268077"/>
                    <a:pt x="16731" y="289248"/>
                    <a:pt x="25343" y="321184"/>
                  </a:cubicBezTo>
                  <a:cubicBezTo>
                    <a:pt x="28214" y="331231"/>
                    <a:pt x="32878" y="337331"/>
                    <a:pt x="43643" y="337331"/>
                  </a:cubicBezTo>
                  <a:cubicBezTo>
                    <a:pt x="66608" y="337331"/>
                    <a:pt x="87062" y="344508"/>
                    <a:pt x="106080" y="356349"/>
                  </a:cubicBezTo>
                  <a:cubicBezTo>
                    <a:pt x="116486" y="363167"/>
                    <a:pt x="125457" y="360655"/>
                    <a:pt x="132275" y="35060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CF3B0DF3-3451-4B6F-8ED9-E91173EA1717}"/>
                </a:ext>
              </a:extLst>
            </p:cNvPr>
            <p:cNvSpPr/>
            <p:nvPr/>
          </p:nvSpPr>
          <p:spPr>
            <a:xfrm>
              <a:off x="7874716" y="1549785"/>
              <a:ext cx="175827" cy="172239"/>
            </a:xfrm>
            <a:custGeom>
              <a:avLst/>
              <a:gdLst>
                <a:gd name="connsiteX0" fmla="*/ 56668 w 175827"/>
                <a:gd name="connsiteY0" fmla="*/ 37819 h 172238"/>
                <a:gd name="connsiteX1" fmla="*/ 14326 w 175827"/>
                <a:gd name="connsiteY1" fmla="*/ 53966 h 172238"/>
                <a:gd name="connsiteX2" fmla="*/ 4997 w 175827"/>
                <a:gd name="connsiteY2" fmla="*/ 85544 h 172238"/>
                <a:gd name="connsiteX3" fmla="*/ 18991 w 175827"/>
                <a:gd name="connsiteY3" fmla="*/ 111738 h 172238"/>
                <a:gd name="connsiteX4" fmla="*/ 49851 w 175827"/>
                <a:gd name="connsiteY4" fmla="*/ 161616 h 172238"/>
                <a:gd name="connsiteX5" fmla="*/ 70304 w 175827"/>
                <a:gd name="connsiteY5" fmla="*/ 173457 h 172238"/>
                <a:gd name="connsiteX6" fmla="*/ 73534 w 175827"/>
                <a:gd name="connsiteY6" fmla="*/ 172381 h 172238"/>
                <a:gd name="connsiteX7" fmla="*/ 149606 w 175827"/>
                <a:gd name="connsiteY7" fmla="*/ 137215 h 172238"/>
                <a:gd name="connsiteX8" fmla="*/ 153194 w 175827"/>
                <a:gd name="connsiteY8" fmla="*/ 123221 h 172238"/>
                <a:gd name="connsiteX9" fmla="*/ 177953 w 175827"/>
                <a:gd name="connsiteY9" fmla="*/ 76573 h 172238"/>
                <a:gd name="connsiteX10" fmla="*/ 152117 w 175827"/>
                <a:gd name="connsiteY10" fmla="*/ 8036 h 172238"/>
                <a:gd name="connsiteX11" fmla="*/ 129870 w 175827"/>
                <a:gd name="connsiteY11" fmla="*/ 3371 h 172238"/>
                <a:gd name="connsiteX12" fmla="*/ 67075 w 175827"/>
                <a:gd name="connsiteY12" fmla="*/ 37101 h 172238"/>
                <a:gd name="connsiteX13" fmla="*/ 56668 w 175827"/>
                <a:gd name="connsiteY13" fmla="*/ 37819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827" h="172238">
                  <a:moveTo>
                    <a:pt x="56668" y="37819"/>
                  </a:moveTo>
                  <a:cubicBezTo>
                    <a:pt x="43033" y="44278"/>
                    <a:pt x="27603" y="46790"/>
                    <a:pt x="14326" y="53966"/>
                  </a:cubicBezTo>
                  <a:cubicBezTo>
                    <a:pt x="-1462" y="62219"/>
                    <a:pt x="-3615" y="70114"/>
                    <a:pt x="4997" y="85544"/>
                  </a:cubicBezTo>
                  <a:cubicBezTo>
                    <a:pt x="9662" y="94155"/>
                    <a:pt x="18991" y="100614"/>
                    <a:pt x="18991" y="111738"/>
                  </a:cubicBezTo>
                  <a:cubicBezTo>
                    <a:pt x="27962" y="129321"/>
                    <a:pt x="39086" y="145468"/>
                    <a:pt x="49851" y="161616"/>
                  </a:cubicBezTo>
                  <a:cubicBezTo>
                    <a:pt x="54515" y="168792"/>
                    <a:pt x="60616" y="174534"/>
                    <a:pt x="70304" y="173457"/>
                  </a:cubicBezTo>
                  <a:cubicBezTo>
                    <a:pt x="71380" y="173098"/>
                    <a:pt x="72457" y="172739"/>
                    <a:pt x="73534" y="172381"/>
                  </a:cubicBezTo>
                  <a:cubicBezTo>
                    <a:pt x="104034" y="171663"/>
                    <a:pt x="126641" y="154080"/>
                    <a:pt x="149606" y="137215"/>
                  </a:cubicBezTo>
                  <a:cubicBezTo>
                    <a:pt x="154629" y="133627"/>
                    <a:pt x="155347" y="128603"/>
                    <a:pt x="153194" y="123221"/>
                  </a:cubicBezTo>
                  <a:cubicBezTo>
                    <a:pt x="163959" y="108868"/>
                    <a:pt x="173289" y="94155"/>
                    <a:pt x="177953" y="76573"/>
                  </a:cubicBezTo>
                  <a:cubicBezTo>
                    <a:pt x="179389" y="50019"/>
                    <a:pt x="166112" y="28848"/>
                    <a:pt x="152117" y="8036"/>
                  </a:cubicBezTo>
                  <a:cubicBezTo>
                    <a:pt x="145659" y="-1294"/>
                    <a:pt x="139558" y="-2011"/>
                    <a:pt x="129870" y="3371"/>
                  </a:cubicBezTo>
                  <a:cubicBezTo>
                    <a:pt x="109058" y="14854"/>
                    <a:pt x="89681" y="28489"/>
                    <a:pt x="67075" y="37101"/>
                  </a:cubicBezTo>
                  <a:cubicBezTo>
                    <a:pt x="63845" y="39254"/>
                    <a:pt x="60257" y="36025"/>
                    <a:pt x="56668" y="3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xmlns="" id="{11C34FCD-0527-42FA-88E9-1676D86F214F}"/>
                </a:ext>
              </a:extLst>
            </p:cNvPr>
            <p:cNvSpPr/>
            <p:nvPr/>
          </p:nvSpPr>
          <p:spPr>
            <a:xfrm>
              <a:off x="7629099" y="1501105"/>
              <a:ext cx="172239" cy="157886"/>
            </a:xfrm>
            <a:custGeom>
              <a:avLst/>
              <a:gdLst>
                <a:gd name="connsiteX0" fmla="*/ 22038 w 172238"/>
                <a:gd name="connsiteY0" fmla="*/ 103364 h 157885"/>
                <a:gd name="connsiteX1" fmla="*/ 40698 w 172238"/>
                <a:gd name="connsiteY1" fmla="*/ 144988 h 157885"/>
                <a:gd name="connsiteX2" fmla="*/ 73351 w 172238"/>
                <a:gd name="connsiteY2" fmla="*/ 157189 h 157885"/>
                <a:gd name="connsiteX3" fmla="*/ 91293 w 172238"/>
                <a:gd name="connsiteY3" fmla="*/ 150730 h 157885"/>
                <a:gd name="connsiteX4" fmla="*/ 164135 w 172238"/>
                <a:gd name="connsiteY4" fmla="*/ 90446 h 157885"/>
                <a:gd name="connsiteX5" fmla="*/ 169518 w 172238"/>
                <a:gd name="connsiteY5" fmla="*/ 67840 h 157885"/>
                <a:gd name="connsiteX6" fmla="*/ 167006 w 172238"/>
                <a:gd name="connsiteY6" fmla="*/ 34109 h 157885"/>
                <a:gd name="connsiteX7" fmla="*/ 155523 w 172238"/>
                <a:gd name="connsiteY7" fmla="*/ 16168 h 157885"/>
                <a:gd name="connsiteX8" fmla="*/ 126817 w 172238"/>
                <a:gd name="connsiteY8" fmla="*/ 21 h 157885"/>
                <a:gd name="connsiteX9" fmla="*/ 13068 w 172238"/>
                <a:gd name="connsiteY9" fmla="*/ 36980 h 157885"/>
                <a:gd name="connsiteX10" fmla="*/ 4814 w 172238"/>
                <a:gd name="connsiteY10" fmla="*/ 67122 h 157885"/>
                <a:gd name="connsiteX11" fmla="*/ 23115 w 172238"/>
                <a:gd name="connsiteY11" fmla="*/ 96187 h 157885"/>
                <a:gd name="connsiteX12" fmla="*/ 22038 w 172238"/>
                <a:gd name="connsiteY12" fmla="*/ 103364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2238" h="157885">
                  <a:moveTo>
                    <a:pt x="22038" y="103364"/>
                  </a:moveTo>
                  <a:cubicBezTo>
                    <a:pt x="24191" y="119152"/>
                    <a:pt x="37109" y="129917"/>
                    <a:pt x="40698" y="144988"/>
                  </a:cubicBezTo>
                  <a:cubicBezTo>
                    <a:pt x="51462" y="161853"/>
                    <a:pt x="55051" y="163289"/>
                    <a:pt x="73351" y="157189"/>
                  </a:cubicBezTo>
                  <a:cubicBezTo>
                    <a:pt x="79451" y="155036"/>
                    <a:pt x="85193" y="152524"/>
                    <a:pt x="91293" y="150730"/>
                  </a:cubicBezTo>
                  <a:cubicBezTo>
                    <a:pt x="117487" y="132788"/>
                    <a:pt x="143682" y="114846"/>
                    <a:pt x="164135" y="90446"/>
                  </a:cubicBezTo>
                  <a:cubicBezTo>
                    <a:pt x="168800" y="83628"/>
                    <a:pt x="165571" y="75016"/>
                    <a:pt x="169518" y="67840"/>
                  </a:cubicBezTo>
                  <a:cubicBezTo>
                    <a:pt x="176695" y="55998"/>
                    <a:pt x="175977" y="44874"/>
                    <a:pt x="167006" y="34109"/>
                  </a:cubicBezTo>
                  <a:cubicBezTo>
                    <a:pt x="162341" y="28727"/>
                    <a:pt x="158753" y="22268"/>
                    <a:pt x="155523" y="16168"/>
                  </a:cubicBezTo>
                  <a:cubicBezTo>
                    <a:pt x="149423" y="3968"/>
                    <a:pt x="140453" y="-338"/>
                    <a:pt x="126817" y="21"/>
                  </a:cubicBezTo>
                  <a:cubicBezTo>
                    <a:pt x="85193" y="1815"/>
                    <a:pt x="47874" y="14374"/>
                    <a:pt x="13068" y="36980"/>
                  </a:cubicBezTo>
                  <a:cubicBezTo>
                    <a:pt x="508" y="45233"/>
                    <a:pt x="-4515" y="53845"/>
                    <a:pt x="4814" y="67122"/>
                  </a:cubicBezTo>
                  <a:cubicBezTo>
                    <a:pt x="12709" y="75734"/>
                    <a:pt x="18091" y="85781"/>
                    <a:pt x="23115" y="96187"/>
                  </a:cubicBezTo>
                  <a:cubicBezTo>
                    <a:pt x="22038" y="98340"/>
                    <a:pt x="21321" y="100852"/>
                    <a:pt x="22038" y="10336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F1732F33-CBE1-42BF-9B9D-78E11072E56D}"/>
                </a:ext>
              </a:extLst>
            </p:cNvPr>
            <p:cNvSpPr/>
            <p:nvPr/>
          </p:nvSpPr>
          <p:spPr>
            <a:xfrm>
              <a:off x="7823216" y="1430832"/>
              <a:ext cx="143532" cy="154297"/>
            </a:xfrm>
            <a:custGeom>
              <a:avLst/>
              <a:gdLst>
                <a:gd name="connsiteX0" fmla="*/ 159 w 143532"/>
                <a:gd name="connsiteY0" fmla="*/ 105818 h 154297"/>
                <a:gd name="connsiteX1" fmla="*/ 159 w 143532"/>
                <a:gd name="connsiteY1" fmla="*/ 148877 h 154297"/>
                <a:gd name="connsiteX2" fmla="*/ 68696 w 143532"/>
                <a:gd name="connsiteY2" fmla="*/ 146007 h 154297"/>
                <a:gd name="connsiteX3" fmla="*/ 137592 w 143532"/>
                <a:gd name="connsiteY3" fmla="*/ 112277 h 154297"/>
                <a:gd name="connsiteX4" fmla="*/ 143333 w 143532"/>
                <a:gd name="connsiteY4" fmla="*/ 91464 h 154297"/>
                <a:gd name="connsiteX5" fmla="*/ 93097 w 143532"/>
                <a:gd name="connsiteY5" fmla="*/ 6780 h 154297"/>
                <a:gd name="connsiteX6" fmla="*/ 76949 w 143532"/>
                <a:gd name="connsiteY6" fmla="*/ 1398 h 154297"/>
                <a:gd name="connsiteX7" fmla="*/ 159 w 143532"/>
                <a:gd name="connsiteY7" fmla="*/ 105818 h 15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532" h="154297">
                  <a:moveTo>
                    <a:pt x="159" y="105818"/>
                  </a:moveTo>
                  <a:cubicBezTo>
                    <a:pt x="-199" y="120171"/>
                    <a:pt x="159" y="134524"/>
                    <a:pt x="159" y="148877"/>
                  </a:cubicBezTo>
                  <a:cubicBezTo>
                    <a:pt x="23484" y="157489"/>
                    <a:pt x="46449" y="159283"/>
                    <a:pt x="68696" y="146007"/>
                  </a:cubicBezTo>
                  <a:cubicBezTo>
                    <a:pt x="92020" y="135601"/>
                    <a:pt x="116421" y="127706"/>
                    <a:pt x="137592" y="112277"/>
                  </a:cubicBezTo>
                  <a:cubicBezTo>
                    <a:pt x="145486" y="106535"/>
                    <a:pt x="149074" y="101153"/>
                    <a:pt x="143333" y="91464"/>
                  </a:cubicBezTo>
                  <a:cubicBezTo>
                    <a:pt x="126468" y="63476"/>
                    <a:pt x="109603" y="35128"/>
                    <a:pt x="93097" y="6780"/>
                  </a:cubicBezTo>
                  <a:cubicBezTo>
                    <a:pt x="89150" y="-38"/>
                    <a:pt x="84844" y="-1473"/>
                    <a:pt x="76949" y="1398"/>
                  </a:cubicBezTo>
                  <a:cubicBezTo>
                    <a:pt x="32095" y="17545"/>
                    <a:pt x="1954" y="58093"/>
                    <a:pt x="159" y="10581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7F55DC4F-8A75-44A6-8AE0-9E03CF73BDD8}"/>
                </a:ext>
              </a:extLst>
            </p:cNvPr>
            <p:cNvSpPr/>
            <p:nvPr/>
          </p:nvSpPr>
          <p:spPr>
            <a:xfrm>
              <a:off x="7713732" y="1346074"/>
              <a:ext cx="161474" cy="114826"/>
            </a:xfrm>
            <a:custGeom>
              <a:avLst/>
              <a:gdLst>
                <a:gd name="connsiteX0" fmla="*/ 560 w 161473"/>
                <a:gd name="connsiteY0" fmla="*/ 52785 h 114825"/>
                <a:gd name="connsiteX1" fmla="*/ 60843 w 161473"/>
                <a:gd name="connsiteY1" fmla="*/ 117733 h 114825"/>
                <a:gd name="connsiteX2" fmla="*/ 154498 w 161473"/>
                <a:gd name="connsiteY2" fmla="*/ 62114 h 114825"/>
                <a:gd name="connsiteX3" fmla="*/ 162392 w 161473"/>
                <a:gd name="connsiteY3" fmla="*/ 23002 h 114825"/>
                <a:gd name="connsiteX4" fmla="*/ 135480 w 161473"/>
                <a:gd name="connsiteY4" fmla="*/ 395 h 114825"/>
                <a:gd name="connsiteX5" fmla="*/ 8095 w 161473"/>
                <a:gd name="connsiteY5" fmla="*/ 43096 h 114825"/>
                <a:gd name="connsiteX6" fmla="*/ 560 w 161473"/>
                <a:gd name="connsiteY6" fmla="*/ 52785 h 11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473" h="114825">
                  <a:moveTo>
                    <a:pt x="560" y="52785"/>
                  </a:moveTo>
                  <a:cubicBezTo>
                    <a:pt x="-4823" y="84721"/>
                    <a:pt x="29625" y="123474"/>
                    <a:pt x="60843" y="117733"/>
                  </a:cubicBezTo>
                  <a:cubicBezTo>
                    <a:pt x="98162" y="110915"/>
                    <a:pt x="130456" y="92615"/>
                    <a:pt x="154498" y="62114"/>
                  </a:cubicBezTo>
                  <a:cubicBezTo>
                    <a:pt x="163469" y="50632"/>
                    <a:pt x="165622" y="37355"/>
                    <a:pt x="162392" y="23002"/>
                  </a:cubicBezTo>
                  <a:cubicBezTo>
                    <a:pt x="158804" y="7572"/>
                    <a:pt x="151269" y="-2117"/>
                    <a:pt x="135480" y="395"/>
                  </a:cubicBezTo>
                  <a:cubicBezTo>
                    <a:pt x="87397" y="1831"/>
                    <a:pt x="46131" y="17619"/>
                    <a:pt x="8095" y="43096"/>
                  </a:cubicBezTo>
                  <a:cubicBezTo>
                    <a:pt x="4507" y="45608"/>
                    <a:pt x="1277" y="48120"/>
                    <a:pt x="560" y="5278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xmlns="" id="{14C28AE7-F186-4DDA-8259-90E0271F166A}"/>
                </a:ext>
              </a:extLst>
            </p:cNvPr>
            <p:cNvSpPr/>
            <p:nvPr/>
          </p:nvSpPr>
          <p:spPr>
            <a:xfrm>
              <a:off x="7574840" y="1382353"/>
              <a:ext cx="136356" cy="132768"/>
            </a:xfrm>
            <a:custGeom>
              <a:avLst/>
              <a:gdLst>
                <a:gd name="connsiteX0" fmla="*/ 134427 w 136355"/>
                <a:gd name="connsiteY0" fmla="*/ 67819 h 132767"/>
                <a:gd name="connsiteX1" fmla="*/ 110027 w 136355"/>
                <a:gd name="connsiteY1" fmla="*/ 30142 h 132767"/>
                <a:gd name="connsiteX2" fmla="*/ 54049 w 136355"/>
                <a:gd name="connsiteY2" fmla="*/ 0 h 132767"/>
                <a:gd name="connsiteX3" fmla="*/ 4889 w 136355"/>
                <a:gd name="connsiteY3" fmla="*/ 19018 h 132767"/>
                <a:gd name="connsiteX4" fmla="*/ 4530 w 136355"/>
                <a:gd name="connsiteY4" fmla="*/ 54901 h 132767"/>
                <a:gd name="connsiteX5" fmla="*/ 8836 w 136355"/>
                <a:gd name="connsiteY5" fmla="*/ 90425 h 132767"/>
                <a:gd name="connsiteX6" fmla="*/ 26060 w 136355"/>
                <a:gd name="connsiteY6" fmla="*/ 129179 h 132767"/>
                <a:gd name="connsiteX7" fmla="*/ 45437 w 136355"/>
                <a:gd name="connsiteY7" fmla="*/ 133126 h 132767"/>
                <a:gd name="connsiteX8" fmla="*/ 128327 w 136355"/>
                <a:gd name="connsiteY8" fmla="*/ 87196 h 132767"/>
                <a:gd name="connsiteX9" fmla="*/ 134427 w 136355"/>
                <a:gd name="connsiteY9" fmla="*/ 67819 h 13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355" h="132767">
                  <a:moveTo>
                    <a:pt x="134427" y="67819"/>
                  </a:moveTo>
                  <a:cubicBezTo>
                    <a:pt x="126174" y="55619"/>
                    <a:pt x="119356" y="41983"/>
                    <a:pt x="110027" y="30142"/>
                  </a:cubicBezTo>
                  <a:cubicBezTo>
                    <a:pt x="96032" y="11841"/>
                    <a:pt x="77373" y="359"/>
                    <a:pt x="54049" y="0"/>
                  </a:cubicBezTo>
                  <a:cubicBezTo>
                    <a:pt x="35390" y="1076"/>
                    <a:pt x="17807" y="6100"/>
                    <a:pt x="4889" y="19018"/>
                  </a:cubicBezTo>
                  <a:cubicBezTo>
                    <a:pt x="-5517" y="29424"/>
                    <a:pt x="3813" y="43060"/>
                    <a:pt x="4530" y="54901"/>
                  </a:cubicBezTo>
                  <a:cubicBezTo>
                    <a:pt x="5248" y="66743"/>
                    <a:pt x="7042" y="78584"/>
                    <a:pt x="8836" y="90425"/>
                  </a:cubicBezTo>
                  <a:cubicBezTo>
                    <a:pt x="10989" y="104779"/>
                    <a:pt x="17807" y="117338"/>
                    <a:pt x="26060" y="129179"/>
                  </a:cubicBezTo>
                  <a:cubicBezTo>
                    <a:pt x="31802" y="137073"/>
                    <a:pt x="37184" y="138150"/>
                    <a:pt x="45437" y="133126"/>
                  </a:cubicBezTo>
                  <a:cubicBezTo>
                    <a:pt x="72708" y="117338"/>
                    <a:pt x="100338" y="101908"/>
                    <a:pt x="128327" y="87196"/>
                  </a:cubicBezTo>
                  <a:cubicBezTo>
                    <a:pt x="137657" y="82172"/>
                    <a:pt x="140886" y="77149"/>
                    <a:pt x="134427" y="6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xmlns="" id="{BE7C0AB5-C36F-419A-96EF-3488DF1303A7}"/>
                </a:ext>
              </a:extLst>
            </p:cNvPr>
            <p:cNvSpPr/>
            <p:nvPr/>
          </p:nvSpPr>
          <p:spPr>
            <a:xfrm>
              <a:off x="7436197" y="1497762"/>
              <a:ext cx="150709" cy="118414"/>
            </a:xfrm>
            <a:custGeom>
              <a:avLst/>
              <a:gdLst>
                <a:gd name="connsiteX0" fmla="*/ 149991 w 150709"/>
                <a:gd name="connsiteY0" fmla="*/ 74054 h 118414"/>
                <a:gd name="connsiteX1" fmla="*/ 89349 w 150709"/>
                <a:gd name="connsiteY1" fmla="*/ 493 h 118414"/>
                <a:gd name="connsiteX2" fmla="*/ 0 w 150709"/>
                <a:gd name="connsiteY2" fmla="*/ 99531 h 118414"/>
                <a:gd name="connsiteX3" fmla="*/ 43419 w 150709"/>
                <a:gd name="connsiteY3" fmla="*/ 119267 h 118414"/>
                <a:gd name="connsiteX4" fmla="*/ 149991 w 150709"/>
                <a:gd name="connsiteY4" fmla="*/ 74054 h 118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9" h="118414">
                  <a:moveTo>
                    <a:pt x="149991" y="74054"/>
                  </a:moveTo>
                  <a:cubicBezTo>
                    <a:pt x="160398" y="40324"/>
                    <a:pt x="122720" y="-5248"/>
                    <a:pt x="89349" y="493"/>
                  </a:cubicBezTo>
                  <a:cubicBezTo>
                    <a:pt x="49160" y="7311"/>
                    <a:pt x="3229" y="58265"/>
                    <a:pt x="0" y="99531"/>
                  </a:cubicBezTo>
                  <a:cubicBezTo>
                    <a:pt x="8971" y="118549"/>
                    <a:pt x="25477" y="121061"/>
                    <a:pt x="43419" y="119267"/>
                  </a:cubicBezTo>
                  <a:cubicBezTo>
                    <a:pt x="83608" y="114961"/>
                    <a:pt x="119132" y="100607"/>
                    <a:pt x="149991" y="7405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xmlns="" id="{A5115D00-C728-4040-9E78-3C8049AF0B22}"/>
                </a:ext>
              </a:extLst>
            </p:cNvPr>
            <p:cNvSpPr/>
            <p:nvPr/>
          </p:nvSpPr>
          <p:spPr>
            <a:xfrm>
              <a:off x="7948111" y="2069789"/>
              <a:ext cx="204534" cy="172239"/>
            </a:xfrm>
            <a:custGeom>
              <a:avLst/>
              <a:gdLst>
                <a:gd name="connsiteX0" fmla="*/ 7314 w 204533"/>
                <a:gd name="connsiteY0" fmla="*/ 120293 h 172238"/>
                <a:gd name="connsiteX1" fmla="*/ 39609 w 204533"/>
                <a:gd name="connsiteY1" fmla="*/ 168017 h 172238"/>
                <a:gd name="connsiteX2" fmla="*/ 61498 w 204533"/>
                <a:gd name="connsiteY2" fmla="*/ 171605 h 172238"/>
                <a:gd name="connsiteX3" fmla="*/ 97022 w 204533"/>
                <a:gd name="connsiteY3" fmla="*/ 154740 h 172238"/>
                <a:gd name="connsiteX4" fmla="*/ 161612 w 204533"/>
                <a:gd name="connsiteY4" fmla="*/ 130340 h 172238"/>
                <a:gd name="connsiteX5" fmla="*/ 205030 w 204533"/>
                <a:gd name="connsiteY5" fmla="*/ 72209 h 172238"/>
                <a:gd name="connsiteX6" fmla="*/ 89846 w 204533"/>
                <a:gd name="connsiteY6" fmla="*/ 9055 h 172238"/>
                <a:gd name="connsiteX7" fmla="*/ 58986 w 204533"/>
                <a:gd name="connsiteY7" fmla="*/ 26638 h 172238"/>
                <a:gd name="connsiteX8" fmla="*/ 138 w 204533"/>
                <a:gd name="connsiteY8" fmla="*/ 104863 h 172238"/>
                <a:gd name="connsiteX9" fmla="*/ 7314 w 204533"/>
                <a:gd name="connsiteY9" fmla="*/ 120293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533" h="172238">
                  <a:moveTo>
                    <a:pt x="7314" y="120293"/>
                  </a:moveTo>
                  <a:cubicBezTo>
                    <a:pt x="10544" y="141464"/>
                    <a:pt x="26691" y="153664"/>
                    <a:pt x="39609" y="168017"/>
                  </a:cubicBezTo>
                  <a:cubicBezTo>
                    <a:pt x="46427" y="175553"/>
                    <a:pt x="52886" y="176629"/>
                    <a:pt x="61498" y="171605"/>
                  </a:cubicBezTo>
                  <a:cubicBezTo>
                    <a:pt x="72981" y="165146"/>
                    <a:pt x="85181" y="160123"/>
                    <a:pt x="97022" y="154740"/>
                  </a:cubicBezTo>
                  <a:cubicBezTo>
                    <a:pt x="121423" y="154382"/>
                    <a:pt x="140082" y="138952"/>
                    <a:pt x="161612" y="130340"/>
                  </a:cubicBezTo>
                  <a:cubicBezTo>
                    <a:pt x="187806" y="119934"/>
                    <a:pt x="208619" y="105222"/>
                    <a:pt x="205030" y="72209"/>
                  </a:cubicBezTo>
                  <a:cubicBezTo>
                    <a:pt x="189242" y="10849"/>
                    <a:pt x="141876" y="-15346"/>
                    <a:pt x="89846" y="9055"/>
                  </a:cubicBezTo>
                  <a:cubicBezTo>
                    <a:pt x="79081" y="14079"/>
                    <a:pt x="69033" y="20896"/>
                    <a:pt x="58986" y="26638"/>
                  </a:cubicBezTo>
                  <a:cubicBezTo>
                    <a:pt x="29921" y="32738"/>
                    <a:pt x="-2374" y="75798"/>
                    <a:pt x="138" y="104863"/>
                  </a:cubicBezTo>
                  <a:cubicBezTo>
                    <a:pt x="497" y="111322"/>
                    <a:pt x="1932" y="117063"/>
                    <a:pt x="7314" y="12029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xmlns="" id="{EE64C5E6-47DB-40A5-8571-506E53B5FE01}"/>
                </a:ext>
              </a:extLst>
            </p:cNvPr>
            <p:cNvSpPr/>
            <p:nvPr/>
          </p:nvSpPr>
          <p:spPr>
            <a:xfrm>
              <a:off x="8146844" y="1966373"/>
              <a:ext cx="204534" cy="150709"/>
            </a:xfrm>
            <a:custGeom>
              <a:avLst/>
              <a:gdLst>
                <a:gd name="connsiteX0" fmla="*/ 4504 w 204533"/>
                <a:gd name="connsiteY0" fmla="*/ 82688 h 150709"/>
                <a:gd name="connsiteX1" fmla="*/ 557 w 204533"/>
                <a:gd name="connsiteY1" fmla="*/ 103141 h 150709"/>
                <a:gd name="connsiteX2" fmla="*/ 65505 w 204533"/>
                <a:gd name="connsiteY2" fmla="*/ 151942 h 150709"/>
                <a:gd name="connsiteX3" fmla="*/ 93853 w 204533"/>
                <a:gd name="connsiteY3" fmla="*/ 146201 h 150709"/>
                <a:gd name="connsiteX4" fmla="*/ 174949 w 204533"/>
                <a:gd name="connsiteY4" fmla="*/ 104218 h 150709"/>
                <a:gd name="connsiteX5" fmla="*/ 194684 w 204533"/>
                <a:gd name="connsiteY5" fmla="*/ 44293 h 150709"/>
                <a:gd name="connsiteX6" fmla="*/ 173154 w 204533"/>
                <a:gd name="connsiteY6" fmla="*/ 13792 h 150709"/>
                <a:gd name="connsiteX7" fmla="*/ 140860 w 204533"/>
                <a:gd name="connsiteY7" fmla="*/ 157 h 150709"/>
                <a:gd name="connsiteX8" fmla="*/ 4504 w 204533"/>
                <a:gd name="connsiteY8" fmla="*/ 82688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533" h="150709">
                  <a:moveTo>
                    <a:pt x="4504" y="82688"/>
                  </a:moveTo>
                  <a:cubicBezTo>
                    <a:pt x="1633" y="89147"/>
                    <a:pt x="-1237" y="95606"/>
                    <a:pt x="557" y="103141"/>
                  </a:cubicBezTo>
                  <a:cubicBezTo>
                    <a:pt x="7733" y="130771"/>
                    <a:pt x="35005" y="151942"/>
                    <a:pt x="65505" y="151942"/>
                  </a:cubicBezTo>
                  <a:cubicBezTo>
                    <a:pt x="74476" y="152301"/>
                    <a:pt x="84164" y="150148"/>
                    <a:pt x="93853" y="146201"/>
                  </a:cubicBezTo>
                  <a:cubicBezTo>
                    <a:pt x="122201" y="134359"/>
                    <a:pt x="148395" y="118930"/>
                    <a:pt x="174949" y="104218"/>
                  </a:cubicBezTo>
                  <a:cubicBezTo>
                    <a:pt x="211549" y="84482"/>
                    <a:pt x="211908" y="82688"/>
                    <a:pt x="194684" y="44293"/>
                  </a:cubicBezTo>
                  <a:cubicBezTo>
                    <a:pt x="189661" y="32810"/>
                    <a:pt x="182484" y="22404"/>
                    <a:pt x="173154" y="13792"/>
                  </a:cubicBezTo>
                  <a:cubicBezTo>
                    <a:pt x="164184" y="5180"/>
                    <a:pt x="153419" y="874"/>
                    <a:pt x="140860" y="157"/>
                  </a:cubicBezTo>
                  <a:cubicBezTo>
                    <a:pt x="87753" y="-2714"/>
                    <a:pt x="26034" y="34245"/>
                    <a:pt x="4504" y="8268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xmlns="" id="{D070F154-0022-4FB1-8CE7-5D18CC30E4FD}"/>
                </a:ext>
              </a:extLst>
            </p:cNvPr>
            <p:cNvSpPr/>
            <p:nvPr/>
          </p:nvSpPr>
          <p:spPr>
            <a:xfrm>
              <a:off x="8052021" y="1817256"/>
              <a:ext cx="204534" cy="161474"/>
            </a:xfrm>
            <a:custGeom>
              <a:avLst/>
              <a:gdLst>
                <a:gd name="connsiteX0" fmla="*/ 3519 w 204533"/>
                <a:gd name="connsiteY0" fmla="*/ 76431 h 161474"/>
                <a:gd name="connsiteX1" fmla="*/ 3519 w 204533"/>
                <a:gd name="connsiteY1" fmla="*/ 99755 h 161474"/>
                <a:gd name="connsiteX2" fmla="*/ 37967 w 204533"/>
                <a:gd name="connsiteY2" fmla="*/ 156450 h 161474"/>
                <a:gd name="connsiteX3" fmla="*/ 56626 w 204533"/>
                <a:gd name="connsiteY3" fmla="*/ 162192 h 161474"/>
                <a:gd name="connsiteX4" fmla="*/ 195494 w 204533"/>
                <a:gd name="connsiteY4" fmla="*/ 87555 h 161474"/>
                <a:gd name="connsiteX5" fmla="*/ 204465 w 204533"/>
                <a:gd name="connsiteY5" fmla="*/ 72125 h 161474"/>
                <a:gd name="connsiteX6" fmla="*/ 121575 w 204533"/>
                <a:gd name="connsiteY6" fmla="*/ 0 h 161474"/>
                <a:gd name="connsiteX7" fmla="*/ 3519 w 204533"/>
                <a:gd name="connsiteY7" fmla="*/ 7643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61474">
                  <a:moveTo>
                    <a:pt x="3519" y="76431"/>
                  </a:moveTo>
                  <a:cubicBezTo>
                    <a:pt x="-428" y="84325"/>
                    <a:pt x="-1863" y="91502"/>
                    <a:pt x="3519" y="99755"/>
                  </a:cubicBezTo>
                  <a:cubicBezTo>
                    <a:pt x="15360" y="118414"/>
                    <a:pt x="26843" y="137432"/>
                    <a:pt x="37967" y="156450"/>
                  </a:cubicBezTo>
                  <a:cubicBezTo>
                    <a:pt x="42632" y="164703"/>
                    <a:pt x="47655" y="167215"/>
                    <a:pt x="56626" y="162192"/>
                  </a:cubicBezTo>
                  <a:cubicBezTo>
                    <a:pt x="102915" y="137073"/>
                    <a:pt x="149204" y="112314"/>
                    <a:pt x="195494" y="87555"/>
                  </a:cubicBezTo>
                  <a:cubicBezTo>
                    <a:pt x="201594" y="84325"/>
                    <a:pt x="205541" y="80737"/>
                    <a:pt x="204465" y="72125"/>
                  </a:cubicBezTo>
                  <a:cubicBezTo>
                    <a:pt x="199441" y="33012"/>
                    <a:pt x="164275" y="718"/>
                    <a:pt x="121575" y="0"/>
                  </a:cubicBezTo>
                  <a:cubicBezTo>
                    <a:pt x="71697" y="5382"/>
                    <a:pt x="28637" y="26195"/>
                    <a:pt x="3519" y="7643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C2B6DB94-A67C-4E01-A172-572FA01EC789}"/>
                </a:ext>
              </a:extLst>
            </p:cNvPr>
            <p:cNvSpPr/>
            <p:nvPr/>
          </p:nvSpPr>
          <p:spPr>
            <a:xfrm>
              <a:off x="7771521" y="1765880"/>
              <a:ext cx="200945" cy="161474"/>
            </a:xfrm>
            <a:custGeom>
              <a:avLst/>
              <a:gdLst>
                <a:gd name="connsiteX0" fmla="*/ 32478 w 200945"/>
                <a:gd name="connsiteY0" fmla="*/ 154361 h 161474"/>
                <a:gd name="connsiteX1" fmla="*/ 54008 w 200945"/>
                <a:gd name="connsiteY1" fmla="*/ 160820 h 161474"/>
                <a:gd name="connsiteX2" fmla="*/ 195388 w 200945"/>
                <a:gd name="connsiteY2" fmla="*/ 82953 h 161474"/>
                <a:gd name="connsiteX3" fmla="*/ 204000 w 200945"/>
                <a:gd name="connsiteY3" fmla="*/ 69318 h 161474"/>
                <a:gd name="connsiteX4" fmla="*/ 115010 w 200945"/>
                <a:gd name="connsiteY4" fmla="*/ 63 h 161474"/>
                <a:gd name="connsiteX5" fmla="*/ 4131 w 200945"/>
                <a:gd name="connsiteY5" fmla="*/ 71830 h 161474"/>
                <a:gd name="connsiteX6" fmla="*/ 4490 w 200945"/>
                <a:gd name="connsiteY6" fmla="*/ 102330 h 161474"/>
                <a:gd name="connsiteX7" fmla="*/ 32478 w 200945"/>
                <a:gd name="connsiteY7" fmla="*/ 15436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945" h="161474">
                  <a:moveTo>
                    <a:pt x="32478" y="154361"/>
                  </a:moveTo>
                  <a:cubicBezTo>
                    <a:pt x="37861" y="164767"/>
                    <a:pt x="43961" y="166202"/>
                    <a:pt x="54008" y="160820"/>
                  </a:cubicBezTo>
                  <a:cubicBezTo>
                    <a:pt x="101015" y="134625"/>
                    <a:pt x="148381" y="108789"/>
                    <a:pt x="195388" y="82953"/>
                  </a:cubicBezTo>
                  <a:cubicBezTo>
                    <a:pt x="200770" y="80083"/>
                    <a:pt x="205435" y="77212"/>
                    <a:pt x="204000" y="69318"/>
                  </a:cubicBezTo>
                  <a:cubicBezTo>
                    <a:pt x="196823" y="34870"/>
                    <a:pt x="172781" y="-1731"/>
                    <a:pt x="115010" y="63"/>
                  </a:cubicBezTo>
                  <a:cubicBezTo>
                    <a:pt x="75538" y="5087"/>
                    <a:pt x="29608" y="20876"/>
                    <a:pt x="4131" y="71830"/>
                  </a:cubicBezTo>
                  <a:cubicBezTo>
                    <a:pt x="-893" y="82236"/>
                    <a:pt x="-1969" y="91565"/>
                    <a:pt x="4490" y="102330"/>
                  </a:cubicBezTo>
                  <a:cubicBezTo>
                    <a:pt x="14178" y="119554"/>
                    <a:pt x="23508" y="136778"/>
                    <a:pt x="32478" y="15436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03385CD3-1657-4ED2-A972-CA6BE6DE1D78}"/>
                </a:ext>
              </a:extLst>
            </p:cNvPr>
            <p:cNvSpPr/>
            <p:nvPr/>
          </p:nvSpPr>
          <p:spPr>
            <a:xfrm>
              <a:off x="7672603" y="2029452"/>
              <a:ext cx="211710" cy="161474"/>
            </a:xfrm>
            <a:custGeom>
              <a:avLst/>
              <a:gdLst>
                <a:gd name="connsiteX0" fmla="*/ 145032 w 211710"/>
                <a:gd name="connsiteY0" fmla="*/ 120800 h 161474"/>
                <a:gd name="connsiteX1" fmla="*/ 197062 w 211710"/>
                <a:gd name="connsiteY1" fmla="*/ 89940 h 161474"/>
                <a:gd name="connsiteX2" fmla="*/ 211415 w 211710"/>
                <a:gd name="connsiteY2" fmla="*/ 66257 h 161474"/>
                <a:gd name="connsiteX3" fmla="*/ 190244 w 211710"/>
                <a:gd name="connsiteY3" fmla="*/ 31092 h 161474"/>
                <a:gd name="connsiteX4" fmla="*/ 168356 w 211710"/>
                <a:gd name="connsiteY4" fmla="*/ 11356 h 161474"/>
                <a:gd name="connsiteX5" fmla="*/ 86901 w 211710"/>
                <a:gd name="connsiteY5" fmla="*/ 2744 h 161474"/>
                <a:gd name="connsiteX6" fmla="*/ 47430 w 211710"/>
                <a:gd name="connsiteY6" fmla="*/ 22480 h 161474"/>
                <a:gd name="connsiteX7" fmla="*/ 64 w 211710"/>
                <a:gd name="connsiteY7" fmla="*/ 96040 h 161474"/>
                <a:gd name="connsiteX8" fmla="*/ 37023 w 211710"/>
                <a:gd name="connsiteY8" fmla="*/ 155247 h 161474"/>
                <a:gd name="connsiteX9" fmla="*/ 57118 w 211710"/>
                <a:gd name="connsiteY9" fmla="*/ 159912 h 161474"/>
                <a:gd name="connsiteX10" fmla="*/ 118837 w 211710"/>
                <a:gd name="connsiteY10" fmla="*/ 127617 h 161474"/>
                <a:gd name="connsiteX11" fmla="*/ 145032 w 211710"/>
                <a:gd name="connsiteY11" fmla="*/ 120800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710" h="161474">
                  <a:moveTo>
                    <a:pt x="145032" y="120800"/>
                  </a:moveTo>
                  <a:cubicBezTo>
                    <a:pt x="162256" y="110035"/>
                    <a:pt x="180197" y="100705"/>
                    <a:pt x="197062" y="89940"/>
                  </a:cubicBezTo>
                  <a:cubicBezTo>
                    <a:pt x="206033" y="84199"/>
                    <a:pt x="214645" y="78458"/>
                    <a:pt x="211415" y="66257"/>
                  </a:cubicBezTo>
                  <a:cubicBezTo>
                    <a:pt x="207827" y="52622"/>
                    <a:pt x="209621" y="35398"/>
                    <a:pt x="190244" y="31092"/>
                  </a:cubicBezTo>
                  <a:cubicBezTo>
                    <a:pt x="184144" y="23556"/>
                    <a:pt x="179121" y="13868"/>
                    <a:pt x="168356" y="11356"/>
                  </a:cubicBezTo>
                  <a:cubicBezTo>
                    <a:pt x="141443" y="4897"/>
                    <a:pt x="115249" y="-4791"/>
                    <a:pt x="86901" y="2744"/>
                  </a:cubicBezTo>
                  <a:cubicBezTo>
                    <a:pt x="73624" y="9203"/>
                    <a:pt x="59271" y="14227"/>
                    <a:pt x="47430" y="22480"/>
                  </a:cubicBezTo>
                  <a:cubicBezTo>
                    <a:pt x="21594" y="40063"/>
                    <a:pt x="-1371" y="60157"/>
                    <a:pt x="64" y="96040"/>
                  </a:cubicBezTo>
                  <a:cubicBezTo>
                    <a:pt x="12264" y="115776"/>
                    <a:pt x="25182" y="135153"/>
                    <a:pt x="37023" y="155247"/>
                  </a:cubicBezTo>
                  <a:cubicBezTo>
                    <a:pt x="42765" y="164936"/>
                    <a:pt x="48147" y="164936"/>
                    <a:pt x="57118" y="159912"/>
                  </a:cubicBezTo>
                  <a:cubicBezTo>
                    <a:pt x="77213" y="148430"/>
                    <a:pt x="98025" y="138382"/>
                    <a:pt x="118837" y="127617"/>
                  </a:cubicBezTo>
                  <a:cubicBezTo>
                    <a:pt x="127808" y="127617"/>
                    <a:pt x="136779" y="125823"/>
                    <a:pt x="145032" y="12080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626129D2-537B-400C-AE3B-768F92F3F975}"/>
                </a:ext>
              </a:extLst>
            </p:cNvPr>
            <p:cNvSpPr/>
            <p:nvPr/>
          </p:nvSpPr>
          <p:spPr>
            <a:xfrm>
              <a:off x="7861270" y="1924142"/>
              <a:ext cx="204534" cy="143532"/>
            </a:xfrm>
            <a:custGeom>
              <a:avLst/>
              <a:gdLst>
                <a:gd name="connsiteX0" fmla="*/ 30642 w 204533"/>
                <a:gd name="connsiteY0" fmla="*/ 130660 h 143532"/>
                <a:gd name="connsiteX1" fmla="*/ 33513 w 204533"/>
                <a:gd name="connsiteY1" fmla="*/ 132813 h 143532"/>
                <a:gd name="connsiteX2" fmla="*/ 66167 w 204533"/>
                <a:gd name="connsiteY2" fmla="*/ 139989 h 143532"/>
                <a:gd name="connsiteX3" fmla="*/ 200011 w 204533"/>
                <a:gd name="connsiteY3" fmla="*/ 80782 h 143532"/>
                <a:gd name="connsiteX4" fmla="*/ 205034 w 204533"/>
                <a:gd name="connsiteY4" fmla="*/ 68582 h 143532"/>
                <a:gd name="connsiteX5" fmla="*/ 138650 w 204533"/>
                <a:gd name="connsiteY5" fmla="*/ 404 h 143532"/>
                <a:gd name="connsiteX6" fmla="*/ 32078 w 204533"/>
                <a:gd name="connsiteY6" fmla="*/ 33775 h 143532"/>
                <a:gd name="connsiteX7" fmla="*/ 30642 w 204533"/>
                <a:gd name="connsiteY7" fmla="*/ 130660 h 1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43532">
                  <a:moveTo>
                    <a:pt x="30642" y="130660"/>
                  </a:moveTo>
                  <a:cubicBezTo>
                    <a:pt x="31360" y="131377"/>
                    <a:pt x="32436" y="132095"/>
                    <a:pt x="33513" y="132813"/>
                  </a:cubicBezTo>
                  <a:cubicBezTo>
                    <a:pt x="43919" y="148242"/>
                    <a:pt x="51454" y="149678"/>
                    <a:pt x="66167" y="139989"/>
                  </a:cubicBezTo>
                  <a:cubicBezTo>
                    <a:pt x="115685" y="131019"/>
                    <a:pt x="155874" y="101594"/>
                    <a:pt x="200011" y="80782"/>
                  </a:cubicBezTo>
                  <a:cubicBezTo>
                    <a:pt x="205034" y="78270"/>
                    <a:pt x="205752" y="73964"/>
                    <a:pt x="205034" y="68582"/>
                  </a:cubicBezTo>
                  <a:cubicBezTo>
                    <a:pt x="201805" y="34852"/>
                    <a:pt x="171304" y="2198"/>
                    <a:pt x="138650" y="404"/>
                  </a:cubicBezTo>
                  <a:cubicBezTo>
                    <a:pt x="99179" y="-2108"/>
                    <a:pt x="61143" y="6863"/>
                    <a:pt x="32078" y="33775"/>
                  </a:cubicBezTo>
                  <a:cubicBezTo>
                    <a:pt x="-9906" y="72888"/>
                    <a:pt x="-10982" y="94059"/>
                    <a:pt x="30642" y="130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0CDA6F23-DF21-4E75-ADA1-C1E410395EFC}"/>
                </a:ext>
              </a:extLst>
            </p:cNvPr>
            <p:cNvSpPr/>
            <p:nvPr/>
          </p:nvSpPr>
          <p:spPr>
            <a:xfrm>
              <a:off x="7976206" y="1687437"/>
              <a:ext cx="190180" cy="139944"/>
            </a:xfrm>
            <a:custGeom>
              <a:avLst/>
              <a:gdLst>
                <a:gd name="connsiteX0" fmla="*/ 20127 w 190180"/>
                <a:gd name="connsiteY0" fmla="*/ 46929 h 139944"/>
                <a:gd name="connsiteX1" fmla="*/ 3621 w 190180"/>
                <a:gd name="connsiteY1" fmla="*/ 76712 h 139944"/>
                <a:gd name="connsiteX2" fmla="*/ 1109 w 190180"/>
                <a:gd name="connsiteY2" fmla="*/ 95372 h 139944"/>
                <a:gd name="connsiteX3" fmla="*/ 74310 w 190180"/>
                <a:gd name="connsiteY3" fmla="*/ 142020 h 139944"/>
                <a:gd name="connsiteX4" fmla="*/ 153971 w 190180"/>
                <a:gd name="connsiteY4" fmla="*/ 107213 h 139944"/>
                <a:gd name="connsiteX5" fmla="*/ 191289 w 190180"/>
                <a:gd name="connsiteY5" fmla="*/ 46929 h 139944"/>
                <a:gd name="connsiteX6" fmla="*/ 163659 w 190180"/>
                <a:gd name="connsiteY6" fmla="*/ 10329 h 139944"/>
                <a:gd name="connsiteX7" fmla="*/ 108758 w 190180"/>
                <a:gd name="connsiteY7" fmla="*/ 2793 h 139944"/>
                <a:gd name="connsiteX8" fmla="*/ 33762 w 190180"/>
                <a:gd name="connsiteY8" fmla="*/ 23964 h 139944"/>
                <a:gd name="connsiteX9" fmla="*/ 20127 w 190180"/>
                <a:gd name="connsiteY9" fmla="*/ 46929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180" h="139944">
                  <a:moveTo>
                    <a:pt x="20127" y="46929"/>
                  </a:moveTo>
                  <a:cubicBezTo>
                    <a:pt x="14744" y="56977"/>
                    <a:pt x="9003" y="66665"/>
                    <a:pt x="3621" y="76712"/>
                  </a:cubicBezTo>
                  <a:cubicBezTo>
                    <a:pt x="750" y="82454"/>
                    <a:pt x="-1403" y="88195"/>
                    <a:pt x="1109" y="95372"/>
                  </a:cubicBezTo>
                  <a:cubicBezTo>
                    <a:pt x="11156" y="128025"/>
                    <a:pt x="40580" y="147402"/>
                    <a:pt x="74310" y="142020"/>
                  </a:cubicBezTo>
                  <a:cubicBezTo>
                    <a:pt x="103734" y="137355"/>
                    <a:pt x="130647" y="125872"/>
                    <a:pt x="153971" y="107213"/>
                  </a:cubicBezTo>
                  <a:cubicBezTo>
                    <a:pt x="172989" y="91783"/>
                    <a:pt x="189854" y="73842"/>
                    <a:pt x="191289" y="46929"/>
                  </a:cubicBezTo>
                  <a:cubicBezTo>
                    <a:pt x="195236" y="26117"/>
                    <a:pt x="188060" y="16429"/>
                    <a:pt x="163659" y="10329"/>
                  </a:cubicBezTo>
                  <a:cubicBezTo>
                    <a:pt x="145359" y="7817"/>
                    <a:pt x="127058" y="5305"/>
                    <a:pt x="108758" y="2793"/>
                  </a:cubicBezTo>
                  <a:cubicBezTo>
                    <a:pt x="78975" y="-6895"/>
                    <a:pt x="57086" y="10687"/>
                    <a:pt x="33762" y="23964"/>
                  </a:cubicBezTo>
                  <a:cubicBezTo>
                    <a:pt x="25150" y="28988"/>
                    <a:pt x="20127" y="36523"/>
                    <a:pt x="20127" y="4692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xmlns="" id="{43DDFF15-FE07-4D81-893C-C41FEF97079F}"/>
                </a:ext>
              </a:extLst>
            </p:cNvPr>
            <p:cNvSpPr/>
            <p:nvPr/>
          </p:nvSpPr>
          <p:spPr>
            <a:xfrm>
              <a:off x="7691071" y="1625139"/>
              <a:ext cx="197357" cy="150709"/>
            </a:xfrm>
            <a:custGeom>
              <a:avLst/>
              <a:gdLst>
                <a:gd name="connsiteX0" fmla="*/ 69510 w 197357"/>
                <a:gd name="connsiteY0" fmla="*/ 152646 h 150709"/>
                <a:gd name="connsiteX1" fmla="*/ 182900 w 197357"/>
                <a:gd name="connsiteY1" fmla="*/ 80162 h 150709"/>
                <a:gd name="connsiteX2" fmla="*/ 194024 w 197357"/>
                <a:gd name="connsiteY2" fmla="*/ 42843 h 150709"/>
                <a:gd name="connsiteX3" fmla="*/ 186130 w 197357"/>
                <a:gd name="connsiteY3" fmla="*/ 25261 h 150709"/>
                <a:gd name="connsiteX4" fmla="*/ 99293 w 197357"/>
                <a:gd name="connsiteY4" fmla="*/ 4090 h 150709"/>
                <a:gd name="connsiteX5" fmla="*/ 71304 w 197357"/>
                <a:gd name="connsiteY5" fmla="*/ 15931 h 150709"/>
                <a:gd name="connsiteX6" fmla="*/ 57668 w 197357"/>
                <a:gd name="connsiteY6" fmla="*/ 26696 h 150709"/>
                <a:gd name="connsiteX7" fmla="*/ 6714 w 197357"/>
                <a:gd name="connsiteY7" fmla="*/ 67244 h 150709"/>
                <a:gd name="connsiteX8" fmla="*/ 614 w 197357"/>
                <a:gd name="connsiteY8" fmla="*/ 92003 h 150709"/>
                <a:gd name="connsiteX9" fmla="*/ 69510 w 197357"/>
                <a:gd name="connsiteY9" fmla="*/ 152646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7357" h="150709">
                  <a:moveTo>
                    <a:pt x="69510" y="152646"/>
                  </a:moveTo>
                  <a:cubicBezTo>
                    <a:pt x="117593" y="145469"/>
                    <a:pt x="157064" y="123580"/>
                    <a:pt x="182900" y="80162"/>
                  </a:cubicBezTo>
                  <a:cubicBezTo>
                    <a:pt x="197971" y="70115"/>
                    <a:pt x="201918" y="58273"/>
                    <a:pt x="194024" y="42843"/>
                  </a:cubicBezTo>
                  <a:cubicBezTo>
                    <a:pt x="191153" y="37102"/>
                    <a:pt x="189359" y="30643"/>
                    <a:pt x="186130" y="25261"/>
                  </a:cubicBezTo>
                  <a:cubicBezTo>
                    <a:pt x="161370" y="1219"/>
                    <a:pt x="132305" y="-5240"/>
                    <a:pt x="99293" y="4090"/>
                  </a:cubicBezTo>
                  <a:cubicBezTo>
                    <a:pt x="89604" y="6960"/>
                    <a:pt x="80992" y="12343"/>
                    <a:pt x="71304" y="15931"/>
                  </a:cubicBezTo>
                  <a:cubicBezTo>
                    <a:pt x="66280" y="18802"/>
                    <a:pt x="63768" y="24543"/>
                    <a:pt x="57668" y="26696"/>
                  </a:cubicBezTo>
                  <a:cubicBezTo>
                    <a:pt x="35780" y="33873"/>
                    <a:pt x="21785" y="51455"/>
                    <a:pt x="6714" y="67244"/>
                  </a:cubicBezTo>
                  <a:cubicBezTo>
                    <a:pt x="-104" y="74420"/>
                    <a:pt x="-821" y="82674"/>
                    <a:pt x="614" y="92003"/>
                  </a:cubicBezTo>
                  <a:cubicBezTo>
                    <a:pt x="-1539" y="127886"/>
                    <a:pt x="31474" y="158387"/>
                    <a:pt x="69510" y="15264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xmlns="" id="{CD9B215E-BF29-4A78-B8A6-1840813018F8}"/>
                </a:ext>
              </a:extLst>
            </p:cNvPr>
            <p:cNvSpPr/>
            <p:nvPr/>
          </p:nvSpPr>
          <p:spPr>
            <a:xfrm>
              <a:off x="8215579" y="2125245"/>
              <a:ext cx="183004" cy="150709"/>
            </a:xfrm>
            <a:custGeom>
              <a:avLst/>
              <a:gdLst>
                <a:gd name="connsiteX0" fmla="*/ 38394 w 183003"/>
                <a:gd name="connsiteY0" fmla="*/ 53713 h 150709"/>
                <a:gd name="connsiteX1" fmla="*/ 30141 w 183003"/>
                <a:gd name="connsiteY1" fmla="*/ 55507 h 150709"/>
                <a:gd name="connsiteX2" fmla="*/ 2870 w 183003"/>
                <a:gd name="connsiteY2" fmla="*/ 93543 h 150709"/>
                <a:gd name="connsiteX3" fmla="*/ 28705 w 183003"/>
                <a:gd name="connsiteY3" fmla="*/ 137320 h 150709"/>
                <a:gd name="connsiteX4" fmla="*/ 53465 w 183003"/>
                <a:gd name="connsiteY4" fmla="*/ 150238 h 150709"/>
                <a:gd name="connsiteX5" fmla="*/ 56335 w 183003"/>
                <a:gd name="connsiteY5" fmla="*/ 151315 h 150709"/>
                <a:gd name="connsiteX6" fmla="*/ 181567 w 183003"/>
                <a:gd name="connsiteY6" fmla="*/ 96414 h 150709"/>
                <a:gd name="connsiteX7" fmla="*/ 155373 w 183003"/>
                <a:gd name="connsiteY7" fmla="*/ 8500 h 150709"/>
                <a:gd name="connsiteX8" fmla="*/ 129537 w 183003"/>
                <a:gd name="connsiteY8" fmla="*/ 3835 h 150709"/>
                <a:gd name="connsiteX9" fmla="*/ 38394 w 183003"/>
                <a:gd name="connsiteY9" fmla="*/ 53713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003" h="150709">
                  <a:moveTo>
                    <a:pt x="38394" y="53713"/>
                  </a:moveTo>
                  <a:cubicBezTo>
                    <a:pt x="35882" y="55866"/>
                    <a:pt x="33011" y="55507"/>
                    <a:pt x="30141" y="55507"/>
                  </a:cubicBezTo>
                  <a:cubicBezTo>
                    <a:pt x="4305" y="55866"/>
                    <a:pt x="-5384" y="69501"/>
                    <a:pt x="2870" y="93543"/>
                  </a:cubicBezTo>
                  <a:cubicBezTo>
                    <a:pt x="8611" y="109690"/>
                    <a:pt x="18658" y="123685"/>
                    <a:pt x="28705" y="137320"/>
                  </a:cubicBezTo>
                  <a:cubicBezTo>
                    <a:pt x="34447" y="145574"/>
                    <a:pt x="42341" y="151315"/>
                    <a:pt x="53465" y="150238"/>
                  </a:cubicBezTo>
                  <a:cubicBezTo>
                    <a:pt x="54541" y="150597"/>
                    <a:pt x="55618" y="150597"/>
                    <a:pt x="56335" y="151315"/>
                  </a:cubicBezTo>
                  <a:cubicBezTo>
                    <a:pt x="110878" y="161721"/>
                    <a:pt x="149990" y="137320"/>
                    <a:pt x="181567" y="96414"/>
                  </a:cubicBezTo>
                  <a:cubicBezTo>
                    <a:pt x="192691" y="61248"/>
                    <a:pt x="177262" y="33977"/>
                    <a:pt x="155373" y="8500"/>
                  </a:cubicBezTo>
                  <a:cubicBezTo>
                    <a:pt x="147478" y="-830"/>
                    <a:pt x="140661" y="-2624"/>
                    <a:pt x="129537" y="3835"/>
                  </a:cubicBezTo>
                  <a:cubicBezTo>
                    <a:pt x="99395" y="21059"/>
                    <a:pt x="68894" y="36848"/>
                    <a:pt x="38394" y="5371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xmlns="" id="{FE94BFB3-8B94-4D12-B34E-1D8E846B248C}"/>
                </a:ext>
              </a:extLst>
            </p:cNvPr>
            <p:cNvSpPr/>
            <p:nvPr/>
          </p:nvSpPr>
          <p:spPr>
            <a:xfrm>
              <a:off x="7600193" y="1892475"/>
              <a:ext cx="175827" cy="150709"/>
            </a:xfrm>
            <a:custGeom>
              <a:avLst/>
              <a:gdLst>
                <a:gd name="connsiteX0" fmla="*/ 122710 w 175827"/>
                <a:gd name="connsiteY0" fmla="*/ 124649 h 150709"/>
                <a:gd name="connsiteX1" fmla="*/ 158235 w 175827"/>
                <a:gd name="connsiteY1" fmla="*/ 97737 h 150709"/>
                <a:gd name="connsiteX2" fmla="*/ 168641 w 175827"/>
                <a:gd name="connsiteY2" fmla="*/ 23818 h 150709"/>
                <a:gd name="connsiteX3" fmla="*/ 113022 w 175827"/>
                <a:gd name="connsiteY3" fmla="*/ 1929 h 150709"/>
                <a:gd name="connsiteX4" fmla="*/ 55609 w 175827"/>
                <a:gd name="connsiteY4" fmla="*/ 22024 h 150709"/>
                <a:gd name="connsiteX5" fmla="*/ 1426 w 175827"/>
                <a:gd name="connsiteY5" fmla="*/ 110296 h 150709"/>
                <a:gd name="connsiteX6" fmla="*/ 13267 w 175827"/>
                <a:gd name="connsiteY6" fmla="*/ 117114 h 150709"/>
                <a:gd name="connsiteX7" fmla="*/ 60992 w 175827"/>
                <a:gd name="connsiteY7" fmla="*/ 146897 h 150709"/>
                <a:gd name="connsiteX8" fmla="*/ 77498 w 175827"/>
                <a:gd name="connsiteY8" fmla="*/ 149409 h 150709"/>
                <a:gd name="connsiteX9" fmla="*/ 122710 w 175827"/>
                <a:gd name="connsiteY9" fmla="*/ 124649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827" h="150709">
                  <a:moveTo>
                    <a:pt x="122710" y="124649"/>
                  </a:moveTo>
                  <a:cubicBezTo>
                    <a:pt x="134552" y="115679"/>
                    <a:pt x="147470" y="107426"/>
                    <a:pt x="158235" y="97737"/>
                  </a:cubicBezTo>
                  <a:cubicBezTo>
                    <a:pt x="179047" y="79437"/>
                    <a:pt x="182276" y="51089"/>
                    <a:pt x="168641" y="23818"/>
                  </a:cubicBezTo>
                  <a:cubicBezTo>
                    <a:pt x="157158" y="853"/>
                    <a:pt x="146034" y="-3094"/>
                    <a:pt x="113022" y="1929"/>
                  </a:cubicBezTo>
                  <a:cubicBezTo>
                    <a:pt x="92569" y="5159"/>
                    <a:pt x="73909" y="12694"/>
                    <a:pt x="55609" y="22024"/>
                  </a:cubicBezTo>
                  <a:cubicBezTo>
                    <a:pt x="19367" y="40324"/>
                    <a:pt x="-6469" y="65084"/>
                    <a:pt x="1426" y="110296"/>
                  </a:cubicBezTo>
                  <a:cubicBezTo>
                    <a:pt x="4655" y="113885"/>
                    <a:pt x="8243" y="117473"/>
                    <a:pt x="13267" y="117114"/>
                  </a:cubicBezTo>
                  <a:cubicBezTo>
                    <a:pt x="36591" y="115679"/>
                    <a:pt x="51662" y="126444"/>
                    <a:pt x="60992" y="146897"/>
                  </a:cubicBezTo>
                  <a:cubicBezTo>
                    <a:pt x="64939" y="155509"/>
                    <a:pt x="71398" y="152638"/>
                    <a:pt x="77498" y="149409"/>
                  </a:cubicBezTo>
                  <a:cubicBezTo>
                    <a:pt x="92569" y="141156"/>
                    <a:pt x="107640" y="132903"/>
                    <a:pt x="122710" y="12464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xmlns="" id="{D9677A0C-E3BF-452F-96C7-69FB04F2859E}"/>
                </a:ext>
              </a:extLst>
            </p:cNvPr>
            <p:cNvSpPr/>
            <p:nvPr/>
          </p:nvSpPr>
          <p:spPr>
            <a:xfrm>
              <a:off x="7530044" y="1739838"/>
              <a:ext cx="190180" cy="147121"/>
            </a:xfrm>
            <a:custGeom>
              <a:avLst/>
              <a:gdLst>
                <a:gd name="connsiteX0" fmla="*/ 186400 w 190180"/>
                <a:gd name="connsiteY0" fmla="*/ 107201 h 147120"/>
                <a:gd name="connsiteX1" fmla="*/ 187476 w 190180"/>
                <a:gd name="connsiteY1" fmla="*/ 93206 h 147120"/>
                <a:gd name="connsiteX2" fmla="*/ 136522 w 190180"/>
                <a:gd name="connsiteY2" fmla="*/ 6728 h 147120"/>
                <a:gd name="connsiteX3" fmla="*/ 120734 w 190180"/>
                <a:gd name="connsiteY3" fmla="*/ 2422 h 147120"/>
                <a:gd name="connsiteX4" fmla="*/ 8061 w 190180"/>
                <a:gd name="connsiteY4" fmla="*/ 65218 h 147120"/>
                <a:gd name="connsiteX5" fmla="*/ 525 w 190180"/>
                <a:gd name="connsiteY5" fmla="*/ 81365 h 147120"/>
                <a:gd name="connsiteX6" fmla="*/ 88798 w 190180"/>
                <a:gd name="connsiteY6" fmla="*/ 147749 h 147120"/>
                <a:gd name="connsiteX7" fmla="*/ 186400 w 190180"/>
                <a:gd name="connsiteY7" fmla="*/ 107201 h 14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180" h="147120">
                  <a:moveTo>
                    <a:pt x="186400" y="107201"/>
                  </a:moveTo>
                  <a:cubicBezTo>
                    <a:pt x="192500" y="102895"/>
                    <a:pt x="190347" y="98230"/>
                    <a:pt x="187476" y="93206"/>
                  </a:cubicBezTo>
                  <a:cubicBezTo>
                    <a:pt x="170253" y="64500"/>
                    <a:pt x="153388" y="35793"/>
                    <a:pt x="136522" y="6728"/>
                  </a:cubicBezTo>
                  <a:cubicBezTo>
                    <a:pt x="132217" y="-449"/>
                    <a:pt x="127910" y="-1884"/>
                    <a:pt x="120734" y="2422"/>
                  </a:cubicBezTo>
                  <a:cubicBezTo>
                    <a:pt x="83415" y="23593"/>
                    <a:pt x="45738" y="44405"/>
                    <a:pt x="8061" y="65218"/>
                  </a:cubicBezTo>
                  <a:cubicBezTo>
                    <a:pt x="1602" y="68806"/>
                    <a:pt x="-1269" y="73112"/>
                    <a:pt x="525" y="81365"/>
                  </a:cubicBezTo>
                  <a:cubicBezTo>
                    <a:pt x="9137" y="117248"/>
                    <a:pt x="46456" y="147390"/>
                    <a:pt x="88798" y="147749"/>
                  </a:cubicBezTo>
                  <a:cubicBezTo>
                    <a:pt x="121810" y="145596"/>
                    <a:pt x="154823" y="128372"/>
                    <a:pt x="186400" y="10720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xmlns="" id="{C2E0B194-F84B-4507-863B-1EEA72BA8858}"/>
                </a:ext>
              </a:extLst>
            </p:cNvPr>
            <p:cNvSpPr/>
            <p:nvPr/>
          </p:nvSpPr>
          <p:spPr>
            <a:xfrm>
              <a:off x="7478936" y="1615703"/>
              <a:ext cx="179416" cy="150709"/>
            </a:xfrm>
            <a:custGeom>
              <a:avLst/>
              <a:gdLst>
                <a:gd name="connsiteX0" fmla="*/ 71369 w 179415"/>
                <a:gd name="connsiteY0" fmla="*/ 148805 h 150709"/>
                <a:gd name="connsiteX1" fmla="*/ 157848 w 179415"/>
                <a:gd name="connsiteY1" fmla="*/ 93186 h 150709"/>
                <a:gd name="connsiteX2" fmla="*/ 175072 w 179415"/>
                <a:gd name="connsiteY2" fmla="*/ 77038 h 150709"/>
                <a:gd name="connsiteX3" fmla="*/ 172201 w 179415"/>
                <a:gd name="connsiteY3" fmla="*/ 22137 h 150709"/>
                <a:gd name="connsiteX4" fmla="*/ 142418 w 179415"/>
                <a:gd name="connsiteY4" fmla="*/ 2402 h 150709"/>
                <a:gd name="connsiteX5" fmla="*/ 71010 w 179415"/>
                <a:gd name="connsiteY5" fmla="*/ 12808 h 150709"/>
                <a:gd name="connsiteX6" fmla="*/ 59169 w 179415"/>
                <a:gd name="connsiteY6" fmla="*/ 14961 h 150709"/>
                <a:gd name="connsiteX7" fmla="*/ 25798 w 179415"/>
                <a:gd name="connsiteY7" fmla="*/ 29314 h 150709"/>
                <a:gd name="connsiteX8" fmla="*/ 11086 w 179415"/>
                <a:gd name="connsiteY8" fmla="*/ 39002 h 150709"/>
                <a:gd name="connsiteX9" fmla="*/ 4986 w 179415"/>
                <a:gd name="connsiteY9" fmla="*/ 64121 h 150709"/>
                <a:gd name="connsiteX10" fmla="*/ 21492 w 179415"/>
                <a:gd name="connsiteY10" fmla="*/ 93186 h 150709"/>
                <a:gd name="connsiteX11" fmla="*/ 51992 w 179415"/>
                <a:gd name="connsiteY11" fmla="*/ 143063 h 150709"/>
                <a:gd name="connsiteX12" fmla="*/ 71369 w 179415"/>
                <a:gd name="connsiteY12" fmla="*/ 148805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415" h="150709">
                  <a:moveTo>
                    <a:pt x="71369" y="148805"/>
                  </a:moveTo>
                  <a:cubicBezTo>
                    <a:pt x="101152" y="131581"/>
                    <a:pt x="132012" y="116151"/>
                    <a:pt x="157848" y="93186"/>
                  </a:cubicBezTo>
                  <a:cubicBezTo>
                    <a:pt x="167177" y="91751"/>
                    <a:pt x="171483" y="84933"/>
                    <a:pt x="175072" y="77038"/>
                  </a:cubicBezTo>
                  <a:cubicBezTo>
                    <a:pt x="184042" y="58020"/>
                    <a:pt x="180454" y="40079"/>
                    <a:pt x="172201" y="22137"/>
                  </a:cubicBezTo>
                  <a:cubicBezTo>
                    <a:pt x="164665" y="11731"/>
                    <a:pt x="160001" y="-6569"/>
                    <a:pt x="142418" y="2402"/>
                  </a:cubicBezTo>
                  <a:cubicBezTo>
                    <a:pt x="119094" y="13884"/>
                    <a:pt x="96129" y="18190"/>
                    <a:pt x="71010" y="12808"/>
                  </a:cubicBezTo>
                  <a:cubicBezTo>
                    <a:pt x="66705" y="12449"/>
                    <a:pt x="61322" y="13525"/>
                    <a:pt x="59169" y="14961"/>
                  </a:cubicBezTo>
                  <a:cubicBezTo>
                    <a:pt x="48763" y="21420"/>
                    <a:pt x="32616" y="14602"/>
                    <a:pt x="25798" y="29314"/>
                  </a:cubicBezTo>
                  <a:cubicBezTo>
                    <a:pt x="20774" y="32543"/>
                    <a:pt x="16109" y="36491"/>
                    <a:pt x="11086" y="39002"/>
                  </a:cubicBezTo>
                  <a:cubicBezTo>
                    <a:pt x="-756" y="45103"/>
                    <a:pt x="-3626" y="52279"/>
                    <a:pt x="4986" y="64121"/>
                  </a:cubicBezTo>
                  <a:cubicBezTo>
                    <a:pt x="11445" y="73091"/>
                    <a:pt x="18621" y="82062"/>
                    <a:pt x="21492" y="93186"/>
                  </a:cubicBezTo>
                  <a:cubicBezTo>
                    <a:pt x="34051" y="108257"/>
                    <a:pt x="42304" y="126198"/>
                    <a:pt x="51992" y="143063"/>
                  </a:cubicBezTo>
                  <a:cubicBezTo>
                    <a:pt x="57016" y="152393"/>
                    <a:pt x="62040" y="154187"/>
                    <a:pt x="71369" y="148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xmlns="" id="{C062D33D-2A17-4B66-B439-3E8BDD0C3EF6}"/>
                </a:ext>
              </a:extLst>
            </p:cNvPr>
            <p:cNvSpPr/>
            <p:nvPr/>
          </p:nvSpPr>
          <p:spPr>
            <a:xfrm>
              <a:off x="8002940" y="2287237"/>
              <a:ext cx="427009" cy="315771"/>
            </a:xfrm>
            <a:custGeom>
              <a:avLst/>
              <a:gdLst>
                <a:gd name="connsiteX0" fmla="*/ 419684 w 427008"/>
                <a:gd name="connsiteY0" fmla="*/ 24847 h 315771"/>
                <a:gd name="connsiteX1" fmla="*/ 406049 w 427008"/>
                <a:gd name="connsiteY1" fmla="*/ 11212 h 315771"/>
                <a:gd name="connsiteX2" fmla="*/ 362630 w 427008"/>
                <a:gd name="connsiteY2" fmla="*/ 14441 h 315771"/>
                <a:gd name="connsiteX3" fmla="*/ 349712 w 427008"/>
                <a:gd name="connsiteY3" fmla="*/ 31306 h 315771"/>
                <a:gd name="connsiteX4" fmla="*/ 146614 w 427008"/>
                <a:gd name="connsiteY4" fmla="*/ 168738 h 315771"/>
                <a:gd name="connsiteX5" fmla="*/ 14923 w 427008"/>
                <a:gd name="connsiteY5" fmla="*/ 201392 h 315771"/>
                <a:gd name="connsiteX6" fmla="*/ 2364 w 427008"/>
                <a:gd name="connsiteY6" fmla="*/ 216463 h 315771"/>
                <a:gd name="connsiteX7" fmla="*/ 85254 w 427008"/>
                <a:gd name="connsiteY7" fmla="*/ 312988 h 315771"/>
                <a:gd name="connsiteX8" fmla="*/ 110372 w 427008"/>
                <a:gd name="connsiteY8" fmla="*/ 314783 h 315771"/>
                <a:gd name="connsiteX9" fmla="*/ 415737 w 427008"/>
                <a:gd name="connsiteY9" fmla="*/ 149003 h 315771"/>
                <a:gd name="connsiteX10" fmla="*/ 426502 w 427008"/>
                <a:gd name="connsiteY10" fmla="*/ 136085 h 315771"/>
                <a:gd name="connsiteX11" fmla="*/ 419684 w 427008"/>
                <a:gd name="connsiteY11" fmla="*/ 24847 h 31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008" h="315771">
                  <a:moveTo>
                    <a:pt x="419684" y="24847"/>
                  </a:moveTo>
                  <a:cubicBezTo>
                    <a:pt x="415020" y="20182"/>
                    <a:pt x="411072" y="15159"/>
                    <a:pt x="406049" y="11212"/>
                  </a:cubicBezTo>
                  <a:cubicBezTo>
                    <a:pt x="386313" y="-4577"/>
                    <a:pt x="378778" y="-3859"/>
                    <a:pt x="362630" y="14441"/>
                  </a:cubicBezTo>
                  <a:cubicBezTo>
                    <a:pt x="358324" y="20182"/>
                    <a:pt x="354377" y="26282"/>
                    <a:pt x="349712" y="31306"/>
                  </a:cubicBezTo>
                  <a:cubicBezTo>
                    <a:pt x="291940" y="91590"/>
                    <a:pt x="224121" y="137520"/>
                    <a:pt x="146614" y="168738"/>
                  </a:cubicBezTo>
                  <a:cubicBezTo>
                    <a:pt x="104272" y="185962"/>
                    <a:pt x="60494" y="197086"/>
                    <a:pt x="14923" y="201392"/>
                  </a:cubicBezTo>
                  <a:cubicBezTo>
                    <a:pt x="7029" y="202110"/>
                    <a:pt x="-5172" y="201033"/>
                    <a:pt x="2364" y="216463"/>
                  </a:cubicBezTo>
                  <a:cubicBezTo>
                    <a:pt x="21741" y="255934"/>
                    <a:pt x="47935" y="289306"/>
                    <a:pt x="85254" y="312988"/>
                  </a:cubicBezTo>
                  <a:cubicBezTo>
                    <a:pt x="93507" y="318371"/>
                    <a:pt x="101401" y="319447"/>
                    <a:pt x="110372" y="314783"/>
                  </a:cubicBezTo>
                  <a:cubicBezTo>
                    <a:pt x="214792" y="264546"/>
                    <a:pt x="317776" y="211080"/>
                    <a:pt x="415737" y="149003"/>
                  </a:cubicBezTo>
                  <a:cubicBezTo>
                    <a:pt x="420761" y="145773"/>
                    <a:pt x="426861" y="142903"/>
                    <a:pt x="426502" y="136085"/>
                  </a:cubicBezTo>
                  <a:cubicBezTo>
                    <a:pt x="425067" y="99125"/>
                    <a:pt x="433320" y="61089"/>
                    <a:pt x="419684" y="24847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xmlns="" id="{C5D34069-6DEF-4C20-822C-471DCCF2495E}"/>
                </a:ext>
              </a:extLst>
            </p:cNvPr>
            <p:cNvSpPr/>
            <p:nvPr/>
          </p:nvSpPr>
          <p:spPr>
            <a:xfrm>
              <a:off x="8032358" y="2217277"/>
              <a:ext cx="218887" cy="190180"/>
            </a:xfrm>
            <a:custGeom>
              <a:avLst/>
              <a:gdLst>
                <a:gd name="connsiteX0" fmla="*/ 26411 w 218886"/>
                <a:gd name="connsiteY0" fmla="*/ 157602 h 190180"/>
                <a:gd name="connsiteX1" fmla="*/ 102483 w 218886"/>
                <a:gd name="connsiteY1" fmla="*/ 189179 h 190180"/>
                <a:gd name="connsiteX2" fmla="*/ 189321 w 218886"/>
                <a:gd name="connsiteY2" fmla="*/ 147914 h 190180"/>
                <a:gd name="connsiteX3" fmla="*/ 218027 w 218886"/>
                <a:gd name="connsiteY3" fmla="*/ 69689 h 190180"/>
                <a:gd name="connsiteX4" fmla="*/ 174250 w 218886"/>
                <a:gd name="connsiteY4" fmla="*/ 9405 h 190180"/>
                <a:gd name="connsiteX5" fmla="*/ 143390 w 218886"/>
                <a:gd name="connsiteY5" fmla="*/ 4381 h 190180"/>
                <a:gd name="connsiteX6" fmla="*/ 92795 w 218886"/>
                <a:gd name="connsiteY6" fmla="*/ 30576 h 190180"/>
                <a:gd name="connsiteX7" fmla="*/ 11340 w 218886"/>
                <a:gd name="connsiteY7" fmla="*/ 75789 h 190180"/>
                <a:gd name="connsiteX8" fmla="*/ 575 w 218886"/>
                <a:gd name="connsiteY8" fmla="*/ 93730 h 190180"/>
                <a:gd name="connsiteX9" fmla="*/ 26411 w 218886"/>
                <a:gd name="connsiteY9" fmla="*/ 157602 h 1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886" h="190180">
                  <a:moveTo>
                    <a:pt x="26411" y="157602"/>
                  </a:moveTo>
                  <a:cubicBezTo>
                    <a:pt x="45070" y="183797"/>
                    <a:pt x="70189" y="195280"/>
                    <a:pt x="102483" y="189179"/>
                  </a:cubicBezTo>
                  <a:cubicBezTo>
                    <a:pt x="135137" y="183079"/>
                    <a:pt x="163126" y="166932"/>
                    <a:pt x="189321" y="147914"/>
                  </a:cubicBezTo>
                  <a:cubicBezTo>
                    <a:pt x="215515" y="128537"/>
                    <a:pt x="228074" y="102701"/>
                    <a:pt x="218027" y="69689"/>
                  </a:cubicBezTo>
                  <a:cubicBezTo>
                    <a:pt x="207262" y="46724"/>
                    <a:pt x="191832" y="27705"/>
                    <a:pt x="174250" y="9405"/>
                  </a:cubicBezTo>
                  <a:cubicBezTo>
                    <a:pt x="164561" y="-642"/>
                    <a:pt x="155949" y="-3154"/>
                    <a:pt x="143390" y="4381"/>
                  </a:cubicBezTo>
                  <a:cubicBezTo>
                    <a:pt x="127243" y="14070"/>
                    <a:pt x="109660" y="21964"/>
                    <a:pt x="92795" y="30576"/>
                  </a:cubicBezTo>
                  <a:cubicBezTo>
                    <a:pt x="65524" y="45647"/>
                    <a:pt x="38612" y="60718"/>
                    <a:pt x="11340" y="75789"/>
                  </a:cubicBezTo>
                  <a:cubicBezTo>
                    <a:pt x="4164" y="79736"/>
                    <a:pt x="-1936" y="83324"/>
                    <a:pt x="575" y="93730"/>
                  </a:cubicBezTo>
                  <a:cubicBezTo>
                    <a:pt x="5958" y="115978"/>
                    <a:pt x="12776" y="138225"/>
                    <a:pt x="26411" y="157602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xmlns="" id="{985048EC-6A0E-4539-A0B7-22D70DE5D5C0}"/>
                </a:ext>
              </a:extLst>
            </p:cNvPr>
            <p:cNvSpPr/>
            <p:nvPr/>
          </p:nvSpPr>
          <p:spPr>
            <a:xfrm>
              <a:off x="7747012" y="2182112"/>
              <a:ext cx="204534" cy="139944"/>
            </a:xfrm>
            <a:custGeom>
              <a:avLst/>
              <a:gdLst>
                <a:gd name="connsiteX0" fmla="*/ 186525 w 204533"/>
                <a:gd name="connsiteY0" fmla="*/ 94806 h 139944"/>
                <a:gd name="connsiteX1" fmla="*/ 187602 w 204533"/>
                <a:gd name="connsiteY1" fmla="*/ 22323 h 139944"/>
                <a:gd name="connsiteX2" fmla="*/ 119424 w 204533"/>
                <a:gd name="connsiteY2" fmla="*/ 2946 h 139944"/>
                <a:gd name="connsiteX3" fmla="*/ 11416 w 204533"/>
                <a:gd name="connsiteY3" fmla="*/ 58564 h 139944"/>
                <a:gd name="connsiteX4" fmla="*/ 292 w 204533"/>
                <a:gd name="connsiteY4" fmla="*/ 73994 h 139944"/>
                <a:gd name="connsiteX5" fmla="*/ 63805 w 204533"/>
                <a:gd name="connsiteY5" fmla="*/ 141813 h 139944"/>
                <a:gd name="connsiteX6" fmla="*/ 186525 w 204533"/>
                <a:gd name="connsiteY6" fmla="*/ 94806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533" h="139944">
                  <a:moveTo>
                    <a:pt x="186525" y="94806"/>
                  </a:moveTo>
                  <a:cubicBezTo>
                    <a:pt x="210926" y="64306"/>
                    <a:pt x="210208" y="53541"/>
                    <a:pt x="187602" y="22323"/>
                  </a:cubicBezTo>
                  <a:cubicBezTo>
                    <a:pt x="168943" y="1510"/>
                    <a:pt x="145977" y="-4231"/>
                    <a:pt x="119424" y="2946"/>
                  </a:cubicBezTo>
                  <a:cubicBezTo>
                    <a:pt x="83541" y="21605"/>
                    <a:pt x="47299" y="39905"/>
                    <a:pt x="11416" y="58564"/>
                  </a:cubicBezTo>
                  <a:cubicBezTo>
                    <a:pt x="5316" y="61794"/>
                    <a:pt x="-1502" y="63947"/>
                    <a:pt x="292" y="73994"/>
                  </a:cubicBezTo>
                  <a:cubicBezTo>
                    <a:pt x="5316" y="104854"/>
                    <a:pt x="33304" y="138225"/>
                    <a:pt x="63805" y="141813"/>
                  </a:cubicBezTo>
                  <a:cubicBezTo>
                    <a:pt x="111888" y="147196"/>
                    <a:pt x="154948" y="134278"/>
                    <a:pt x="186525" y="9480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xmlns="" id="{9AFEC3B6-5417-426E-A973-CF2B3C10FCA9}"/>
                </a:ext>
              </a:extLst>
            </p:cNvPr>
            <p:cNvSpPr/>
            <p:nvPr/>
          </p:nvSpPr>
          <p:spPr>
            <a:xfrm>
              <a:off x="8159601" y="2486087"/>
              <a:ext cx="258358" cy="179416"/>
            </a:xfrm>
            <a:custGeom>
              <a:avLst/>
              <a:gdLst>
                <a:gd name="connsiteX0" fmla="*/ 238623 w 258358"/>
                <a:gd name="connsiteY0" fmla="*/ 30 h 179415"/>
                <a:gd name="connsiteX1" fmla="*/ 230728 w 258358"/>
                <a:gd name="connsiteY1" fmla="*/ 12230 h 179415"/>
                <a:gd name="connsiteX2" fmla="*/ 213146 w 258358"/>
                <a:gd name="connsiteY2" fmla="*/ 42731 h 179415"/>
                <a:gd name="connsiteX3" fmla="*/ 161474 w 258358"/>
                <a:gd name="connsiteY3" fmla="*/ 77537 h 179415"/>
                <a:gd name="connsiteX4" fmla="*/ 35883 w 258358"/>
                <a:gd name="connsiteY4" fmla="*/ 129927 h 179415"/>
                <a:gd name="connsiteX5" fmla="*/ 0 w 258358"/>
                <a:gd name="connsiteY5" fmla="*/ 156480 h 179415"/>
                <a:gd name="connsiteX6" fmla="*/ 94014 w 258358"/>
                <a:gd name="connsiteY6" fmla="*/ 175498 h 179415"/>
                <a:gd name="connsiteX7" fmla="*/ 158962 w 258358"/>
                <a:gd name="connsiteY7" fmla="*/ 175139 h 179415"/>
                <a:gd name="connsiteX8" fmla="*/ 260153 w 258358"/>
                <a:gd name="connsiteY8" fmla="*/ 33042 h 179415"/>
                <a:gd name="connsiteX9" fmla="*/ 255847 w 258358"/>
                <a:gd name="connsiteY9" fmla="*/ 8642 h 179415"/>
                <a:gd name="connsiteX10" fmla="*/ 238623 w 258358"/>
                <a:gd name="connsiteY10" fmla="*/ 30 h 1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358" h="179415">
                  <a:moveTo>
                    <a:pt x="238623" y="30"/>
                  </a:moveTo>
                  <a:cubicBezTo>
                    <a:pt x="231087" y="389"/>
                    <a:pt x="231446" y="6848"/>
                    <a:pt x="230728" y="12230"/>
                  </a:cubicBezTo>
                  <a:cubicBezTo>
                    <a:pt x="228216" y="24430"/>
                    <a:pt x="221758" y="34119"/>
                    <a:pt x="213146" y="42731"/>
                  </a:cubicBezTo>
                  <a:cubicBezTo>
                    <a:pt x="198075" y="57802"/>
                    <a:pt x="180133" y="68208"/>
                    <a:pt x="161474" y="77537"/>
                  </a:cubicBezTo>
                  <a:cubicBezTo>
                    <a:pt x="120926" y="97991"/>
                    <a:pt x="76790" y="110191"/>
                    <a:pt x="35883" y="129927"/>
                  </a:cubicBezTo>
                  <a:cubicBezTo>
                    <a:pt x="24400" y="135309"/>
                    <a:pt x="11483" y="139615"/>
                    <a:pt x="0" y="156480"/>
                  </a:cubicBezTo>
                  <a:cubicBezTo>
                    <a:pt x="36960" y="150739"/>
                    <a:pt x="64948" y="165092"/>
                    <a:pt x="94014" y="175498"/>
                  </a:cubicBezTo>
                  <a:cubicBezTo>
                    <a:pt x="115544" y="183034"/>
                    <a:pt x="137432" y="183034"/>
                    <a:pt x="158962" y="175139"/>
                  </a:cubicBezTo>
                  <a:cubicBezTo>
                    <a:pt x="216016" y="153610"/>
                    <a:pt x="258358" y="94044"/>
                    <a:pt x="260153" y="33042"/>
                  </a:cubicBezTo>
                  <a:cubicBezTo>
                    <a:pt x="260511" y="24789"/>
                    <a:pt x="260511" y="16177"/>
                    <a:pt x="255847" y="8642"/>
                  </a:cubicBezTo>
                  <a:cubicBezTo>
                    <a:pt x="251541" y="2542"/>
                    <a:pt x="245799" y="-329"/>
                    <a:pt x="238623" y="3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xmlns="" id="{A83636C3-2ADC-4872-9EFC-3FEABF18CD5B}"/>
                </a:ext>
              </a:extLst>
            </p:cNvPr>
            <p:cNvSpPr/>
            <p:nvPr/>
          </p:nvSpPr>
          <p:spPr>
            <a:xfrm>
              <a:off x="7870194" y="2319672"/>
              <a:ext cx="168651" cy="150709"/>
            </a:xfrm>
            <a:custGeom>
              <a:avLst/>
              <a:gdLst>
                <a:gd name="connsiteX0" fmla="*/ 168839 w 168650"/>
                <a:gd name="connsiteY0" fmla="*/ 75660 h 150709"/>
                <a:gd name="connsiteX1" fmla="*/ 141209 w 168650"/>
                <a:gd name="connsiteY1" fmla="*/ 8918 h 150709"/>
                <a:gd name="connsiteX2" fmla="*/ 117885 w 168650"/>
                <a:gd name="connsiteY2" fmla="*/ 3535 h 150709"/>
                <a:gd name="connsiteX3" fmla="*/ 16336 w 168650"/>
                <a:gd name="connsiteY3" fmla="*/ 60589 h 150709"/>
                <a:gd name="connsiteX4" fmla="*/ 12030 w 168650"/>
                <a:gd name="connsiteY4" fmla="*/ 92525 h 150709"/>
                <a:gd name="connsiteX5" fmla="*/ 34278 w 168650"/>
                <a:gd name="connsiteY5" fmla="*/ 110467 h 150709"/>
                <a:gd name="connsiteX6" fmla="*/ 65496 w 168650"/>
                <a:gd name="connsiteY6" fmla="*/ 134150 h 150709"/>
                <a:gd name="connsiteX7" fmla="*/ 121474 w 168650"/>
                <a:gd name="connsiteY7" fmla="*/ 141685 h 150709"/>
                <a:gd name="connsiteX8" fmla="*/ 152692 w 168650"/>
                <a:gd name="connsiteY8" fmla="*/ 118002 h 150709"/>
                <a:gd name="connsiteX9" fmla="*/ 168839 w 168650"/>
                <a:gd name="connsiteY9" fmla="*/ 75660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650" h="150709">
                  <a:moveTo>
                    <a:pt x="168839" y="75660"/>
                  </a:moveTo>
                  <a:cubicBezTo>
                    <a:pt x="167763" y="50183"/>
                    <a:pt x="155563" y="29371"/>
                    <a:pt x="141209" y="8918"/>
                  </a:cubicBezTo>
                  <a:cubicBezTo>
                    <a:pt x="134392" y="-771"/>
                    <a:pt x="128650" y="-2565"/>
                    <a:pt x="117885" y="3535"/>
                  </a:cubicBezTo>
                  <a:cubicBezTo>
                    <a:pt x="84514" y="23271"/>
                    <a:pt x="50425" y="41571"/>
                    <a:pt x="16336" y="60589"/>
                  </a:cubicBezTo>
                  <a:cubicBezTo>
                    <a:pt x="-4476" y="72072"/>
                    <a:pt x="-4835" y="74943"/>
                    <a:pt x="12030" y="92525"/>
                  </a:cubicBezTo>
                  <a:cubicBezTo>
                    <a:pt x="18489" y="99343"/>
                    <a:pt x="26383" y="105084"/>
                    <a:pt x="34278" y="110467"/>
                  </a:cubicBezTo>
                  <a:cubicBezTo>
                    <a:pt x="45043" y="118002"/>
                    <a:pt x="56166" y="124820"/>
                    <a:pt x="65496" y="134150"/>
                  </a:cubicBezTo>
                  <a:cubicBezTo>
                    <a:pt x="89897" y="158192"/>
                    <a:pt x="89897" y="158192"/>
                    <a:pt x="121474" y="141685"/>
                  </a:cubicBezTo>
                  <a:cubicBezTo>
                    <a:pt x="133315" y="135585"/>
                    <a:pt x="143721" y="127691"/>
                    <a:pt x="152692" y="118002"/>
                  </a:cubicBezTo>
                  <a:cubicBezTo>
                    <a:pt x="163457" y="105802"/>
                    <a:pt x="169557" y="91808"/>
                    <a:pt x="168839" y="75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3" name="Group 20">
            <a:extLst>
              <a:ext uri="{FF2B5EF4-FFF2-40B4-BE49-F238E27FC236}">
                <a16:creationId xmlns:a16="http://schemas.microsoft.com/office/drawing/2014/main" xmlns="" id="{06B4A866-8928-4AE8-B7A5-F50B09AFFD8D}"/>
              </a:ext>
            </a:extLst>
          </p:cNvPr>
          <p:cNvGrpSpPr/>
          <p:nvPr/>
        </p:nvGrpSpPr>
        <p:grpSpPr>
          <a:xfrm>
            <a:off x="5356402" y="2562432"/>
            <a:ext cx="1434626" cy="2521997"/>
            <a:chOff x="445712" y="1449040"/>
            <a:chExt cx="2113018" cy="3924176"/>
          </a:xfrm>
        </p:grpSpPr>
        <p:sp>
          <p:nvSpPr>
            <p:cNvPr id="94" name="Rounded Rectangle 21">
              <a:extLst>
                <a:ext uri="{FF2B5EF4-FFF2-40B4-BE49-F238E27FC236}">
                  <a16:creationId xmlns:a16="http://schemas.microsoft.com/office/drawing/2014/main" xmlns="" id="{1BE03F7B-4BDC-432B-B075-6FC459C941E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95" name="Rectangle 22">
              <a:extLst>
                <a:ext uri="{FF2B5EF4-FFF2-40B4-BE49-F238E27FC236}">
                  <a16:creationId xmlns:a16="http://schemas.microsoft.com/office/drawing/2014/main" xmlns="" id="{D6DAA192-A106-44C1-A6F5-EACA6E47B654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96" name="Group 23">
              <a:extLst>
                <a:ext uri="{FF2B5EF4-FFF2-40B4-BE49-F238E27FC236}">
                  <a16:creationId xmlns:a16="http://schemas.microsoft.com/office/drawing/2014/main" xmlns="" id="{1F715232-8679-45BB-8225-5FFBEAC0EF9F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7" name="Oval 24">
                <a:extLst>
                  <a:ext uri="{FF2B5EF4-FFF2-40B4-BE49-F238E27FC236}">
                    <a16:creationId xmlns:a16="http://schemas.microsoft.com/office/drawing/2014/main" xmlns="" id="{DBE27CA6-7A1A-48E5-8070-F1F958547A0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98" name="Rounded Rectangle 25">
                <a:extLst>
                  <a:ext uri="{FF2B5EF4-FFF2-40B4-BE49-F238E27FC236}">
                    <a16:creationId xmlns:a16="http://schemas.microsoft.com/office/drawing/2014/main" xmlns="" id="{F11E7414-DF82-49C2-B8E3-CAD1AA98EA1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pic>
        <p:nvPicPr>
          <p:cNvPr id="104" name="Picture 5" descr="C:\Users\ahmed\Downloads\photo_5332383068750737939_y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29"/>
          <a:stretch/>
        </p:blipFill>
        <p:spPr bwMode="auto">
          <a:xfrm>
            <a:off x="5477179" y="2798793"/>
            <a:ext cx="1194846" cy="204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52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  <a:endParaRPr lang="en-US" dirty="0"/>
          </a:p>
        </p:txBody>
      </p:sp>
      <p:sp>
        <p:nvSpPr>
          <p:cNvPr id="17" name="Donut 59">
            <a:extLst>
              <a:ext uri="{FF2B5EF4-FFF2-40B4-BE49-F238E27FC236}">
                <a16:creationId xmlns:a16="http://schemas.microsoft.com/office/drawing/2014/main" xmlns="" id="{074612DA-4685-471D-811F-4113464823B5}"/>
              </a:ext>
            </a:extLst>
          </p:cNvPr>
          <p:cNvSpPr/>
          <p:nvPr/>
        </p:nvSpPr>
        <p:spPr>
          <a:xfrm>
            <a:off x="1149280" y="2119727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440BE12F-280B-49BE-BE58-F493432B60F6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850310" y="2470242"/>
            <a:ext cx="8918802" cy="14356"/>
          </a:xfrm>
          <a:prstGeom prst="line">
            <a:avLst/>
          </a:prstGeom>
          <a:ln w="2222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6">
            <a:extLst>
              <a:ext uri="{FF2B5EF4-FFF2-40B4-BE49-F238E27FC236}">
                <a16:creationId xmlns:a16="http://schemas.microsoft.com/office/drawing/2014/main" xmlns="" id="{94862856-489C-42E8-88C5-F75E9B5CA442}"/>
              </a:ext>
            </a:extLst>
          </p:cNvPr>
          <p:cNvGrpSpPr/>
          <p:nvPr/>
        </p:nvGrpSpPr>
        <p:grpSpPr>
          <a:xfrm>
            <a:off x="1880629" y="2115266"/>
            <a:ext cx="9023575" cy="1180098"/>
            <a:chOff x="8306211" y="1813271"/>
            <a:chExt cx="2909365" cy="118009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EB75214B-3D0C-4E97-B3DD-925174D040EE}"/>
                </a:ext>
              </a:extLst>
            </p:cNvPr>
            <p:cNvSpPr txBox="1"/>
            <p:nvPr/>
          </p:nvSpPr>
          <p:spPr>
            <a:xfrm>
              <a:off x="8315999" y="2162372"/>
              <a:ext cx="28995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2400" dirty="0">
                  <a:solidFill>
                    <a:schemeClr val="bg1"/>
                  </a:solidFill>
                </a:rPr>
                <a:t>активные пользователи смартфонов в возрасте 18–45 лет, предпочитающие онлайн-заказ еды с доставкой.</a:t>
              </a:r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72319D3D-E51A-4C0E-945F-97DED571DFC9}"/>
                </a:ext>
              </a:extLst>
            </p:cNvPr>
            <p:cNvSpPr txBox="1"/>
            <p:nvPr/>
          </p:nvSpPr>
          <p:spPr>
            <a:xfrm>
              <a:off x="8306211" y="1813271"/>
              <a:ext cx="2908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bg1"/>
                  </a:solidFill>
                </a:rPr>
                <a:t>Клиенты ресторанов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28B7B92-0328-42D3-BE2D-F3508F2AF98F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1079012" y="4392121"/>
            <a:ext cx="9481729" cy="0"/>
          </a:xfrm>
          <a:prstGeom prst="line">
            <a:avLst/>
          </a:prstGeom>
          <a:ln w="22225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7">
            <a:extLst>
              <a:ext uri="{FF2B5EF4-FFF2-40B4-BE49-F238E27FC236}">
                <a16:creationId xmlns:a16="http://schemas.microsoft.com/office/drawing/2014/main" xmlns="" id="{1BACACFE-DDF2-45BA-B624-B0905B133438}"/>
              </a:ext>
            </a:extLst>
          </p:cNvPr>
          <p:cNvGrpSpPr/>
          <p:nvPr/>
        </p:nvGrpSpPr>
        <p:grpSpPr>
          <a:xfrm>
            <a:off x="1149280" y="3948757"/>
            <a:ext cx="9315032" cy="1525381"/>
            <a:chOff x="8306211" y="5374777"/>
            <a:chExt cx="2909365" cy="143682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12CDEBA-C73C-4C3F-9642-EFEE47764BBC}"/>
                </a:ext>
              </a:extLst>
            </p:cNvPr>
            <p:cNvSpPr txBox="1"/>
            <p:nvPr/>
          </p:nvSpPr>
          <p:spPr>
            <a:xfrm>
              <a:off x="8315999" y="5680959"/>
              <a:ext cx="2899577" cy="1130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2400" dirty="0">
                  <a:solidFill>
                    <a:schemeClr val="bg1"/>
                  </a:solidFill>
                </a:rPr>
                <a:t> сотрудники и владельцы кафе и ресторанов, заинтересованные в автоматизации приема заказов и управлении меню.</a:t>
              </a:r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F97A152B-0156-484A-B885-3754827A1F06}"/>
                </a:ext>
              </a:extLst>
            </p:cNvPr>
            <p:cNvSpPr txBox="1"/>
            <p:nvPr/>
          </p:nvSpPr>
          <p:spPr>
            <a:xfrm>
              <a:off x="8306211" y="5374777"/>
              <a:ext cx="2908198" cy="34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bg1"/>
                  </a:solidFill>
                </a:rPr>
                <a:t>Администраторы заведений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그룹 125">
            <a:extLst>
              <a:ext uri="{FF2B5EF4-FFF2-40B4-BE49-F238E27FC236}">
                <a16:creationId xmlns:a16="http://schemas.microsoft.com/office/drawing/2014/main" xmlns="" id="{5B2960CB-1048-42EE-9D47-D6B330DCA3A3}"/>
              </a:ext>
            </a:extLst>
          </p:cNvPr>
          <p:cNvGrpSpPr/>
          <p:nvPr/>
        </p:nvGrpSpPr>
        <p:grpSpPr>
          <a:xfrm>
            <a:off x="10788639" y="4220605"/>
            <a:ext cx="245234" cy="343032"/>
            <a:chOff x="1019786" y="3002376"/>
            <a:chExt cx="2531613" cy="3541194"/>
          </a:xfrm>
          <a:solidFill>
            <a:schemeClr val="bg1"/>
          </a:solidFill>
        </p:grpSpPr>
        <p:sp>
          <p:nvSpPr>
            <p:cNvPr id="40" name="사각형: 둥근 모서리 132">
              <a:extLst>
                <a:ext uri="{FF2B5EF4-FFF2-40B4-BE49-F238E27FC236}">
                  <a16:creationId xmlns:a16="http://schemas.microsoft.com/office/drawing/2014/main" xmlns="" id="{2EEABD2C-7723-4AEE-9914-95F286F2E7E3}"/>
                </a:ext>
              </a:extLst>
            </p:cNvPr>
            <p:cNvSpPr/>
            <p:nvPr/>
          </p:nvSpPr>
          <p:spPr>
            <a:xfrm>
              <a:off x="1719599" y="3938794"/>
              <a:ext cx="1084489" cy="2604776"/>
            </a:xfrm>
            <a:custGeom>
              <a:avLst/>
              <a:gdLst>
                <a:gd name="connsiteX0" fmla="*/ 0 w 626166"/>
                <a:gd name="connsiteY0" fmla="*/ 293202 h 1175728"/>
                <a:gd name="connsiteX1" fmla="*/ 293202 w 626166"/>
                <a:gd name="connsiteY1" fmla="*/ 0 h 1175728"/>
                <a:gd name="connsiteX2" fmla="*/ 332964 w 626166"/>
                <a:gd name="connsiteY2" fmla="*/ 0 h 1175728"/>
                <a:gd name="connsiteX3" fmla="*/ 626166 w 626166"/>
                <a:gd name="connsiteY3" fmla="*/ 293202 h 1175728"/>
                <a:gd name="connsiteX4" fmla="*/ 626166 w 626166"/>
                <a:gd name="connsiteY4" fmla="*/ 882526 h 1175728"/>
                <a:gd name="connsiteX5" fmla="*/ 332964 w 626166"/>
                <a:gd name="connsiteY5" fmla="*/ 1175728 h 1175728"/>
                <a:gd name="connsiteX6" fmla="*/ 293202 w 626166"/>
                <a:gd name="connsiteY6" fmla="*/ 1175728 h 1175728"/>
                <a:gd name="connsiteX7" fmla="*/ 0 w 626166"/>
                <a:gd name="connsiteY7" fmla="*/ 882526 h 1175728"/>
                <a:gd name="connsiteX8" fmla="*/ 0 w 626166"/>
                <a:gd name="connsiteY8" fmla="*/ 293202 h 1175728"/>
                <a:gd name="connsiteX0" fmla="*/ 0 w 626166"/>
                <a:gd name="connsiteY0" fmla="*/ 303142 h 1185668"/>
                <a:gd name="connsiteX1" fmla="*/ 293202 w 626166"/>
                <a:gd name="connsiteY1" fmla="*/ 9940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03142 h 1185668"/>
                <a:gd name="connsiteX1" fmla="*/ 233567 w 626166"/>
                <a:gd name="connsiteY1" fmla="*/ 1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93202 w 626166"/>
                <a:gd name="connsiteY6" fmla="*/ 1205546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53446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32959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03142 w 626166"/>
                <a:gd name="connsiteY6" fmla="*/ 1185668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25711"/>
                <a:gd name="connsiteX1" fmla="*/ 233567 w 626166"/>
                <a:gd name="connsiteY1" fmla="*/ 19879 h 1225711"/>
                <a:gd name="connsiteX2" fmla="*/ 432356 w 626166"/>
                <a:gd name="connsiteY2" fmla="*/ 0 h 1225711"/>
                <a:gd name="connsiteX3" fmla="*/ 626166 w 626166"/>
                <a:gd name="connsiteY3" fmla="*/ 323020 h 1225711"/>
                <a:gd name="connsiteX4" fmla="*/ 626166 w 626166"/>
                <a:gd name="connsiteY4" fmla="*/ 912344 h 1225711"/>
                <a:gd name="connsiteX5" fmla="*/ 332964 w 626166"/>
                <a:gd name="connsiteY5" fmla="*/ 1205546 h 1225711"/>
                <a:gd name="connsiteX6" fmla="*/ 332960 w 626166"/>
                <a:gd name="connsiteY6" fmla="*/ 1225424 h 1225711"/>
                <a:gd name="connsiteX7" fmla="*/ 0 w 626166"/>
                <a:gd name="connsiteY7" fmla="*/ 912344 h 1225711"/>
                <a:gd name="connsiteX8" fmla="*/ 0 w 626166"/>
                <a:gd name="connsiteY8" fmla="*/ 323020 h 1225711"/>
                <a:gd name="connsiteX0" fmla="*/ 0 w 626166"/>
                <a:gd name="connsiteY0" fmla="*/ 303142 h 1205833"/>
                <a:gd name="connsiteX1" fmla="*/ 233567 w 626166"/>
                <a:gd name="connsiteY1" fmla="*/ 1 h 1205833"/>
                <a:gd name="connsiteX2" fmla="*/ 412478 w 626166"/>
                <a:gd name="connsiteY2" fmla="*/ 0 h 1205833"/>
                <a:gd name="connsiteX3" fmla="*/ 626166 w 626166"/>
                <a:gd name="connsiteY3" fmla="*/ 303142 h 1205833"/>
                <a:gd name="connsiteX4" fmla="*/ 626166 w 626166"/>
                <a:gd name="connsiteY4" fmla="*/ 892466 h 1205833"/>
                <a:gd name="connsiteX5" fmla="*/ 332964 w 626166"/>
                <a:gd name="connsiteY5" fmla="*/ 1185668 h 1205833"/>
                <a:gd name="connsiteX6" fmla="*/ 332960 w 626166"/>
                <a:gd name="connsiteY6" fmla="*/ 1205546 h 1205833"/>
                <a:gd name="connsiteX7" fmla="*/ 0 w 626166"/>
                <a:gd name="connsiteY7" fmla="*/ 892466 h 1205833"/>
                <a:gd name="connsiteX8" fmla="*/ 0 w 626166"/>
                <a:gd name="connsiteY8" fmla="*/ 303142 h 1205833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32960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23429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3429 w 626166"/>
                <a:gd name="connsiteY6" fmla="*/ 1205546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0252 w 626166"/>
                <a:gd name="connsiteY6" fmla="*/ 1200437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9124"/>
                <a:gd name="connsiteX1" fmla="*/ 233567 w 626166"/>
                <a:gd name="connsiteY1" fmla="*/ 1 h 1209124"/>
                <a:gd name="connsiteX2" fmla="*/ 412478 w 626166"/>
                <a:gd name="connsiteY2" fmla="*/ 0 h 1209124"/>
                <a:gd name="connsiteX3" fmla="*/ 626166 w 626166"/>
                <a:gd name="connsiteY3" fmla="*/ 303142 h 1209124"/>
                <a:gd name="connsiteX4" fmla="*/ 626166 w 626166"/>
                <a:gd name="connsiteY4" fmla="*/ 892466 h 1209124"/>
                <a:gd name="connsiteX5" fmla="*/ 345672 w 626166"/>
                <a:gd name="connsiteY5" fmla="*/ 1208656 h 1209124"/>
                <a:gd name="connsiteX6" fmla="*/ 313898 w 626166"/>
                <a:gd name="connsiteY6" fmla="*/ 1208099 h 1209124"/>
                <a:gd name="connsiteX7" fmla="*/ 0 w 626166"/>
                <a:gd name="connsiteY7" fmla="*/ 892466 h 1209124"/>
                <a:gd name="connsiteX8" fmla="*/ 0 w 626166"/>
                <a:gd name="connsiteY8" fmla="*/ 303142 h 1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166" h="1209124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막힌 원호 135">
              <a:extLst>
                <a:ext uri="{FF2B5EF4-FFF2-40B4-BE49-F238E27FC236}">
                  <a16:creationId xmlns:a16="http://schemas.microsoft.com/office/drawing/2014/main" xmlns="" id="{034AB87E-967E-4BE3-AB8C-7AB19DB869D8}"/>
                </a:ext>
              </a:extLst>
            </p:cNvPr>
            <p:cNvSpPr/>
            <p:nvPr/>
          </p:nvSpPr>
          <p:spPr>
            <a:xfrm>
              <a:off x="2103734" y="3002376"/>
              <a:ext cx="861381" cy="963974"/>
            </a:xfrm>
            <a:custGeom>
              <a:avLst/>
              <a:gdLst>
                <a:gd name="connsiteX0" fmla="*/ 6421 w 1188673"/>
                <a:gd name="connsiteY0" fmla="*/ 681464 h 1188673"/>
                <a:gd name="connsiteX1" fmla="*/ 149811 w 1188673"/>
                <a:gd name="connsiteY1" fmla="*/ 199833 h 1188673"/>
                <a:gd name="connsiteX2" fmla="*/ 610993 w 1188673"/>
                <a:gd name="connsiteY2" fmla="*/ 233 h 1188673"/>
                <a:gd name="connsiteX3" fmla="*/ 605291 w 1188673"/>
                <a:gd name="connsiteY3" fmla="*/ 203607 h 1188673"/>
                <a:gd name="connsiteX4" fmla="*/ 301981 w 1188673"/>
                <a:gd name="connsiteY4" fmla="*/ 334880 h 1188673"/>
                <a:gd name="connsiteX5" fmla="*/ 207676 w 1188673"/>
                <a:gd name="connsiteY5" fmla="*/ 651639 h 1188673"/>
                <a:gd name="connsiteX6" fmla="*/ 6421 w 1188673"/>
                <a:gd name="connsiteY6" fmla="*/ 681464 h 1188673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605295 w 610997"/>
                <a:gd name="connsiteY3" fmla="*/ 203607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595567 w 610997"/>
                <a:gd name="connsiteY3" fmla="*/ 154969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0997" h="68376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자유형: 도형 128">
              <a:extLst>
                <a:ext uri="{FF2B5EF4-FFF2-40B4-BE49-F238E27FC236}">
                  <a16:creationId xmlns:a16="http://schemas.microsoft.com/office/drawing/2014/main" xmlns="" id="{24FA5F12-88DE-49E7-81AA-44422CAE93EA}"/>
                </a:ext>
              </a:extLst>
            </p:cNvPr>
            <p:cNvSpPr/>
            <p:nvPr/>
          </p:nvSpPr>
          <p:spPr>
            <a:xfrm rot="21000000">
              <a:off x="1019786" y="4024649"/>
              <a:ext cx="948277" cy="2492473"/>
            </a:xfrm>
            <a:custGeom>
              <a:avLst/>
              <a:gdLst>
                <a:gd name="connsiteX0" fmla="*/ 810820 w 948279"/>
                <a:gd name="connsiteY0" fmla="*/ 13176 h 2492471"/>
                <a:gd name="connsiteX1" fmla="*/ 890541 w 948279"/>
                <a:gd name="connsiteY1" fmla="*/ 50763 h 2492471"/>
                <a:gd name="connsiteX2" fmla="*/ 948279 w 948279"/>
                <a:gd name="connsiteY2" fmla="*/ 103894 h 2492471"/>
                <a:gd name="connsiteX3" fmla="*/ 938298 w 948279"/>
                <a:gd name="connsiteY3" fmla="*/ 110009 h 2492471"/>
                <a:gd name="connsiteX4" fmla="*/ 693849 w 948279"/>
                <a:gd name="connsiteY4" fmla="*/ 613610 h 2492471"/>
                <a:gd name="connsiteX5" fmla="*/ 473392 w 948279"/>
                <a:gd name="connsiteY5" fmla="*/ 1863884 h 2492471"/>
                <a:gd name="connsiteX6" fmla="*/ 621326 w 948279"/>
                <a:gd name="connsiteY6" fmla="*/ 2455353 h 2492471"/>
                <a:gd name="connsiteX7" fmla="*/ 654526 w 948279"/>
                <a:gd name="connsiteY7" fmla="*/ 2489310 h 2492471"/>
                <a:gd name="connsiteX8" fmla="*/ 632338 w 948279"/>
                <a:gd name="connsiteY8" fmla="*/ 2492471 h 2492471"/>
                <a:gd name="connsiteX9" fmla="*/ 576673 w 948279"/>
                <a:gd name="connsiteY9" fmla="*/ 2488230 h 2492471"/>
                <a:gd name="connsiteX10" fmla="*/ 0 w 948279"/>
                <a:gd name="connsiteY10" fmla="*/ 1842037 h 2492471"/>
                <a:gd name="connsiteX11" fmla="*/ 0 w 948279"/>
                <a:gd name="connsiteY11" fmla="*/ 625681 h 2492471"/>
                <a:gd name="connsiteX12" fmla="*/ 404528 w 948279"/>
                <a:gd name="connsiteY12" fmla="*/ 2 h 2492471"/>
                <a:gd name="connsiteX13" fmla="*/ 714395 w 948279"/>
                <a:gd name="connsiteY13" fmla="*/ 0 h 2492471"/>
                <a:gd name="connsiteX14" fmla="*/ 810820 w 948279"/>
                <a:gd name="connsiteY14" fmla="*/ 13176 h 249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8279" h="2492471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자유형: 도형 129">
              <a:extLst>
                <a:ext uri="{FF2B5EF4-FFF2-40B4-BE49-F238E27FC236}">
                  <a16:creationId xmlns:a16="http://schemas.microsoft.com/office/drawing/2014/main" xmlns="" id="{776D5A44-4F4B-4285-9671-B61D2710337E}"/>
                </a:ext>
              </a:extLst>
            </p:cNvPr>
            <p:cNvSpPr/>
            <p:nvPr/>
          </p:nvSpPr>
          <p:spPr>
            <a:xfrm rot="638553" flipH="1">
              <a:off x="2580804" y="4025901"/>
              <a:ext cx="970595" cy="2486379"/>
            </a:xfrm>
            <a:custGeom>
              <a:avLst/>
              <a:gdLst>
                <a:gd name="connsiteX0" fmla="*/ 810820 w 970595"/>
                <a:gd name="connsiteY0" fmla="*/ 13176 h 2486380"/>
                <a:gd name="connsiteX1" fmla="*/ 714395 w 970595"/>
                <a:gd name="connsiteY1" fmla="*/ 0 h 2486380"/>
                <a:gd name="connsiteX2" fmla="*/ 404528 w 970595"/>
                <a:gd name="connsiteY2" fmla="*/ 2 h 2486380"/>
                <a:gd name="connsiteX3" fmla="*/ 0 w 970595"/>
                <a:gd name="connsiteY3" fmla="*/ 625681 h 2486380"/>
                <a:gd name="connsiteX4" fmla="*/ 0 w 970595"/>
                <a:gd name="connsiteY4" fmla="*/ 1842037 h 2486380"/>
                <a:gd name="connsiteX5" fmla="*/ 560449 w 970595"/>
                <a:gd name="connsiteY5" fmla="*/ 2485181 h 2486380"/>
                <a:gd name="connsiteX6" fmla="*/ 599656 w 970595"/>
                <a:gd name="connsiteY6" fmla="*/ 2473913 h 2486380"/>
                <a:gd name="connsiteX7" fmla="*/ 663413 w 970595"/>
                <a:gd name="connsiteY7" fmla="*/ 2465457 h 2486380"/>
                <a:gd name="connsiteX8" fmla="*/ 641917 w 970595"/>
                <a:gd name="connsiteY8" fmla="*/ 2440471 h 2486380"/>
                <a:gd name="connsiteX9" fmla="*/ 539647 w 970595"/>
                <a:gd name="connsiteY9" fmla="*/ 1853878 h 2486380"/>
                <a:gd name="connsiteX10" fmla="*/ 774111 w 970595"/>
                <a:gd name="connsiteY10" fmla="*/ 606155 h 2486380"/>
                <a:gd name="connsiteX11" fmla="*/ 937077 w 970595"/>
                <a:gd name="connsiteY11" fmla="*/ 171433 h 2486380"/>
                <a:gd name="connsiteX12" fmla="*/ 970595 w 970595"/>
                <a:gd name="connsiteY12" fmla="*/ 134526 h 2486380"/>
                <a:gd name="connsiteX13" fmla="*/ 954745 w 970595"/>
                <a:gd name="connsiteY13" fmla="*/ 109844 h 2486380"/>
                <a:gd name="connsiteX14" fmla="*/ 810820 w 970595"/>
                <a:gd name="connsiteY14" fmla="*/ 13176 h 248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70595" h="2486380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xmlns="" id="{CC89E463-B949-4D9B-8916-B1D5516398A1}"/>
              </a:ext>
            </a:extLst>
          </p:cNvPr>
          <p:cNvSpPr/>
          <p:nvPr/>
        </p:nvSpPr>
        <p:spPr>
          <a:xfrm>
            <a:off x="1294304" y="2264478"/>
            <a:ext cx="386582" cy="422424"/>
          </a:xfrm>
          <a:custGeom>
            <a:avLst/>
            <a:gdLst>
              <a:gd name="connsiteX0" fmla="*/ 1409099 w 1438275"/>
              <a:gd name="connsiteY0" fmla="*/ 372897 h 1571625"/>
              <a:gd name="connsiteX1" fmla="*/ 949042 w 1438275"/>
              <a:gd name="connsiteY1" fmla="*/ 243357 h 1571625"/>
              <a:gd name="connsiteX2" fmla="*/ 852839 w 1438275"/>
              <a:gd name="connsiteY2" fmla="*/ 270027 h 1571625"/>
              <a:gd name="connsiteX3" fmla="*/ 797594 w 1438275"/>
              <a:gd name="connsiteY3" fmla="*/ 227165 h 1571625"/>
              <a:gd name="connsiteX4" fmla="*/ 817597 w 1438275"/>
              <a:gd name="connsiteY4" fmla="*/ 33807 h 1571625"/>
              <a:gd name="connsiteX5" fmla="*/ 801404 w 1438275"/>
              <a:gd name="connsiteY5" fmla="*/ 2375 h 1571625"/>
              <a:gd name="connsiteX6" fmla="*/ 764257 w 1438275"/>
              <a:gd name="connsiteY6" fmla="*/ 36665 h 1571625"/>
              <a:gd name="connsiteX7" fmla="*/ 648052 w 1438275"/>
              <a:gd name="connsiteY7" fmla="*/ 163347 h 1571625"/>
              <a:gd name="connsiteX8" fmla="*/ 21307 w 1438275"/>
              <a:gd name="connsiteY8" fmla="*/ 350037 h 1571625"/>
              <a:gd name="connsiteX9" fmla="*/ 352 w 1438275"/>
              <a:gd name="connsiteY9" fmla="*/ 379565 h 1571625"/>
              <a:gd name="connsiteX10" fmla="*/ 35594 w 1438275"/>
              <a:gd name="connsiteY10" fmla="*/ 395757 h 1571625"/>
              <a:gd name="connsiteX11" fmla="*/ 163229 w 1438275"/>
              <a:gd name="connsiteY11" fmla="*/ 410997 h 1571625"/>
              <a:gd name="connsiteX12" fmla="*/ 615667 w 1438275"/>
              <a:gd name="connsiteY12" fmla="*/ 286220 h 1571625"/>
              <a:gd name="connsiteX13" fmla="*/ 705202 w 1438275"/>
              <a:gd name="connsiteY13" fmla="*/ 200495 h 1571625"/>
              <a:gd name="connsiteX14" fmla="*/ 744254 w 1438275"/>
              <a:gd name="connsiteY14" fmla="*/ 189065 h 1571625"/>
              <a:gd name="connsiteX15" fmla="*/ 754732 w 1438275"/>
              <a:gd name="connsiteY15" fmla="*/ 222402 h 1571625"/>
              <a:gd name="connsiteX16" fmla="*/ 746159 w 1438275"/>
              <a:gd name="connsiteY16" fmla="*/ 403377 h 1571625"/>
              <a:gd name="connsiteX17" fmla="*/ 699487 w 1438275"/>
              <a:gd name="connsiteY17" fmla="*/ 503390 h 1571625"/>
              <a:gd name="connsiteX18" fmla="*/ 649004 w 1438275"/>
              <a:gd name="connsiteY18" fmla="*/ 506247 h 1571625"/>
              <a:gd name="connsiteX19" fmla="*/ 553754 w 1438275"/>
              <a:gd name="connsiteY19" fmla="*/ 471005 h 1571625"/>
              <a:gd name="connsiteX20" fmla="*/ 229904 w 1438275"/>
              <a:gd name="connsiteY20" fmla="*/ 662457 h 1571625"/>
              <a:gd name="connsiteX21" fmla="*/ 215617 w 1438275"/>
              <a:gd name="connsiteY21" fmla="*/ 697700 h 1571625"/>
              <a:gd name="connsiteX22" fmla="*/ 378494 w 1438275"/>
              <a:gd name="connsiteY22" fmla="*/ 911060 h 1571625"/>
              <a:gd name="connsiteX23" fmla="*/ 676627 w 1438275"/>
              <a:gd name="connsiteY23" fmla="*/ 611022 h 1571625"/>
              <a:gd name="connsiteX24" fmla="*/ 679484 w 1438275"/>
              <a:gd name="connsiteY24" fmla="*/ 563397 h 1571625"/>
              <a:gd name="connsiteX25" fmla="*/ 730919 w 1438275"/>
              <a:gd name="connsiteY25" fmla="*/ 514820 h 1571625"/>
              <a:gd name="connsiteX26" fmla="*/ 742349 w 1438275"/>
              <a:gd name="connsiteY26" fmla="*/ 564350 h 1571625"/>
              <a:gd name="connsiteX27" fmla="*/ 766162 w 1438275"/>
              <a:gd name="connsiteY27" fmla="*/ 992022 h 1571625"/>
              <a:gd name="connsiteX28" fmla="*/ 739492 w 1438275"/>
              <a:gd name="connsiteY28" fmla="*/ 1039647 h 1571625"/>
              <a:gd name="connsiteX29" fmla="*/ 633764 w 1438275"/>
              <a:gd name="connsiteY29" fmla="*/ 1162520 h 1571625"/>
              <a:gd name="connsiteX30" fmla="*/ 627097 w 1438275"/>
              <a:gd name="connsiteY30" fmla="*/ 1419695 h 1571625"/>
              <a:gd name="connsiteX31" fmla="*/ 794737 w 1438275"/>
              <a:gd name="connsiteY31" fmla="*/ 1576857 h 1571625"/>
              <a:gd name="connsiteX32" fmla="*/ 961424 w 1438275"/>
              <a:gd name="connsiteY32" fmla="*/ 1406360 h 1571625"/>
              <a:gd name="connsiteX33" fmla="*/ 932849 w 1438275"/>
              <a:gd name="connsiteY33" fmla="*/ 1131087 h 1571625"/>
              <a:gd name="connsiteX34" fmla="*/ 833789 w 1438275"/>
              <a:gd name="connsiteY34" fmla="*/ 1033932 h 1571625"/>
              <a:gd name="connsiteX35" fmla="*/ 787117 w 1438275"/>
              <a:gd name="connsiteY35" fmla="*/ 979640 h 1571625"/>
              <a:gd name="connsiteX36" fmla="*/ 783307 w 1438275"/>
              <a:gd name="connsiteY36" fmla="*/ 695795 h 1571625"/>
              <a:gd name="connsiteX37" fmla="*/ 789022 w 1438275"/>
              <a:gd name="connsiteY37" fmla="*/ 702462 h 1571625"/>
              <a:gd name="connsiteX38" fmla="*/ 790927 w 1438275"/>
              <a:gd name="connsiteY38" fmla="*/ 726275 h 1571625"/>
              <a:gd name="connsiteX39" fmla="*/ 895702 w 1438275"/>
              <a:gd name="connsiteY39" fmla="*/ 929157 h 1571625"/>
              <a:gd name="connsiteX40" fmla="*/ 1098584 w 1438275"/>
              <a:gd name="connsiteY40" fmla="*/ 1019645 h 1571625"/>
              <a:gd name="connsiteX41" fmla="*/ 1300514 w 1438275"/>
              <a:gd name="connsiteY41" fmla="*/ 946302 h 1571625"/>
              <a:gd name="connsiteX42" fmla="*/ 1253842 w 1438275"/>
              <a:gd name="connsiteY42" fmla="*/ 741515 h 1571625"/>
              <a:gd name="connsiteX43" fmla="*/ 1015717 w 1438275"/>
              <a:gd name="connsiteY43" fmla="*/ 609117 h 1571625"/>
              <a:gd name="connsiteX44" fmla="*/ 835694 w 1438275"/>
              <a:gd name="connsiteY44" fmla="*/ 649122 h 1571625"/>
              <a:gd name="connsiteX45" fmla="*/ 792832 w 1438275"/>
              <a:gd name="connsiteY45" fmla="*/ 669125 h 1571625"/>
              <a:gd name="connsiteX46" fmla="*/ 772829 w 1438275"/>
              <a:gd name="connsiteY46" fmla="*/ 618642 h 1571625"/>
              <a:gd name="connsiteX47" fmla="*/ 784259 w 1438275"/>
              <a:gd name="connsiteY47" fmla="*/ 332892 h 1571625"/>
              <a:gd name="connsiteX48" fmla="*/ 843314 w 1438275"/>
              <a:gd name="connsiteY48" fmla="*/ 307175 h 1571625"/>
              <a:gd name="connsiteX49" fmla="*/ 889034 w 1438275"/>
              <a:gd name="connsiteY49" fmla="*/ 340512 h 1571625"/>
              <a:gd name="connsiteX50" fmla="*/ 1396717 w 1438275"/>
              <a:gd name="connsiteY50" fmla="*/ 431952 h 1571625"/>
              <a:gd name="connsiteX51" fmla="*/ 1437674 w 1438275"/>
              <a:gd name="connsiteY51" fmla="*/ 412902 h 1571625"/>
              <a:gd name="connsiteX52" fmla="*/ 1409099 w 1438275"/>
              <a:gd name="connsiteY52" fmla="*/ 372897 h 1571625"/>
              <a:gd name="connsiteX53" fmla="*/ 85124 w 1438275"/>
              <a:gd name="connsiteY53" fmla="*/ 362420 h 1571625"/>
              <a:gd name="connsiteX54" fmla="*/ 657577 w 1438275"/>
              <a:gd name="connsiteY54" fmla="*/ 196685 h 1571625"/>
              <a:gd name="connsiteX55" fmla="*/ 85124 w 1438275"/>
              <a:gd name="connsiteY55" fmla="*/ 362420 h 1571625"/>
              <a:gd name="connsiteX56" fmla="*/ 385162 w 1438275"/>
              <a:gd name="connsiteY56" fmla="*/ 549110 h 1571625"/>
              <a:gd name="connsiteX57" fmla="*/ 536609 w 1438275"/>
              <a:gd name="connsiteY57" fmla="*/ 498627 h 1571625"/>
              <a:gd name="connsiteX58" fmla="*/ 385162 w 1438275"/>
              <a:gd name="connsiteY58" fmla="*/ 549110 h 1571625"/>
              <a:gd name="connsiteX59" fmla="*/ 636622 w 1438275"/>
              <a:gd name="connsiteY59" fmla="*/ 1298727 h 1571625"/>
              <a:gd name="connsiteX60" fmla="*/ 724252 w 1438275"/>
              <a:gd name="connsiteY60" fmla="*/ 1077747 h 1571625"/>
              <a:gd name="connsiteX61" fmla="*/ 636622 w 1438275"/>
              <a:gd name="connsiteY61" fmla="*/ 1298727 h 1571625"/>
              <a:gd name="connsiteX62" fmla="*/ 814739 w 1438275"/>
              <a:gd name="connsiteY62" fmla="*/ 756755 h 1571625"/>
              <a:gd name="connsiteX63" fmla="*/ 909037 w 1438275"/>
              <a:gd name="connsiteY63" fmla="*/ 911060 h 1571625"/>
              <a:gd name="connsiteX64" fmla="*/ 814739 w 1438275"/>
              <a:gd name="connsiteY64" fmla="*/ 756755 h 1571625"/>
              <a:gd name="connsiteX65" fmla="*/ 971902 w 1438275"/>
              <a:gd name="connsiteY65" fmla="*/ 310032 h 1571625"/>
              <a:gd name="connsiteX66" fmla="*/ 971902 w 1438275"/>
              <a:gd name="connsiteY66" fmla="*/ 310032 h 1571625"/>
              <a:gd name="connsiteX67" fmla="*/ 971902 w 1438275"/>
              <a:gd name="connsiteY67" fmla="*/ 310032 h 1571625"/>
              <a:gd name="connsiteX68" fmla="*/ 873794 w 1438275"/>
              <a:gd name="connsiteY68" fmla="*/ 285267 h 1571625"/>
              <a:gd name="connsiteX69" fmla="*/ 978569 w 1438275"/>
              <a:gd name="connsiteY69" fmla="*/ 297650 h 1571625"/>
              <a:gd name="connsiteX70" fmla="*/ 989047 w 1438275"/>
              <a:gd name="connsiteY70" fmla="*/ 300507 h 1571625"/>
              <a:gd name="connsiteX71" fmla="*/ 1313849 w 1438275"/>
              <a:gd name="connsiteY71" fmla="*/ 376707 h 1571625"/>
              <a:gd name="connsiteX72" fmla="*/ 971902 w 1438275"/>
              <a:gd name="connsiteY72" fmla="*/ 310032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438275" h="1571625">
                <a:moveTo>
                  <a:pt x="1409099" y="372897"/>
                </a:moveTo>
                <a:cubicBezTo>
                  <a:pt x="1276702" y="253835"/>
                  <a:pt x="1126207" y="200495"/>
                  <a:pt x="949042" y="243357"/>
                </a:cubicBezTo>
                <a:cubicBezTo>
                  <a:pt x="916657" y="250977"/>
                  <a:pt x="885224" y="261455"/>
                  <a:pt x="852839" y="270027"/>
                </a:cubicBezTo>
                <a:cubicBezTo>
                  <a:pt x="805214" y="283362"/>
                  <a:pt x="794737" y="275742"/>
                  <a:pt x="797594" y="227165"/>
                </a:cubicBezTo>
                <a:cubicBezTo>
                  <a:pt x="801404" y="162395"/>
                  <a:pt x="804262" y="97625"/>
                  <a:pt x="817597" y="33807"/>
                </a:cubicBezTo>
                <a:cubicBezTo>
                  <a:pt x="821407" y="16662"/>
                  <a:pt x="819502" y="5232"/>
                  <a:pt x="801404" y="2375"/>
                </a:cubicBezTo>
                <a:cubicBezTo>
                  <a:pt x="776639" y="-1435"/>
                  <a:pt x="759494" y="-6198"/>
                  <a:pt x="764257" y="36665"/>
                </a:cubicBezTo>
                <a:cubicBezTo>
                  <a:pt x="778544" y="162395"/>
                  <a:pt x="772829" y="185255"/>
                  <a:pt x="648052" y="163347"/>
                </a:cubicBezTo>
                <a:cubicBezTo>
                  <a:pt x="409927" y="122390"/>
                  <a:pt x="197519" y="180492"/>
                  <a:pt x="21307" y="350037"/>
                </a:cubicBezTo>
                <a:cubicBezTo>
                  <a:pt x="12734" y="358610"/>
                  <a:pt x="-2506" y="366230"/>
                  <a:pt x="352" y="379565"/>
                </a:cubicBezTo>
                <a:cubicBezTo>
                  <a:pt x="4162" y="396710"/>
                  <a:pt x="22259" y="393852"/>
                  <a:pt x="35594" y="395757"/>
                </a:cubicBezTo>
                <a:cubicBezTo>
                  <a:pt x="78457" y="401472"/>
                  <a:pt x="120367" y="409092"/>
                  <a:pt x="163229" y="410997"/>
                </a:cubicBezTo>
                <a:cubicBezTo>
                  <a:pt x="328012" y="419570"/>
                  <a:pt x="483269" y="394805"/>
                  <a:pt x="615667" y="286220"/>
                </a:cubicBezTo>
                <a:cubicBezTo>
                  <a:pt x="647099" y="260502"/>
                  <a:pt x="675674" y="229070"/>
                  <a:pt x="705202" y="200495"/>
                </a:cubicBezTo>
                <a:cubicBezTo>
                  <a:pt x="716632" y="189065"/>
                  <a:pt x="729014" y="183350"/>
                  <a:pt x="744254" y="189065"/>
                </a:cubicBezTo>
                <a:cubicBezTo>
                  <a:pt x="759494" y="194780"/>
                  <a:pt x="754732" y="210972"/>
                  <a:pt x="754732" y="222402"/>
                </a:cubicBezTo>
                <a:cubicBezTo>
                  <a:pt x="751874" y="282410"/>
                  <a:pt x="746159" y="342417"/>
                  <a:pt x="746159" y="403377"/>
                </a:cubicBezTo>
                <a:cubicBezTo>
                  <a:pt x="746159" y="445287"/>
                  <a:pt x="729014" y="474815"/>
                  <a:pt x="699487" y="503390"/>
                </a:cubicBezTo>
                <a:cubicBezTo>
                  <a:pt x="682342" y="520535"/>
                  <a:pt x="669007" y="528155"/>
                  <a:pt x="649004" y="506247"/>
                </a:cubicBezTo>
                <a:cubicBezTo>
                  <a:pt x="624239" y="478625"/>
                  <a:pt x="589949" y="468147"/>
                  <a:pt x="553754" y="471005"/>
                </a:cubicBezTo>
                <a:cubicBezTo>
                  <a:pt x="415642" y="482435"/>
                  <a:pt x="308009" y="549110"/>
                  <a:pt x="229904" y="662457"/>
                </a:cubicBezTo>
                <a:cubicBezTo>
                  <a:pt x="223237" y="672935"/>
                  <a:pt x="217522" y="685317"/>
                  <a:pt x="215617" y="697700"/>
                </a:cubicBezTo>
                <a:cubicBezTo>
                  <a:pt x="187994" y="852957"/>
                  <a:pt x="230857" y="916775"/>
                  <a:pt x="378494" y="911060"/>
                </a:cubicBezTo>
                <a:cubicBezTo>
                  <a:pt x="521369" y="905345"/>
                  <a:pt x="667102" y="758660"/>
                  <a:pt x="676627" y="611022"/>
                </a:cubicBezTo>
                <a:cubicBezTo>
                  <a:pt x="677579" y="594830"/>
                  <a:pt x="675674" y="578637"/>
                  <a:pt x="679484" y="563397"/>
                </a:cubicBezTo>
                <a:cubicBezTo>
                  <a:pt x="686152" y="536727"/>
                  <a:pt x="708059" y="513867"/>
                  <a:pt x="730919" y="514820"/>
                </a:cubicBezTo>
                <a:cubicBezTo>
                  <a:pt x="750922" y="515772"/>
                  <a:pt x="741397" y="547205"/>
                  <a:pt x="742349" y="564350"/>
                </a:cubicBezTo>
                <a:cubicBezTo>
                  <a:pt x="743302" y="707225"/>
                  <a:pt x="744254" y="850100"/>
                  <a:pt x="766162" y="992022"/>
                </a:cubicBezTo>
                <a:cubicBezTo>
                  <a:pt x="769972" y="1017740"/>
                  <a:pt x="761399" y="1029170"/>
                  <a:pt x="739492" y="1039647"/>
                </a:cubicBezTo>
                <a:cubicBezTo>
                  <a:pt x="686152" y="1065365"/>
                  <a:pt x="652814" y="1108227"/>
                  <a:pt x="633764" y="1162520"/>
                </a:cubicBezTo>
                <a:cubicBezTo>
                  <a:pt x="605189" y="1247292"/>
                  <a:pt x="600427" y="1333970"/>
                  <a:pt x="627097" y="1419695"/>
                </a:cubicBezTo>
                <a:cubicBezTo>
                  <a:pt x="651862" y="1503515"/>
                  <a:pt x="732824" y="1578762"/>
                  <a:pt x="794737" y="1576857"/>
                </a:cubicBezTo>
                <a:cubicBezTo>
                  <a:pt x="860459" y="1574952"/>
                  <a:pt x="942374" y="1493037"/>
                  <a:pt x="961424" y="1406360"/>
                </a:cubicBezTo>
                <a:cubicBezTo>
                  <a:pt x="982379" y="1312062"/>
                  <a:pt x="970949" y="1219670"/>
                  <a:pt x="932849" y="1131087"/>
                </a:cubicBezTo>
                <a:cubicBezTo>
                  <a:pt x="913799" y="1086320"/>
                  <a:pt x="881414" y="1050125"/>
                  <a:pt x="833789" y="1033932"/>
                </a:cubicBezTo>
                <a:cubicBezTo>
                  <a:pt x="805214" y="1024407"/>
                  <a:pt x="794737" y="1005357"/>
                  <a:pt x="787117" y="979640"/>
                </a:cubicBezTo>
                <a:cubicBezTo>
                  <a:pt x="761399" y="886295"/>
                  <a:pt x="774734" y="791045"/>
                  <a:pt x="783307" y="695795"/>
                </a:cubicBezTo>
                <a:cubicBezTo>
                  <a:pt x="785212" y="697700"/>
                  <a:pt x="788069" y="700557"/>
                  <a:pt x="789022" y="702462"/>
                </a:cubicBezTo>
                <a:cubicBezTo>
                  <a:pt x="789974" y="710082"/>
                  <a:pt x="790927" y="718655"/>
                  <a:pt x="790927" y="726275"/>
                </a:cubicBezTo>
                <a:cubicBezTo>
                  <a:pt x="787117" y="813905"/>
                  <a:pt x="829027" y="877722"/>
                  <a:pt x="895702" y="929157"/>
                </a:cubicBezTo>
                <a:cubicBezTo>
                  <a:pt x="955709" y="974877"/>
                  <a:pt x="1024289" y="1005357"/>
                  <a:pt x="1098584" y="1019645"/>
                </a:cubicBezTo>
                <a:cubicBezTo>
                  <a:pt x="1183357" y="1035837"/>
                  <a:pt x="1266224" y="1005357"/>
                  <a:pt x="1300514" y="946302"/>
                </a:cubicBezTo>
                <a:cubicBezTo>
                  <a:pt x="1332899" y="891057"/>
                  <a:pt x="1314802" y="804380"/>
                  <a:pt x="1253842" y="741515"/>
                </a:cubicBezTo>
                <a:cubicBezTo>
                  <a:pt x="1189072" y="672935"/>
                  <a:pt x="1108109" y="628167"/>
                  <a:pt x="1015717" y="609117"/>
                </a:cubicBezTo>
                <a:cubicBezTo>
                  <a:pt x="951899" y="595782"/>
                  <a:pt x="889034" y="604355"/>
                  <a:pt x="835694" y="649122"/>
                </a:cubicBezTo>
                <a:cubicBezTo>
                  <a:pt x="823312" y="658647"/>
                  <a:pt x="814739" y="682460"/>
                  <a:pt x="792832" y="669125"/>
                </a:cubicBezTo>
                <a:cubicBezTo>
                  <a:pt x="774734" y="657695"/>
                  <a:pt x="771877" y="638645"/>
                  <a:pt x="772829" y="618642"/>
                </a:cubicBezTo>
                <a:cubicBezTo>
                  <a:pt x="776639" y="523392"/>
                  <a:pt x="779497" y="428142"/>
                  <a:pt x="784259" y="332892"/>
                </a:cubicBezTo>
                <a:cubicBezTo>
                  <a:pt x="786164" y="289077"/>
                  <a:pt x="805214" y="281457"/>
                  <a:pt x="843314" y="307175"/>
                </a:cubicBezTo>
                <a:cubicBezTo>
                  <a:pt x="858554" y="317652"/>
                  <a:pt x="873794" y="330035"/>
                  <a:pt x="889034" y="340512"/>
                </a:cubicBezTo>
                <a:cubicBezTo>
                  <a:pt x="1043339" y="451002"/>
                  <a:pt x="1213837" y="475767"/>
                  <a:pt x="1396717" y="431952"/>
                </a:cubicBezTo>
                <a:cubicBezTo>
                  <a:pt x="1411957" y="428142"/>
                  <a:pt x="1432912" y="428142"/>
                  <a:pt x="1437674" y="412902"/>
                </a:cubicBezTo>
                <a:cubicBezTo>
                  <a:pt x="1442437" y="393852"/>
                  <a:pt x="1421482" y="384327"/>
                  <a:pt x="1409099" y="372897"/>
                </a:cubicBezTo>
                <a:close/>
                <a:moveTo>
                  <a:pt x="85124" y="362420"/>
                </a:moveTo>
                <a:cubicBezTo>
                  <a:pt x="277529" y="311937"/>
                  <a:pt x="468029" y="253835"/>
                  <a:pt x="657577" y="196685"/>
                </a:cubicBezTo>
                <a:cubicBezTo>
                  <a:pt x="548992" y="254787"/>
                  <a:pt x="207044" y="353847"/>
                  <a:pt x="85124" y="362420"/>
                </a:cubicBezTo>
                <a:close/>
                <a:moveTo>
                  <a:pt x="385162" y="549110"/>
                </a:moveTo>
                <a:cubicBezTo>
                  <a:pt x="428977" y="511010"/>
                  <a:pt x="476602" y="487197"/>
                  <a:pt x="536609" y="498627"/>
                </a:cubicBezTo>
                <a:cubicBezTo>
                  <a:pt x="484222" y="510057"/>
                  <a:pt x="434692" y="529107"/>
                  <a:pt x="385162" y="549110"/>
                </a:cubicBezTo>
                <a:close/>
                <a:moveTo>
                  <a:pt x="636622" y="1298727"/>
                </a:moveTo>
                <a:cubicBezTo>
                  <a:pt x="615667" y="1210145"/>
                  <a:pt x="652814" y="1120610"/>
                  <a:pt x="724252" y="1077747"/>
                </a:cubicBezTo>
                <a:cubicBezTo>
                  <a:pt x="674722" y="1139660"/>
                  <a:pt x="642337" y="1208240"/>
                  <a:pt x="636622" y="1298727"/>
                </a:cubicBezTo>
                <a:close/>
                <a:moveTo>
                  <a:pt x="814739" y="756755"/>
                </a:moveTo>
                <a:cubicBezTo>
                  <a:pt x="834742" y="814857"/>
                  <a:pt x="861412" y="870102"/>
                  <a:pt x="909037" y="911060"/>
                </a:cubicBezTo>
                <a:cubicBezTo>
                  <a:pt x="845219" y="878675"/>
                  <a:pt x="809024" y="830097"/>
                  <a:pt x="814739" y="756755"/>
                </a:cubicBezTo>
                <a:close/>
                <a:moveTo>
                  <a:pt x="971902" y="310032"/>
                </a:moveTo>
                <a:cubicBezTo>
                  <a:pt x="971902" y="310032"/>
                  <a:pt x="971902" y="310032"/>
                  <a:pt x="971902" y="310032"/>
                </a:cubicBezTo>
                <a:cubicBezTo>
                  <a:pt x="971902" y="310032"/>
                  <a:pt x="971902" y="310032"/>
                  <a:pt x="971902" y="310032"/>
                </a:cubicBezTo>
                <a:cubicBezTo>
                  <a:pt x="943327" y="304317"/>
                  <a:pt x="912847" y="303365"/>
                  <a:pt x="873794" y="285267"/>
                </a:cubicBezTo>
                <a:cubicBezTo>
                  <a:pt x="915704" y="289077"/>
                  <a:pt x="948089" y="290030"/>
                  <a:pt x="978569" y="297650"/>
                </a:cubicBezTo>
                <a:cubicBezTo>
                  <a:pt x="981427" y="297650"/>
                  <a:pt x="985237" y="299555"/>
                  <a:pt x="989047" y="300507"/>
                </a:cubicBezTo>
                <a:cubicBezTo>
                  <a:pt x="1100489" y="312890"/>
                  <a:pt x="1209074" y="335750"/>
                  <a:pt x="1313849" y="376707"/>
                </a:cubicBezTo>
                <a:cubicBezTo>
                  <a:pt x="1199549" y="354800"/>
                  <a:pt x="1086202" y="331940"/>
                  <a:pt x="971902" y="3100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Donut 60">
            <a:extLst>
              <a:ext uri="{FF2B5EF4-FFF2-40B4-BE49-F238E27FC236}">
                <a16:creationId xmlns:a16="http://schemas.microsoft.com/office/drawing/2014/main" xmlns="" id="{E2A6422C-3420-4C28-AA90-C3087ED5F9CD}"/>
              </a:ext>
            </a:extLst>
          </p:cNvPr>
          <p:cNvSpPr/>
          <p:nvPr/>
        </p:nvSpPr>
        <p:spPr>
          <a:xfrm>
            <a:off x="10560741" y="4041606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24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E97D2FD-DFEF-41D9-AF75-8CE19C631B79}"/>
              </a:ext>
            </a:extLst>
          </p:cNvPr>
          <p:cNvGrpSpPr/>
          <p:nvPr/>
        </p:nvGrpSpPr>
        <p:grpSpPr>
          <a:xfrm>
            <a:off x="965420" y="2434879"/>
            <a:ext cx="2210783" cy="1629041"/>
            <a:chOff x="739860" y="2410652"/>
            <a:chExt cx="1954451" cy="1440160"/>
          </a:xfrm>
        </p:grpSpPr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xmlns="" id="{D7AE20DB-C21D-45B1-A762-D823992D5F05}"/>
                </a:ext>
              </a:extLst>
            </p:cNvPr>
            <p:cNvSpPr/>
            <p:nvPr/>
          </p:nvSpPr>
          <p:spPr>
            <a:xfrm rot="18900000">
              <a:off x="1254151" y="241065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5604D21E-70AB-4CBA-B4A5-EE2270ADFA2B}"/>
                </a:ext>
              </a:extLst>
            </p:cNvPr>
            <p:cNvSpPr/>
            <p:nvPr/>
          </p:nvSpPr>
          <p:spPr>
            <a:xfrm rot="18900000">
              <a:off x="739860" y="2914708"/>
              <a:ext cx="432048" cy="4320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AABCCFC-64AF-4386-8F43-FCC31E963012}"/>
              </a:ext>
            </a:extLst>
          </p:cNvPr>
          <p:cNvGrpSpPr/>
          <p:nvPr/>
        </p:nvGrpSpPr>
        <p:grpSpPr>
          <a:xfrm>
            <a:off x="2875471" y="3860181"/>
            <a:ext cx="2210783" cy="1629041"/>
            <a:chOff x="2046240" y="3706797"/>
            <a:chExt cx="1954451" cy="1440160"/>
          </a:xfrm>
        </p:grpSpPr>
        <p:sp>
          <p:nvSpPr>
            <p:cNvPr id="9" name="Rounded Rectangle 9">
              <a:extLst>
                <a:ext uri="{FF2B5EF4-FFF2-40B4-BE49-F238E27FC236}">
                  <a16:creationId xmlns:a16="http://schemas.microsoft.com/office/drawing/2014/main" xmlns="" id="{D2415E0C-2FD2-42C0-A936-1810E89EE3B4}"/>
                </a:ext>
              </a:extLst>
            </p:cNvPr>
            <p:cNvSpPr/>
            <p:nvPr/>
          </p:nvSpPr>
          <p:spPr>
            <a:xfrm rot="18900000">
              <a:off x="2560531" y="3706797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89E46F3B-4D73-4B2E-8E7B-BE810845350A}"/>
                </a:ext>
              </a:extLst>
            </p:cNvPr>
            <p:cNvSpPr/>
            <p:nvPr/>
          </p:nvSpPr>
          <p:spPr>
            <a:xfrm rot="18900000">
              <a:off x="2046240" y="4210853"/>
              <a:ext cx="432048" cy="4320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D3EAC2D7-6C8E-4055-95FD-133E4D16FC37}"/>
              </a:ext>
            </a:extLst>
          </p:cNvPr>
          <p:cNvGrpSpPr/>
          <p:nvPr/>
        </p:nvGrpSpPr>
        <p:grpSpPr>
          <a:xfrm>
            <a:off x="4785522" y="2434879"/>
            <a:ext cx="2210783" cy="1629041"/>
            <a:chOff x="3352620" y="2401127"/>
            <a:chExt cx="1954451" cy="144016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EEFDC657-4550-4F11-9EA6-9A0FE59BA451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B9CF604F-EF0E-4ACA-916D-074340F8ECEF}"/>
                </a:ext>
              </a:extLst>
            </p:cNvPr>
            <p:cNvSpPr/>
            <p:nvPr/>
          </p:nvSpPr>
          <p:spPr>
            <a:xfrm rot="18900000">
              <a:off x="3352620" y="2905183"/>
              <a:ext cx="432048" cy="4320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D392ACEC-2BF8-4C97-A9B6-DB540E81780A}"/>
              </a:ext>
            </a:extLst>
          </p:cNvPr>
          <p:cNvGrpSpPr/>
          <p:nvPr/>
        </p:nvGrpSpPr>
        <p:grpSpPr>
          <a:xfrm>
            <a:off x="6695573" y="3860181"/>
            <a:ext cx="2210783" cy="1629041"/>
            <a:chOff x="4660581" y="3691532"/>
            <a:chExt cx="1954451" cy="1440160"/>
          </a:xfrm>
        </p:grpSpPr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xmlns="" id="{BE74BE33-2E49-4ACF-B43B-2032C2B2D077}"/>
                </a:ext>
              </a:extLst>
            </p:cNvPr>
            <p:cNvSpPr/>
            <p:nvPr/>
          </p:nvSpPr>
          <p:spPr>
            <a:xfrm rot="18900000">
              <a:off x="5174872" y="369153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A10F0191-F5FC-4E01-A828-514AA1B13D6B}"/>
                </a:ext>
              </a:extLst>
            </p:cNvPr>
            <p:cNvSpPr/>
            <p:nvPr/>
          </p:nvSpPr>
          <p:spPr>
            <a:xfrm rot="18900000">
              <a:off x="4660581" y="4195588"/>
              <a:ext cx="432048" cy="4320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E43EACB0-E64F-4197-9221-8E1DF183432B}"/>
              </a:ext>
            </a:extLst>
          </p:cNvPr>
          <p:cNvGrpSpPr/>
          <p:nvPr/>
        </p:nvGrpSpPr>
        <p:grpSpPr>
          <a:xfrm>
            <a:off x="8605625" y="2434879"/>
            <a:ext cx="2210783" cy="1629041"/>
            <a:chOff x="5919682" y="2391602"/>
            <a:chExt cx="1954451" cy="1440160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xmlns="" id="{E5C321B7-0E32-40C1-B0C7-BA96B1F36755}"/>
                </a:ext>
              </a:extLst>
            </p:cNvPr>
            <p:cNvSpPr/>
            <p:nvPr/>
          </p:nvSpPr>
          <p:spPr>
            <a:xfrm rot="18900000">
              <a:off x="6433973" y="239160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31C51E7E-DCB0-4FD1-8469-B62299ACCBC3}"/>
                </a:ext>
              </a:extLst>
            </p:cNvPr>
            <p:cNvSpPr/>
            <p:nvPr/>
          </p:nvSpPr>
          <p:spPr>
            <a:xfrm rot="18900000">
              <a:off x="5919682" y="2895658"/>
              <a:ext cx="432048" cy="43204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BE86546-1DDD-4584-8090-52724E8B03D0}"/>
              </a:ext>
            </a:extLst>
          </p:cNvPr>
          <p:cNvSpPr txBox="1"/>
          <p:nvPr/>
        </p:nvSpPr>
        <p:spPr>
          <a:xfrm>
            <a:off x="1490677" y="2628296"/>
            <a:ext cx="17420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200" dirty="0">
                <a:solidFill>
                  <a:schemeClr val="bg1"/>
                </a:solidFill>
                <a:cs typeface="Arial" pitchFamily="34" charset="0"/>
              </a:rPr>
              <a:t>Язык программирования: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Kotlin</a:t>
            </a:r>
            <a:endParaRPr lang="en-US" altLang="ko-KR" sz="1600" b="1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ru-RU" altLang="ko-KR" sz="1200" dirty="0">
                <a:solidFill>
                  <a:schemeClr val="bg1"/>
                </a:solidFill>
                <a:cs typeface="Arial" pitchFamily="34" charset="0"/>
              </a:rPr>
              <a:t>Платформа: </a:t>
            </a:r>
            <a:r>
              <a:rPr lang="en-US" altLang="ko-KR" sz="1200" dirty="0" smtClean="0">
                <a:solidFill>
                  <a:schemeClr val="bg1"/>
                </a:solidFill>
                <a:cs typeface="Arial" pitchFamily="34" charset="0"/>
              </a:rPr>
              <a:t>Android</a:t>
            </a:r>
          </a:p>
          <a:p>
            <a:pPr algn="ctr"/>
            <a:r>
              <a:rPr lang="ru-RU" altLang="ko-KR" sz="1200" dirty="0">
                <a:solidFill>
                  <a:schemeClr val="bg1"/>
                </a:solidFill>
                <a:cs typeface="Arial" pitchFamily="34" charset="0"/>
              </a:rPr>
              <a:t>Среда разработки: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Android Studio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02222503-1C99-4E00-A84D-C34842493FED}"/>
              </a:ext>
            </a:extLst>
          </p:cNvPr>
          <p:cNvSpPr txBox="1"/>
          <p:nvPr/>
        </p:nvSpPr>
        <p:spPr>
          <a:xfrm>
            <a:off x="5233601" y="2800297"/>
            <a:ext cx="1896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dirty="0">
                <a:solidFill>
                  <a:schemeClr val="bg1"/>
                </a:solidFill>
                <a:cs typeface="Arial" pitchFamily="34" charset="0"/>
              </a:rPr>
              <a:t>Аутентификация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: 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Firebase Authentication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4FB3231-BEC0-488B-9A0D-7056795DD870}"/>
              </a:ext>
            </a:extLst>
          </p:cNvPr>
          <p:cNvSpPr txBox="1"/>
          <p:nvPr/>
        </p:nvSpPr>
        <p:spPr>
          <a:xfrm>
            <a:off x="9064359" y="2843739"/>
            <a:ext cx="1875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dirty="0">
                <a:solidFill>
                  <a:schemeClr val="bg1"/>
                </a:solidFill>
                <a:cs typeface="Arial" pitchFamily="34" charset="0"/>
              </a:rPr>
              <a:t>Дополнительные библиотеки: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Glide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E00DC0DD-CEE2-40F0-A8C1-5CCED79A266E}"/>
              </a:ext>
            </a:extLst>
          </p:cNvPr>
          <p:cNvSpPr txBox="1"/>
          <p:nvPr/>
        </p:nvSpPr>
        <p:spPr>
          <a:xfrm>
            <a:off x="3297357" y="4294831"/>
            <a:ext cx="1958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400" dirty="0">
                <a:solidFill>
                  <a:schemeClr val="bg1"/>
                </a:solidFill>
                <a:cs typeface="Arial" pitchFamily="34" charset="0"/>
              </a:rPr>
              <a:t>База данных: 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Firebase </a:t>
            </a: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Realtime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400" b="1" dirty="0" smtClean="0">
                <a:solidFill>
                  <a:schemeClr val="bg1"/>
                </a:solidFill>
                <a:cs typeface="Arial" pitchFamily="34" charset="0"/>
              </a:rPr>
              <a:t>Database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FF63B06-665D-4D92-BA83-6A3A4A50877F}"/>
              </a:ext>
            </a:extLst>
          </p:cNvPr>
          <p:cNvSpPr txBox="1"/>
          <p:nvPr/>
        </p:nvSpPr>
        <p:spPr>
          <a:xfrm>
            <a:off x="7249871" y="4207604"/>
            <a:ext cx="1683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1600" dirty="0">
                <a:solidFill>
                  <a:schemeClr val="bg1"/>
                </a:solidFill>
                <a:cs typeface="Arial" pitchFamily="34" charset="0"/>
              </a:rPr>
              <a:t>Хранение изображений</a:t>
            </a:r>
            <a:r>
              <a:rPr lang="ru-RU" altLang="ko-KR" sz="1600" b="1" dirty="0">
                <a:solidFill>
                  <a:schemeClr val="bg1"/>
                </a:solidFill>
                <a:cs typeface="Arial" pitchFamily="34" charset="0"/>
              </a:rPr>
              <a:t>: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Supabase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 Storage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grpSp>
        <p:nvGrpSpPr>
          <p:cNvPr id="38" name="그룹 125">
            <a:extLst>
              <a:ext uri="{FF2B5EF4-FFF2-40B4-BE49-F238E27FC236}">
                <a16:creationId xmlns:a16="http://schemas.microsoft.com/office/drawing/2014/main" xmlns="" id="{B22A1781-B9FD-4D56-B2EA-F9FB9AF83427}"/>
              </a:ext>
            </a:extLst>
          </p:cNvPr>
          <p:cNvGrpSpPr/>
          <p:nvPr/>
        </p:nvGrpSpPr>
        <p:grpSpPr>
          <a:xfrm>
            <a:off x="1087159" y="3039490"/>
            <a:ext cx="245234" cy="343032"/>
            <a:chOff x="1019786" y="3002376"/>
            <a:chExt cx="2531613" cy="3541196"/>
          </a:xfrm>
          <a:solidFill>
            <a:schemeClr val="bg1"/>
          </a:solidFill>
        </p:grpSpPr>
        <p:sp>
          <p:nvSpPr>
            <p:cNvPr id="39" name="사각형: 둥근 모서리 132">
              <a:extLst>
                <a:ext uri="{FF2B5EF4-FFF2-40B4-BE49-F238E27FC236}">
                  <a16:creationId xmlns:a16="http://schemas.microsoft.com/office/drawing/2014/main" xmlns="" id="{76A27F78-7930-48CC-AA23-F9DDC9675B04}"/>
                </a:ext>
              </a:extLst>
            </p:cNvPr>
            <p:cNvSpPr/>
            <p:nvPr/>
          </p:nvSpPr>
          <p:spPr>
            <a:xfrm>
              <a:off x="1719599" y="3938796"/>
              <a:ext cx="1084494" cy="2604776"/>
            </a:xfrm>
            <a:custGeom>
              <a:avLst/>
              <a:gdLst>
                <a:gd name="connsiteX0" fmla="*/ 0 w 626166"/>
                <a:gd name="connsiteY0" fmla="*/ 293202 h 1175728"/>
                <a:gd name="connsiteX1" fmla="*/ 293202 w 626166"/>
                <a:gd name="connsiteY1" fmla="*/ 0 h 1175728"/>
                <a:gd name="connsiteX2" fmla="*/ 332964 w 626166"/>
                <a:gd name="connsiteY2" fmla="*/ 0 h 1175728"/>
                <a:gd name="connsiteX3" fmla="*/ 626166 w 626166"/>
                <a:gd name="connsiteY3" fmla="*/ 293202 h 1175728"/>
                <a:gd name="connsiteX4" fmla="*/ 626166 w 626166"/>
                <a:gd name="connsiteY4" fmla="*/ 882526 h 1175728"/>
                <a:gd name="connsiteX5" fmla="*/ 332964 w 626166"/>
                <a:gd name="connsiteY5" fmla="*/ 1175728 h 1175728"/>
                <a:gd name="connsiteX6" fmla="*/ 293202 w 626166"/>
                <a:gd name="connsiteY6" fmla="*/ 1175728 h 1175728"/>
                <a:gd name="connsiteX7" fmla="*/ 0 w 626166"/>
                <a:gd name="connsiteY7" fmla="*/ 882526 h 1175728"/>
                <a:gd name="connsiteX8" fmla="*/ 0 w 626166"/>
                <a:gd name="connsiteY8" fmla="*/ 293202 h 1175728"/>
                <a:gd name="connsiteX0" fmla="*/ 0 w 626166"/>
                <a:gd name="connsiteY0" fmla="*/ 303142 h 1185668"/>
                <a:gd name="connsiteX1" fmla="*/ 293202 w 626166"/>
                <a:gd name="connsiteY1" fmla="*/ 9940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03142 h 1185668"/>
                <a:gd name="connsiteX1" fmla="*/ 233567 w 626166"/>
                <a:gd name="connsiteY1" fmla="*/ 1 h 1185668"/>
                <a:gd name="connsiteX2" fmla="*/ 382660 w 626166"/>
                <a:gd name="connsiteY2" fmla="*/ 0 h 1185668"/>
                <a:gd name="connsiteX3" fmla="*/ 626166 w 626166"/>
                <a:gd name="connsiteY3" fmla="*/ 303142 h 1185668"/>
                <a:gd name="connsiteX4" fmla="*/ 626166 w 626166"/>
                <a:gd name="connsiteY4" fmla="*/ 892466 h 1185668"/>
                <a:gd name="connsiteX5" fmla="*/ 332964 w 626166"/>
                <a:gd name="connsiteY5" fmla="*/ 1185668 h 1185668"/>
                <a:gd name="connsiteX6" fmla="*/ 293202 w 626166"/>
                <a:gd name="connsiteY6" fmla="*/ 1185668 h 1185668"/>
                <a:gd name="connsiteX7" fmla="*/ 0 w 626166"/>
                <a:gd name="connsiteY7" fmla="*/ 892466 h 1185668"/>
                <a:gd name="connsiteX8" fmla="*/ 0 w 626166"/>
                <a:gd name="connsiteY8" fmla="*/ 303142 h 1185668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93202 w 626166"/>
                <a:gd name="connsiteY6" fmla="*/ 1205546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253446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32959 w 626166"/>
                <a:gd name="connsiteY6" fmla="*/ 1195607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05546"/>
                <a:gd name="connsiteX1" fmla="*/ 233567 w 626166"/>
                <a:gd name="connsiteY1" fmla="*/ 19879 h 1205546"/>
                <a:gd name="connsiteX2" fmla="*/ 432356 w 626166"/>
                <a:gd name="connsiteY2" fmla="*/ 0 h 1205546"/>
                <a:gd name="connsiteX3" fmla="*/ 626166 w 626166"/>
                <a:gd name="connsiteY3" fmla="*/ 323020 h 1205546"/>
                <a:gd name="connsiteX4" fmla="*/ 626166 w 626166"/>
                <a:gd name="connsiteY4" fmla="*/ 912344 h 1205546"/>
                <a:gd name="connsiteX5" fmla="*/ 332964 w 626166"/>
                <a:gd name="connsiteY5" fmla="*/ 1205546 h 1205546"/>
                <a:gd name="connsiteX6" fmla="*/ 303142 w 626166"/>
                <a:gd name="connsiteY6" fmla="*/ 1185668 h 1205546"/>
                <a:gd name="connsiteX7" fmla="*/ 0 w 626166"/>
                <a:gd name="connsiteY7" fmla="*/ 912344 h 1205546"/>
                <a:gd name="connsiteX8" fmla="*/ 0 w 626166"/>
                <a:gd name="connsiteY8" fmla="*/ 323020 h 1205546"/>
                <a:gd name="connsiteX0" fmla="*/ 0 w 626166"/>
                <a:gd name="connsiteY0" fmla="*/ 323020 h 1225711"/>
                <a:gd name="connsiteX1" fmla="*/ 233567 w 626166"/>
                <a:gd name="connsiteY1" fmla="*/ 19879 h 1225711"/>
                <a:gd name="connsiteX2" fmla="*/ 432356 w 626166"/>
                <a:gd name="connsiteY2" fmla="*/ 0 h 1225711"/>
                <a:gd name="connsiteX3" fmla="*/ 626166 w 626166"/>
                <a:gd name="connsiteY3" fmla="*/ 323020 h 1225711"/>
                <a:gd name="connsiteX4" fmla="*/ 626166 w 626166"/>
                <a:gd name="connsiteY4" fmla="*/ 912344 h 1225711"/>
                <a:gd name="connsiteX5" fmla="*/ 332964 w 626166"/>
                <a:gd name="connsiteY5" fmla="*/ 1205546 h 1225711"/>
                <a:gd name="connsiteX6" fmla="*/ 332960 w 626166"/>
                <a:gd name="connsiteY6" fmla="*/ 1225424 h 1225711"/>
                <a:gd name="connsiteX7" fmla="*/ 0 w 626166"/>
                <a:gd name="connsiteY7" fmla="*/ 912344 h 1225711"/>
                <a:gd name="connsiteX8" fmla="*/ 0 w 626166"/>
                <a:gd name="connsiteY8" fmla="*/ 323020 h 1225711"/>
                <a:gd name="connsiteX0" fmla="*/ 0 w 626166"/>
                <a:gd name="connsiteY0" fmla="*/ 303142 h 1205833"/>
                <a:gd name="connsiteX1" fmla="*/ 233567 w 626166"/>
                <a:gd name="connsiteY1" fmla="*/ 1 h 1205833"/>
                <a:gd name="connsiteX2" fmla="*/ 412478 w 626166"/>
                <a:gd name="connsiteY2" fmla="*/ 0 h 1205833"/>
                <a:gd name="connsiteX3" fmla="*/ 626166 w 626166"/>
                <a:gd name="connsiteY3" fmla="*/ 303142 h 1205833"/>
                <a:gd name="connsiteX4" fmla="*/ 626166 w 626166"/>
                <a:gd name="connsiteY4" fmla="*/ 892466 h 1205833"/>
                <a:gd name="connsiteX5" fmla="*/ 332964 w 626166"/>
                <a:gd name="connsiteY5" fmla="*/ 1185668 h 1205833"/>
                <a:gd name="connsiteX6" fmla="*/ 332960 w 626166"/>
                <a:gd name="connsiteY6" fmla="*/ 1205546 h 1205833"/>
                <a:gd name="connsiteX7" fmla="*/ 0 w 626166"/>
                <a:gd name="connsiteY7" fmla="*/ 892466 h 1205833"/>
                <a:gd name="connsiteX8" fmla="*/ 0 w 626166"/>
                <a:gd name="connsiteY8" fmla="*/ 303142 h 1205833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32960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6318"/>
                <a:gd name="connsiteX1" fmla="*/ 233567 w 626166"/>
                <a:gd name="connsiteY1" fmla="*/ 1 h 1206318"/>
                <a:gd name="connsiteX2" fmla="*/ 412478 w 626166"/>
                <a:gd name="connsiteY2" fmla="*/ 0 h 1206318"/>
                <a:gd name="connsiteX3" fmla="*/ 626166 w 626166"/>
                <a:gd name="connsiteY3" fmla="*/ 303142 h 1206318"/>
                <a:gd name="connsiteX4" fmla="*/ 626166 w 626166"/>
                <a:gd name="connsiteY4" fmla="*/ 892466 h 1206318"/>
                <a:gd name="connsiteX5" fmla="*/ 345672 w 626166"/>
                <a:gd name="connsiteY5" fmla="*/ 1203547 h 1206318"/>
                <a:gd name="connsiteX6" fmla="*/ 323429 w 626166"/>
                <a:gd name="connsiteY6" fmla="*/ 1205546 h 1206318"/>
                <a:gd name="connsiteX7" fmla="*/ 0 w 626166"/>
                <a:gd name="connsiteY7" fmla="*/ 892466 h 1206318"/>
                <a:gd name="connsiteX8" fmla="*/ 0 w 626166"/>
                <a:gd name="connsiteY8" fmla="*/ 303142 h 1206318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3429 w 626166"/>
                <a:gd name="connsiteY6" fmla="*/ 1205546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8656"/>
                <a:gd name="connsiteX1" fmla="*/ 233567 w 626166"/>
                <a:gd name="connsiteY1" fmla="*/ 1 h 1208656"/>
                <a:gd name="connsiteX2" fmla="*/ 412478 w 626166"/>
                <a:gd name="connsiteY2" fmla="*/ 0 h 1208656"/>
                <a:gd name="connsiteX3" fmla="*/ 626166 w 626166"/>
                <a:gd name="connsiteY3" fmla="*/ 303142 h 1208656"/>
                <a:gd name="connsiteX4" fmla="*/ 626166 w 626166"/>
                <a:gd name="connsiteY4" fmla="*/ 892466 h 1208656"/>
                <a:gd name="connsiteX5" fmla="*/ 345672 w 626166"/>
                <a:gd name="connsiteY5" fmla="*/ 1208656 h 1208656"/>
                <a:gd name="connsiteX6" fmla="*/ 320252 w 626166"/>
                <a:gd name="connsiteY6" fmla="*/ 1200437 h 1208656"/>
                <a:gd name="connsiteX7" fmla="*/ 0 w 626166"/>
                <a:gd name="connsiteY7" fmla="*/ 892466 h 1208656"/>
                <a:gd name="connsiteX8" fmla="*/ 0 w 626166"/>
                <a:gd name="connsiteY8" fmla="*/ 303142 h 1208656"/>
                <a:gd name="connsiteX0" fmla="*/ 0 w 626166"/>
                <a:gd name="connsiteY0" fmla="*/ 303142 h 1209124"/>
                <a:gd name="connsiteX1" fmla="*/ 233567 w 626166"/>
                <a:gd name="connsiteY1" fmla="*/ 1 h 1209124"/>
                <a:gd name="connsiteX2" fmla="*/ 412478 w 626166"/>
                <a:gd name="connsiteY2" fmla="*/ 0 h 1209124"/>
                <a:gd name="connsiteX3" fmla="*/ 626166 w 626166"/>
                <a:gd name="connsiteY3" fmla="*/ 303142 h 1209124"/>
                <a:gd name="connsiteX4" fmla="*/ 626166 w 626166"/>
                <a:gd name="connsiteY4" fmla="*/ 892466 h 1209124"/>
                <a:gd name="connsiteX5" fmla="*/ 345672 w 626166"/>
                <a:gd name="connsiteY5" fmla="*/ 1208656 h 1209124"/>
                <a:gd name="connsiteX6" fmla="*/ 313898 w 626166"/>
                <a:gd name="connsiteY6" fmla="*/ 1208099 h 1209124"/>
                <a:gd name="connsiteX7" fmla="*/ 0 w 626166"/>
                <a:gd name="connsiteY7" fmla="*/ 892466 h 1209124"/>
                <a:gd name="connsiteX8" fmla="*/ 0 w 626166"/>
                <a:gd name="connsiteY8" fmla="*/ 303142 h 1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166" h="1209124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막힌 원호 135">
              <a:extLst>
                <a:ext uri="{FF2B5EF4-FFF2-40B4-BE49-F238E27FC236}">
                  <a16:creationId xmlns:a16="http://schemas.microsoft.com/office/drawing/2014/main" xmlns="" id="{81BC701E-4B81-4B6F-80A7-543318D010B9}"/>
                </a:ext>
              </a:extLst>
            </p:cNvPr>
            <p:cNvSpPr/>
            <p:nvPr/>
          </p:nvSpPr>
          <p:spPr>
            <a:xfrm>
              <a:off x="2103734" y="3002376"/>
              <a:ext cx="861381" cy="963974"/>
            </a:xfrm>
            <a:custGeom>
              <a:avLst/>
              <a:gdLst>
                <a:gd name="connsiteX0" fmla="*/ 6421 w 1188673"/>
                <a:gd name="connsiteY0" fmla="*/ 681464 h 1188673"/>
                <a:gd name="connsiteX1" fmla="*/ 149811 w 1188673"/>
                <a:gd name="connsiteY1" fmla="*/ 199833 h 1188673"/>
                <a:gd name="connsiteX2" fmla="*/ 610993 w 1188673"/>
                <a:gd name="connsiteY2" fmla="*/ 233 h 1188673"/>
                <a:gd name="connsiteX3" fmla="*/ 605291 w 1188673"/>
                <a:gd name="connsiteY3" fmla="*/ 203607 h 1188673"/>
                <a:gd name="connsiteX4" fmla="*/ 301981 w 1188673"/>
                <a:gd name="connsiteY4" fmla="*/ 334880 h 1188673"/>
                <a:gd name="connsiteX5" fmla="*/ 207676 w 1188673"/>
                <a:gd name="connsiteY5" fmla="*/ 651639 h 1188673"/>
                <a:gd name="connsiteX6" fmla="*/ 6421 w 1188673"/>
                <a:gd name="connsiteY6" fmla="*/ 681464 h 1188673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605295 w 610997"/>
                <a:gd name="connsiteY3" fmla="*/ 203607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  <a:gd name="connsiteX0" fmla="*/ 6425 w 610997"/>
                <a:gd name="connsiteY0" fmla="*/ 681464 h 683767"/>
                <a:gd name="connsiteX1" fmla="*/ 149815 w 610997"/>
                <a:gd name="connsiteY1" fmla="*/ 199833 h 683767"/>
                <a:gd name="connsiteX2" fmla="*/ 610997 w 610997"/>
                <a:gd name="connsiteY2" fmla="*/ 233 h 683767"/>
                <a:gd name="connsiteX3" fmla="*/ 595567 w 610997"/>
                <a:gd name="connsiteY3" fmla="*/ 154969 h 683767"/>
                <a:gd name="connsiteX4" fmla="*/ 301985 w 610997"/>
                <a:gd name="connsiteY4" fmla="*/ 334880 h 683767"/>
                <a:gd name="connsiteX5" fmla="*/ 275773 w 610997"/>
                <a:gd name="connsiteY5" fmla="*/ 680822 h 683767"/>
                <a:gd name="connsiteX6" fmla="*/ 6425 w 610997"/>
                <a:gd name="connsiteY6" fmla="*/ 681464 h 683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0997" h="68376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자유형: 도형 128">
              <a:extLst>
                <a:ext uri="{FF2B5EF4-FFF2-40B4-BE49-F238E27FC236}">
                  <a16:creationId xmlns:a16="http://schemas.microsoft.com/office/drawing/2014/main" xmlns="" id="{CBCB4EF1-FBF0-44E2-9964-76E5576B1DFD}"/>
                </a:ext>
              </a:extLst>
            </p:cNvPr>
            <p:cNvSpPr/>
            <p:nvPr/>
          </p:nvSpPr>
          <p:spPr>
            <a:xfrm rot="21000000">
              <a:off x="1019786" y="4024649"/>
              <a:ext cx="948277" cy="2492473"/>
            </a:xfrm>
            <a:custGeom>
              <a:avLst/>
              <a:gdLst>
                <a:gd name="connsiteX0" fmla="*/ 810820 w 948279"/>
                <a:gd name="connsiteY0" fmla="*/ 13176 h 2492471"/>
                <a:gd name="connsiteX1" fmla="*/ 890541 w 948279"/>
                <a:gd name="connsiteY1" fmla="*/ 50763 h 2492471"/>
                <a:gd name="connsiteX2" fmla="*/ 948279 w 948279"/>
                <a:gd name="connsiteY2" fmla="*/ 103894 h 2492471"/>
                <a:gd name="connsiteX3" fmla="*/ 938298 w 948279"/>
                <a:gd name="connsiteY3" fmla="*/ 110009 h 2492471"/>
                <a:gd name="connsiteX4" fmla="*/ 693849 w 948279"/>
                <a:gd name="connsiteY4" fmla="*/ 613610 h 2492471"/>
                <a:gd name="connsiteX5" fmla="*/ 473392 w 948279"/>
                <a:gd name="connsiteY5" fmla="*/ 1863884 h 2492471"/>
                <a:gd name="connsiteX6" fmla="*/ 621326 w 948279"/>
                <a:gd name="connsiteY6" fmla="*/ 2455353 h 2492471"/>
                <a:gd name="connsiteX7" fmla="*/ 654526 w 948279"/>
                <a:gd name="connsiteY7" fmla="*/ 2489310 h 2492471"/>
                <a:gd name="connsiteX8" fmla="*/ 632338 w 948279"/>
                <a:gd name="connsiteY8" fmla="*/ 2492471 h 2492471"/>
                <a:gd name="connsiteX9" fmla="*/ 576673 w 948279"/>
                <a:gd name="connsiteY9" fmla="*/ 2488230 h 2492471"/>
                <a:gd name="connsiteX10" fmla="*/ 0 w 948279"/>
                <a:gd name="connsiteY10" fmla="*/ 1842037 h 2492471"/>
                <a:gd name="connsiteX11" fmla="*/ 0 w 948279"/>
                <a:gd name="connsiteY11" fmla="*/ 625681 h 2492471"/>
                <a:gd name="connsiteX12" fmla="*/ 404528 w 948279"/>
                <a:gd name="connsiteY12" fmla="*/ 2 h 2492471"/>
                <a:gd name="connsiteX13" fmla="*/ 714395 w 948279"/>
                <a:gd name="connsiteY13" fmla="*/ 0 h 2492471"/>
                <a:gd name="connsiteX14" fmla="*/ 810820 w 948279"/>
                <a:gd name="connsiteY14" fmla="*/ 13176 h 249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8279" h="2492471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자유형: 도형 129">
              <a:extLst>
                <a:ext uri="{FF2B5EF4-FFF2-40B4-BE49-F238E27FC236}">
                  <a16:creationId xmlns:a16="http://schemas.microsoft.com/office/drawing/2014/main" xmlns="" id="{B21450E8-9604-40A1-A3B8-7A79F9BFC28B}"/>
                </a:ext>
              </a:extLst>
            </p:cNvPr>
            <p:cNvSpPr/>
            <p:nvPr/>
          </p:nvSpPr>
          <p:spPr>
            <a:xfrm rot="638553" flipH="1">
              <a:off x="2580804" y="4025901"/>
              <a:ext cx="970595" cy="2486379"/>
            </a:xfrm>
            <a:custGeom>
              <a:avLst/>
              <a:gdLst>
                <a:gd name="connsiteX0" fmla="*/ 810820 w 970595"/>
                <a:gd name="connsiteY0" fmla="*/ 13176 h 2486380"/>
                <a:gd name="connsiteX1" fmla="*/ 714395 w 970595"/>
                <a:gd name="connsiteY1" fmla="*/ 0 h 2486380"/>
                <a:gd name="connsiteX2" fmla="*/ 404528 w 970595"/>
                <a:gd name="connsiteY2" fmla="*/ 2 h 2486380"/>
                <a:gd name="connsiteX3" fmla="*/ 0 w 970595"/>
                <a:gd name="connsiteY3" fmla="*/ 625681 h 2486380"/>
                <a:gd name="connsiteX4" fmla="*/ 0 w 970595"/>
                <a:gd name="connsiteY4" fmla="*/ 1842037 h 2486380"/>
                <a:gd name="connsiteX5" fmla="*/ 560449 w 970595"/>
                <a:gd name="connsiteY5" fmla="*/ 2485181 h 2486380"/>
                <a:gd name="connsiteX6" fmla="*/ 599656 w 970595"/>
                <a:gd name="connsiteY6" fmla="*/ 2473913 h 2486380"/>
                <a:gd name="connsiteX7" fmla="*/ 663413 w 970595"/>
                <a:gd name="connsiteY7" fmla="*/ 2465457 h 2486380"/>
                <a:gd name="connsiteX8" fmla="*/ 641917 w 970595"/>
                <a:gd name="connsiteY8" fmla="*/ 2440471 h 2486380"/>
                <a:gd name="connsiteX9" fmla="*/ 539647 w 970595"/>
                <a:gd name="connsiteY9" fmla="*/ 1853878 h 2486380"/>
                <a:gd name="connsiteX10" fmla="*/ 774111 w 970595"/>
                <a:gd name="connsiteY10" fmla="*/ 606155 h 2486380"/>
                <a:gd name="connsiteX11" fmla="*/ 937077 w 970595"/>
                <a:gd name="connsiteY11" fmla="*/ 171433 h 2486380"/>
                <a:gd name="connsiteX12" fmla="*/ 970595 w 970595"/>
                <a:gd name="connsiteY12" fmla="*/ 134526 h 2486380"/>
                <a:gd name="connsiteX13" fmla="*/ 954745 w 970595"/>
                <a:gd name="connsiteY13" fmla="*/ 109844 h 2486380"/>
                <a:gd name="connsiteX14" fmla="*/ 810820 w 970595"/>
                <a:gd name="connsiteY14" fmla="*/ 13176 h 248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70595" h="2486380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grpFill/>
            <a:ln w="349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xmlns="" id="{A7A46D81-84CC-496E-B33E-22FECA7C43B9}"/>
              </a:ext>
            </a:extLst>
          </p:cNvPr>
          <p:cNvSpPr/>
          <p:nvPr/>
        </p:nvSpPr>
        <p:spPr>
          <a:xfrm>
            <a:off x="8656690" y="3048026"/>
            <a:ext cx="386582" cy="422424"/>
          </a:xfrm>
          <a:custGeom>
            <a:avLst/>
            <a:gdLst>
              <a:gd name="connsiteX0" fmla="*/ 1409099 w 1438275"/>
              <a:gd name="connsiteY0" fmla="*/ 372897 h 1571625"/>
              <a:gd name="connsiteX1" fmla="*/ 949042 w 1438275"/>
              <a:gd name="connsiteY1" fmla="*/ 243357 h 1571625"/>
              <a:gd name="connsiteX2" fmla="*/ 852839 w 1438275"/>
              <a:gd name="connsiteY2" fmla="*/ 270027 h 1571625"/>
              <a:gd name="connsiteX3" fmla="*/ 797594 w 1438275"/>
              <a:gd name="connsiteY3" fmla="*/ 227165 h 1571625"/>
              <a:gd name="connsiteX4" fmla="*/ 817597 w 1438275"/>
              <a:gd name="connsiteY4" fmla="*/ 33807 h 1571625"/>
              <a:gd name="connsiteX5" fmla="*/ 801404 w 1438275"/>
              <a:gd name="connsiteY5" fmla="*/ 2375 h 1571625"/>
              <a:gd name="connsiteX6" fmla="*/ 764257 w 1438275"/>
              <a:gd name="connsiteY6" fmla="*/ 36665 h 1571625"/>
              <a:gd name="connsiteX7" fmla="*/ 648052 w 1438275"/>
              <a:gd name="connsiteY7" fmla="*/ 163347 h 1571625"/>
              <a:gd name="connsiteX8" fmla="*/ 21307 w 1438275"/>
              <a:gd name="connsiteY8" fmla="*/ 350037 h 1571625"/>
              <a:gd name="connsiteX9" fmla="*/ 352 w 1438275"/>
              <a:gd name="connsiteY9" fmla="*/ 379565 h 1571625"/>
              <a:gd name="connsiteX10" fmla="*/ 35594 w 1438275"/>
              <a:gd name="connsiteY10" fmla="*/ 395757 h 1571625"/>
              <a:gd name="connsiteX11" fmla="*/ 163229 w 1438275"/>
              <a:gd name="connsiteY11" fmla="*/ 410997 h 1571625"/>
              <a:gd name="connsiteX12" fmla="*/ 615667 w 1438275"/>
              <a:gd name="connsiteY12" fmla="*/ 286220 h 1571625"/>
              <a:gd name="connsiteX13" fmla="*/ 705202 w 1438275"/>
              <a:gd name="connsiteY13" fmla="*/ 200495 h 1571625"/>
              <a:gd name="connsiteX14" fmla="*/ 744254 w 1438275"/>
              <a:gd name="connsiteY14" fmla="*/ 189065 h 1571625"/>
              <a:gd name="connsiteX15" fmla="*/ 754732 w 1438275"/>
              <a:gd name="connsiteY15" fmla="*/ 222402 h 1571625"/>
              <a:gd name="connsiteX16" fmla="*/ 746159 w 1438275"/>
              <a:gd name="connsiteY16" fmla="*/ 403377 h 1571625"/>
              <a:gd name="connsiteX17" fmla="*/ 699487 w 1438275"/>
              <a:gd name="connsiteY17" fmla="*/ 503390 h 1571625"/>
              <a:gd name="connsiteX18" fmla="*/ 649004 w 1438275"/>
              <a:gd name="connsiteY18" fmla="*/ 506247 h 1571625"/>
              <a:gd name="connsiteX19" fmla="*/ 553754 w 1438275"/>
              <a:gd name="connsiteY19" fmla="*/ 471005 h 1571625"/>
              <a:gd name="connsiteX20" fmla="*/ 229904 w 1438275"/>
              <a:gd name="connsiteY20" fmla="*/ 662457 h 1571625"/>
              <a:gd name="connsiteX21" fmla="*/ 215617 w 1438275"/>
              <a:gd name="connsiteY21" fmla="*/ 697700 h 1571625"/>
              <a:gd name="connsiteX22" fmla="*/ 378494 w 1438275"/>
              <a:gd name="connsiteY22" fmla="*/ 911060 h 1571625"/>
              <a:gd name="connsiteX23" fmla="*/ 676627 w 1438275"/>
              <a:gd name="connsiteY23" fmla="*/ 611022 h 1571625"/>
              <a:gd name="connsiteX24" fmla="*/ 679484 w 1438275"/>
              <a:gd name="connsiteY24" fmla="*/ 563397 h 1571625"/>
              <a:gd name="connsiteX25" fmla="*/ 730919 w 1438275"/>
              <a:gd name="connsiteY25" fmla="*/ 514820 h 1571625"/>
              <a:gd name="connsiteX26" fmla="*/ 742349 w 1438275"/>
              <a:gd name="connsiteY26" fmla="*/ 564350 h 1571625"/>
              <a:gd name="connsiteX27" fmla="*/ 766162 w 1438275"/>
              <a:gd name="connsiteY27" fmla="*/ 992022 h 1571625"/>
              <a:gd name="connsiteX28" fmla="*/ 739492 w 1438275"/>
              <a:gd name="connsiteY28" fmla="*/ 1039647 h 1571625"/>
              <a:gd name="connsiteX29" fmla="*/ 633764 w 1438275"/>
              <a:gd name="connsiteY29" fmla="*/ 1162520 h 1571625"/>
              <a:gd name="connsiteX30" fmla="*/ 627097 w 1438275"/>
              <a:gd name="connsiteY30" fmla="*/ 1419695 h 1571625"/>
              <a:gd name="connsiteX31" fmla="*/ 794737 w 1438275"/>
              <a:gd name="connsiteY31" fmla="*/ 1576857 h 1571625"/>
              <a:gd name="connsiteX32" fmla="*/ 961424 w 1438275"/>
              <a:gd name="connsiteY32" fmla="*/ 1406360 h 1571625"/>
              <a:gd name="connsiteX33" fmla="*/ 932849 w 1438275"/>
              <a:gd name="connsiteY33" fmla="*/ 1131087 h 1571625"/>
              <a:gd name="connsiteX34" fmla="*/ 833789 w 1438275"/>
              <a:gd name="connsiteY34" fmla="*/ 1033932 h 1571625"/>
              <a:gd name="connsiteX35" fmla="*/ 787117 w 1438275"/>
              <a:gd name="connsiteY35" fmla="*/ 979640 h 1571625"/>
              <a:gd name="connsiteX36" fmla="*/ 783307 w 1438275"/>
              <a:gd name="connsiteY36" fmla="*/ 695795 h 1571625"/>
              <a:gd name="connsiteX37" fmla="*/ 789022 w 1438275"/>
              <a:gd name="connsiteY37" fmla="*/ 702462 h 1571625"/>
              <a:gd name="connsiteX38" fmla="*/ 790927 w 1438275"/>
              <a:gd name="connsiteY38" fmla="*/ 726275 h 1571625"/>
              <a:gd name="connsiteX39" fmla="*/ 895702 w 1438275"/>
              <a:gd name="connsiteY39" fmla="*/ 929157 h 1571625"/>
              <a:gd name="connsiteX40" fmla="*/ 1098584 w 1438275"/>
              <a:gd name="connsiteY40" fmla="*/ 1019645 h 1571625"/>
              <a:gd name="connsiteX41" fmla="*/ 1300514 w 1438275"/>
              <a:gd name="connsiteY41" fmla="*/ 946302 h 1571625"/>
              <a:gd name="connsiteX42" fmla="*/ 1253842 w 1438275"/>
              <a:gd name="connsiteY42" fmla="*/ 741515 h 1571625"/>
              <a:gd name="connsiteX43" fmla="*/ 1015717 w 1438275"/>
              <a:gd name="connsiteY43" fmla="*/ 609117 h 1571625"/>
              <a:gd name="connsiteX44" fmla="*/ 835694 w 1438275"/>
              <a:gd name="connsiteY44" fmla="*/ 649122 h 1571625"/>
              <a:gd name="connsiteX45" fmla="*/ 792832 w 1438275"/>
              <a:gd name="connsiteY45" fmla="*/ 669125 h 1571625"/>
              <a:gd name="connsiteX46" fmla="*/ 772829 w 1438275"/>
              <a:gd name="connsiteY46" fmla="*/ 618642 h 1571625"/>
              <a:gd name="connsiteX47" fmla="*/ 784259 w 1438275"/>
              <a:gd name="connsiteY47" fmla="*/ 332892 h 1571625"/>
              <a:gd name="connsiteX48" fmla="*/ 843314 w 1438275"/>
              <a:gd name="connsiteY48" fmla="*/ 307175 h 1571625"/>
              <a:gd name="connsiteX49" fmla="*/ 889034 w 1438275"/>
              <a:gd name="connsiteY49" fmla="*/ 340512 h 1571625"/>
              <a:gd name="connsiteX50" fmla="*/ 1396717 w 1438275"/>
              <a:gd name="connsiteY50" fmla="*/ 431952 h 1571625"/>
              <a:gd name="connsiteX51" fmla="*/ 1437674 w 1438275"/>
              <a:gd name="connsiteY51" fmla="*/ 412902 h 1571625"/>
              <a:gd name="connsiteX52" fmla="*/ 1409099 w 1438275"/>
              <a:gd name="connsiteY52" fmla="*/ 372897 h 1571625"/>
              <a:gd name="connsiteX53" fmla="*/ 85124 w 1438275"/>
              <a:gd name="connsiteY53" fmla="*/ 362420 h 1571625"/>
              <a:gd name="connsiteX54" fmla="*/ 657577 w 1438275"/>
              <a:gd name="connsiteY54" fmla="*/ 196685 h 1571625"/>
              <a:gd name="connsiteX55" fmla="*/ 85124 w 1438275"/>
              <a:gd name="connsiteY55" fmla="*/ 362420 h 1571625"/>
              <a:gd name="connsiteX56" fmla="*/ 385162 w 1438275"/>
              <a:gd name="connsiteY56" fmla="*/ 549110 h 1571625"/>
              <a:gd name="connsiteX57" fmla="*/ 536609 w 1438275"/>
              <a:gd name="connsiteY57" fmla="*/ 498627 h 1571625"/>
              <a:gd name="connsiteX58" fmla="*/ 385162 w 1438275"/>
              <a:gd name="connsiteY58" fmla="*/ 549110 h 1571625"/>
              <a:gd name="connsiteX59" fmla="*/ 636622 w 1438275"/>
              <a:gd name="connsiteY59" fmla="*/ 1298727 h 1571625"/>
              <a:gd name="connsiteX60" fmla="*/ 724252 w 1438275"/>
              <a:gd name="connsiteY60" fmla="*/ 1077747 h 1571625"/>
              <a:gd name="connsiteX61" fmla="*/ 636622 w 1438275"/>
              <a:gd name="connsiteY61" fmla="*/ 1298727 h 1571625"/>
              <a:gd name="connsiteX62" fmla="*/ 814739 w 1438275"/>
              <a:gd name="connsiteY62" fmla="*/ 756755 h 1571625"/>
              <a:gd name="connsiteX63" fmla="*/ 909037 w 1438275"/>
              <a:gd name="connsiteY63" fmla="*/ 911060 h 1571625"/>
              <a:gd name="connsiteX64" fmla="*/ 814739 w 1438275"/>
              <a:gd name="connsiteY64" fmla="*/ 756755 h 1571625"/>
              <a:gd name="connsiteX65" fmla="*/ 971902 w 1438275"/>
              <a:gd name="connsiteY65" fmla="*/ 310032 h 1571625"/>
              <a:gd name="connsiteX66" fmla="*/ 971902 w 1438275"/>
              <a:gd name="connsiteY66" fmla="*/ 310032 h 1571625"/>
              <a:gd name="connsiteX67" fmla="*/ 971902 w 1438275"/>
              <a:gd name="connsiteY67" fmla="*/ 310032 h 1571625"/>
              <a:gd name="connsiteX68" fmla="*/ 873794 w 1438275"/>
              <a:gd name="connsiteY68" fmla="*/ 285267 h 1571625"/>
              <a:gd name="connsiteX69" fmla="*/ 978569 w 1438275"/>
              <a:gd name="connsiteY69" fmla="*/ 297650 h 1571625"/>
              <a:gd name="connsiteX70" fmla="*/ 989047 w 1438275"/>
              <a:gd name="connsiteY70" fmla="*/ 300507 h 1571625"/>
              <a:gd name="connsiteX71" fmla="*/ 1313849 w 1438275"/>
              <a:gd name="connsiteY71" fmla="*/ 376707 h 1571625"/>
              <a:gd name="connsiteX72" fmla="*/ 971902 w 1438275"/>
              <a:gd name="connsiteY72" fmla="*/ 310032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438275" h="1571625">
                <a:moveTo>
                  <a:pt x="1409099" y="372897"/>
                </a:moveTo>
                <a:cubicBezTo>
                  <a:pt x="1276702" y="253835"/>
                  <a:pt x="1126207" y="200495"/>
                  <a:pt x="949042" y="243357"/>
                </a:cubicBezTo>
                <a:cubicBezTo>
                  <a:pt x="916657" y="250977"/>
                  <a:pt x="885224" y="261455"/>
                  <a:pt x="852839" y="270027"/>
                </a:cubicBezTo>
                <a:cubicBezTo>
                  <a:pt x="805214" y="283362"/>
                  <a:pt x="794737" y="275742"/>
                  <a:pt x="797594" y="227165"/>
                </a:cubicBezTo>
                <a:cubicBezTo>
                  <a:pt x="801404" y="162395"/>
                  <a:pt x="804262" y="97625"/>
                  <a:pt x="817597" y="33807"/>
                </a:cubicBezTo>
                <a:cubicBezTo>
                  <a:pt x="821407" y="16662"/>
                  <a:pt x="819502" y="5232"/>
                  <a:pt x="801404" y="2375"/>
                </a:cubicBezTo>
                <a:cubicBezTo>
                  <a:pt x="776639" y="-1435"/>
                  <a:pt x="759494" y="-6198"/>
                  <a:pt x="764257" y="36665"/>
                </a:cubicBezTo>
                <a:cubicBezTo>
                  <a:pt x="778544" y="162395"/>
                  <a:pt x="772829" y="185255"/>
                  <a:pt x="648052" y="163347"/>
                </a:cubicBezTo>
                <a:cubicBezTo>
                  <a:pt x="409927" y="122390"/>
                  <a:pt x="197519" y="180492"/>
                  <a:pt x="21307" y="350037"/>
                </a:cubicBezTo>
                <a:cubicBezTo>
                  <a:pt x="12734" y="358610"/>
                  <a:pt x="-2506" y="366230"/>
                  <a:pt x="352" y="379565"/>
                </a:cubicBezTo>
                <a:cubicBezTo>
                  <a:pt x="4162" y="396710"/>
                  <a:pt x="22259" y="393852"/>
                  <a:pt x="35594" y="395757"/>
                </a:cubicBezTo>
                <a:cubicBezTo>
                  <a:pt x="78457" y="401472"/>
                  <a:pt x="120367" y="409092"/>
                  <a:pt x="163229" y="410997"/>
                </a:cubicBezTo>
                <a:cubicBezTo>
                  <a:pt x="328012" y="419570"/>
                  <a:pt x="483269" y="394805"/>
                  <a:pt x="615667" y="286220"/>
                </a:cubicBezTo>
                <a:cubicBezTo>
                  <a:pt x="647099" y="260502"/>
                  <a:pt x="675674" y="229070"/>
                  <a:pt x="705202" y="200495"/>
                </a:cubicBezTo>
                <a:cubicBezTo>
                  <a:pt x="716632" y="189065"/>
                  <a:pt x="729014" y="183350"/>
                  <a:pt x="744254" y="189065"/>
                </a:cubicBezTo>
                <a:cubicBezTo>
                  <a:pt x="759494" y="194780"/>
                  <a:pt x="754732" y="210972"/>
                  <a:pt x="754732" y="222402"/>
                </a:cubicBezTo>
                <a:cubicBezTo>
                  <a:pt x="751874" y="282410"/>
                  <a:pt x="746159" y="342417"/>
                  <a:pt x="746159" y="403377"/>
                </a:cubicBezTo>
                <a:cubicBezTo>
                  <a:pt x="746159" y="445287"/>
                  <a:pt x="729014" y="474815"/>
                  <a:pt x="699487" y="503390"/>
                </a:cubicBezTo>
                <a:cubicBezTo>
                  <a:pt x="682342" y="520535"/>
                  <a:pt x="669007" y="528155"/>
                  <a:pt x="649004" y="506247"/>
                </a:cubicBezTo>
                <a:cubicBezTo>
                  <a:pt x="624239" y="478625"/>
                  <a:pt x="589949" y="468147"/>
                  <a:pt x="553754" y="471005"/>
                </a:cubicBezTo>
                <a:cubicBezTo>
                  <a:pt x="415642" y="482435"/>
                  <a:pt x="308009" y="549110"/>
                  <a:pt x="229904" y="662457"/>
                </a:cubicBezTo>
                <a:cubicBezTo>
                  <a:pt x="223237" y="672935"/>
                  <a:pt x="217522" y="685317"/>
                  <a:pt x="215617" y="697700"/>
                </a:cubicBezTo>
                <a:cubicBezTo>
                  <a:pt x="187994" y="852957"/>
                  <a:pt x="230857" y="916775"/>
                  <a:pt x="378494" y="911060"/>
                </a:cubicBezTo>
                <a:cubicBezTo>
                  <a:pt x="521369" y="905345"/>
                  <a:pt x="667102" y="758660"/>
                  <a:pt x="676627" y="611022"/>
                </a:cubicBezTo>
                <a:cubicBezTo>
                  <a:pt x="677579" y="594830"/>
                  <a:pt x="675674" y="578637"/>
                  <a:pt x="679484" y="563397"/>
                </a:cubicBezTo>
                <a:cubicBezTo>
                  <a:pt x="686152" y="536727"/>
                  <a:pt x="708059" y="513867"/>
                  <a:pt x="730919" y="514820"/>
                </a:cubicBezTo>
                <a:cubicBezTo>
                  <a:pt x="750922" y="515772"/>
                  <a:pt x="741397" y="547205"/>
                  <a:pt x="742349" y="564350"/>
                </a:cubicBezTo>
                <a:cubicBezTo>
                  <a:pt x="743302" y="707225"/>
                  <a:pt x="744254" y="850100"/>
                  <a:pt x="766162" y="992022"/>
                </a:cubicBezTo>
                <a:cubicBezTo>
                  <a:pt x="769972" y="1017740"/>
                  <a:pt x="761399" y="1029170"/>
                  <a:pt x="739492" y="1039647"/>
                </a:cubicBezTo>
                <a:cubicBezTo>
                  <a:pt x="686152" y="1065365"/>
                  <a:pt x="652814" y="1108227"/>
                  <a:pt x="633764" y="1162520"/>
                </a:cubicBezTo>
                <a:cubicBezTo>
                  <a:pt x="605189" y="1247292"/>
                  <a:pt x="600427" y="1333970"/>
                  <a:pt x="627097" y="1419695"/>
                </a:cubicBezTo>
                <a:cubicBezTo>
                  <a:pt x="651862" y="1503515"/>
                  <a:pt x="732824" y="1578762"/>
                  <a:pt x="794737" y="1576857"/>
                </a:cubicBezTo>
                <a:cubicBezTo>
                  <a:pt x="860459" y="1574952"/>
                  <a:pt x="942374" y="1493037"/>
                  <a:pt x="961424" y="1406360"/>
                </a:cubicBezTo>
                <a:cubicBezTo>
                  <a:pt x="982379" y="1312062"/>
                  <a:pt x="970949" y="1219670"/>
                  <a:pt x="932849" y="1131087"/>
                </a:cubicBezTo>
                <a:cubicBezTo>
                  <a:pt x="913799" y="1086320"/>
                  <a:pt x="881414" y="1050125"/>
                  <a:pt x="833789" y="1033932"/>
                </a:cubicBezTo>
                <a:cubicBezTo>
                  <a:pt x="805214" y="1024407"/>
                  <a:pt x="794737" y="1005357"/>
                  <a:pt x="787117" y="979640"/>
                </a:cubicBezTo>
                <a:cubicBezTo>
                  <a:pt x="761399" y="886295"/>
                  <a:pt x="774734" y="791045"/>
                  <a:pt x="783307" y="695795"/>
                </a:cubicBezTo>
                <a:cubicBezTo>
                  <a:pt x="785212" y="697700"/>
                  <a:pt x="788069" y="700557"/>
                  <a:pt x="789022" y="702462"/>
                </a:cubicBezTo>
                <a:cubicBezTo>
                  <a:pt x="789974" y="710082"/>
                  <a:pt x="790927" y="718655"/>
                  <a:pt x="790927" y="726275"/>
                </a:cubicBezTo>
                <a:cubicBezTo>
                  <a:pt x="787117" y="813905"/>
                  <a:pt x="829027" y="877722"/>
                  <a:pt x="895702" y="929157"/>
                </a:cubicBezTo>
                <a:cubicBezTo>
                  <a:pt x="955709" y="974877"/>
                  <a:pt x="1024289" y="1005357"/>
                  <a:pt x="1098584" y="1019645"/>
                </a:cubicBezTo>
                <a:cubicBezTo>
                  <a:pt x="1183357" y="1035837"/>
                  <a:pt x="1266224" y="1005357"/>
                  <a:pt x="1300514" y="946302"/>
                </a:cubicBezTo>
                <a:cubicBezTo>
                  <a:pt x="1332899" y="891057"/>
                  <a:pt x="1314802" y="804380"/>
                  <a:pt x="1253842" y="741515"/>
                </a:cubicBezTo>
                <a:cubicBezTo>
                  <a:pt x="1189072" y="672935"/>
                  <a:pt x="1108109" y="628167"/>
                  <a:pt x="1015717" y="609117"/>
                </a:cubicBezTo>
                <a:cubicBezTo>
                  <a:pt x="951899" y="595782"/>
                  <a:pt x="889034" y="604355"/>
                  <a:pt x="835694" y="649122"/>
                </a:cubicBezTo>
                <a:cubicBezTo>
                  <a:pt x="823312" y="658647"/>
                  <a:pt x="814739" y="682460"/>
                  <a:pt x="792832" y="669125"/>
                </a:cubicBezTo>
                <a:cubicBezTo>
                  <a:pt x="774734" y="657695"/>
                  <a:pt x="771877" y="638645"/>
                  <a:pt x="772829" y="618642"/>
                </a:cubicBezTo>
                <a:cubicBezTo>
                  <a:pt x="776639" y="523392"/>
                  <a:pt x="779497" y="428142"/>
                  <a:pt x="784259" y="332892"/>
                </a:cubicBezTo>
                <a:cubicBezTo>
                  <a:pt x="786164" y="289077"/>
                  <a:pt x="805214" y="281457"/>
                  <a:pt x="843314" y="307175"/>
                </a:cubicBezTo>
                <a:cubicBezTo>
                  <a:pt x="858554" y="317652"/>
                  <a:pt x="873794" y="330035"/>
                  <a:pt x="889034" y="340512"/>
                </a:cubicBezTo>
                <a:cubicBezTo>
                  <a:pt x="1043339" y="451002"/>
                  <a:pt x="1213837" y="475767"/>
                  <a:pt x="1396717" y="431952"/>
                </a:cubicBezTo>
                <a:cubicBezTo>
                  <a:pt x="1411957" y="428142"/>
                  <a:pt x="1432912" y="428142"/>
                  <a:pt x="1437674" y="412902"/>
                </a:cubicBezTo>
                <a:cubicBezTo>
                  <a:pt x="1442437" y="393852"/>
                  <a:pt x="1421482" y="384327"/>
                  <a:pt x="1409099" y="372897"/>
                </a:cubicBezTo>
                <a:close/>
                <a:moveTo>
                  <a:pt x="85124" y="362420"/>
                </a:moveTo>
                <a:cubicBezTo>
                  <a:pt x="277529" y="311937"/>
                  <a:pt x="468029" y="253835"/>
                  <a:pt x="657577" y="196685"/>
                </a:cubicBezTo>
                <a:cubicBezTo>
                  <a:pt x="548992" y="254787"/>
                  <a:pt x="207044" y="353847"/>
                  <a:pt x="85124" y="362420"/>
                </a:cubicBezTo>
                <a:close/>
                <a:moveTo>
                  <a:pt x="385162" y="549110"/>
                </a:moveTo>
                <a:cubicBezTo>
                  <a:pt x="428977" y="511010"/>
                  <a:pt x="476602" y="487197"/>
                  <a:pt x="536609" y="498627"/>
                </a:cubicBezTo>
                <a:cubicBezTo>
                  <a:pt x="484222" y="510057"/>
                  <a:pt x="434692" y="529107"/>
                  <a:pt x="385162" y="549110"/>
                </a:cubicBezTo>
                <a:close/>
                <a:moveTo>
                  <a:pt x="636622" y="1298727"/>
                </a:moveTo>
                <a:cubicBezTo>
                  <a:pt x="615667" y="1210145"/>
                  <a:pt x="652814" y="1120610"/>
                  <a:pt x="724252" y="1077747"/>
                </a:cubicBezTo>
                <a:cubicBezTo>
                  <a:pt x="674722" y="1139660"/>
                  <a:pt x="642337" y="1208240"/>
                  <a:pt x="636622" y="1298727"/>
                </a:cubicBezTo>
                <a:close/>
                <a:moveTo>
                  <a:pt x="814739" y="756755"/>
                </a:moveTo>
                <a:cubicBezTo>
                  <a:pt x="834742" y="814857"/>
                  <a:pt x="861412" y="870102"/>
                  <a:pt x="909037" y="911060"/>
                </a:cubicBezTo>
                <a:cubicBezTo>
                  <a:pt x="845219" y="878675"/>
                  <a:pt x="809024" y="830097"/>
                  <a:pt x="814739" y="756755"/>
                </a:cubicBezTo>
                <a:close/>
                <a:moveTo>
                  <a:pt x="971902" y="310032"/>
                </a:moveTo>
                <a:cubicBezTo>
                  <a:pt x="971902" y="310032"/>
                  <a:pt x="971902" y="310032"/>
                  <a:pt x="971902" y="310032"/>
                </a:cubicBezTo>
                <a:cubicBezTo>
                  <a:pt x="971902" y="310032"/>
                  <a:pt x="971902" y="310032"/>
                  <a:pt x="971902" y="310032"/>
                </a:cubicBezTo>
                <a:cubicBezTo>
                  <a:pt x="943327" y="304317"/>
                  <a:pt x="912847" y="303365"/>
                  <a:pt x="873794" y="285267"/>
                </a:cubicBezTo>
                <a:cubicBezTo>
                  <a:pt x="915704" y="289077"/>
                  <a:pt x="948089" y="290030"/>
                  <a:pt x="978569" y="297650"/>
                </a:cubicBezTo>
                <a:cubicBezTo>
                  <a:pt x="981427" y="297650"/>
                  <a:pt x="985237" y="299555"/>
                  <a:pt x="989047" y="300507"/>
                </a:cubicBezTo>
                <a:cubicBezTo>
                  <a:pt x="1100489" y="312890"/>
                  <a:pt x="1209074" y="335750"/>
                  <a:pt x="1313849" y="376707"/>
                </a:cubicBezTo>
                <a:cubicBezTo>
                  <a:pt x="1199549" y="354800"/>
                  <a:pt x="1086202" y="331940"/>
                  <a:pt x="971902" y="3100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xmlns="" id="{E701E7B7-3E15-4FEE-B192-5523D5EE30F2}"/>
              </a:ext>
            </a:extLst>
          </p:cNvPr>
          <p:cNvSpPr/>
          <p:nvPr/>
        </p:nvSpPr>
        <p:spPr>
          <a:xfrm rot="589284">
            <a:off x="4898092" y="2983142"/>
            <a:ext cx="263571" cy="465310"/>
          </a:xfrm>
          <a:custGeom>
            <a:avLst/>
            <a:gdLst>
              <a:gd name="connsiteX0" fmla="*/ 424352 w 1005886"/>
              <a:gd name="connsiteY0" fmla="*/ 1757546 h 1775797"/>
              <a:gd name="connsiteX1" fmla="*/ 419512 w 1005886"/>
              <a:gd name="connsiteY1" fmla="*/ 1760644 h 1775797"/>
              <a:gd name="connsiteX2" fmla="*/ 424545 w 1005886"/>
              <a:gd name="connsiteY2" fmla="*/ 1763160 h 1775797"/>
              <a:gd name="connsiteX3" fmla="*/ 474870 w 1005886"/>
              <a:gd name="connsiteY3" fmla="*/ 1761771 h 1775797"/>
              <a:gd name="connsiteX4" fmla="*/ 448357 w 1005886"/>
              <a:gd name="connsiteY4" fmla="*/ 1760450 h 1775797"/>
              <a:gd name="connsiteX5" fmla="*/ 443324 w 1005886"/>
              <a:gd name="connsiteY5" fmla="*/ 1757739 h 1775797"/>
              <a:gd name="connsiteX6" fmla="*/ 448357 w 1005886"/>
              <a:gd name="connsiteY6" fmla="*/ 1755029 h 1775797"/>
              <a:gd name="connsiteX7" fmla="*/ 485719 w 1005886"/>
              <a:gd name="connsiteY7" fmla="*/ 1755223 h 1775797"/>
              <a:gd name="connsiteX8" fmla="*/ 506047 w 1005886"/>
              <a:gd name="connsiteY8" fmla="*/ 1757546 h 1775797"/>
              <a:gd name="connsiteX9" fmla="*/ 510886 w 1005886"/>
              <a:gd name="connsiteY9" fmla="*/ 1760256 h 1775797"/>
              <a:gd name="connsiteX10" fmla="*/ 508263 w 1005886"/>
              <a:gd name="connsiteY10" fmla="*/ 1760849 h 1775797"/>
              <a:gd name="connsiteX11" fmla="*/ 522693 w 1005886"/>
              <a:gd name="connsiteY11" fmla="*/ 1760450 h 1775797"/>
              <a:gd name="connsiteX12" fmla="*/ 528501 w 1005886"/>
              <a:gd name="connsiteY12" fmla="*/ 1757740 h 1775797"/>
              <a:gd name="connsiteX13" fmla="*/ 522305 w 1005886"/>
              <a:gd name="connsiteY13" fmla="*/ 1754449 h 1775797"/>
              <a:gd name="connsiteX14" fmla="*/ 464811 w 1005886"/>
              <a:gd name="connsiteY14" fmla="*/ 1752513 h 1775797"/>
              <a:gd name="connsiteX15" fmla="*/ 424352 w 1005886"/>
              <a:gd name="connsiteY15" fmla="*/ 1757546 h 1775797"/>
              <a:gd name="connsiteX16" fmla="*/ 395314 w 1005886"/>
              <a:gd name="connsiteY16" fmla="*/ 1750383 h 1775797"/>
              <a:gd name="connsiteX17" fmla="*/ 480685 w 1005886"/>
              <a:gd name="connsiteY17" fmla="*/ 1744963 h 1775797"/>
              <a:gd name="connsiteX18" fmla="*/ 498301 w 1005886"/>
              <a:gd name="connsiteY18" fmla="*/ 1746125 h 1775797"/>
              <a:gd name="connsiteX19" fmla="*/ 493462 w 1005886"/>
              <a:gd name="connsiteY19" fmla="*/ 1747480 h 1775797"/>
              <a:gd name="connsiteX20" fmla="*/ 445703 w 1005886"/>
              <a:gd name="connsiteY20" fmla="*/ 1748825 h 1775797"/>
              <a:gd name="connsiteX21" fmla="*/ 436547 w 1005886"/>
              <a:gd name="connsiteY21" fmla="*/ 1748254 h 1775797"/>
              <a:gd name="connsiteX22" fmla="*/ 432648 w 1005886"/>
              <a:gd name="connsiteY22" fmla="*/ 1749193 h 1775797"/>
              <a:gd name="connsiteX23" fmla="*/ 410994 w 1005886"/>
              <a:gd name="connsiteY23" fmla="*/ 1749803 h 1775797"/>
              <a:gd name="connsiteX24" fmla="*/ 389313 w 1005886"/>
              <a:gd name="connsiteY24" fmla="*/ 1757933 h 1775797"/>
              <a:gd name="connsiteX25" fmla="*/ 385440 w 1005886"/>
              <a:gd name="connsiteY25" fmla="*/ 1762386 h 1775797"/>
              <a:gd name="connsiteX26" fmla="*/ 390087 w 1005886"/>
              <a:gd name="connsiteY26" fmla="*/ 1765096 h 1775797"/>
              <a:gd name="connsiteX27" fmla="*/ 416608 w 1005886"/>
              <a:gd name="connsiteY27" fmla="*/ 1767613 h 1775797"/>
              <a:gd name="connsiteX28" fmla="*/ 406348 w 1005886"/>
              <a:gd name="connsiteY28" fmla="*/ 1763547 h 1775797"/>
              <a:gd name="connsiteX29" fmla="*/ 401702 w 1005886"/>
              <a:gd name="connsiteY29" fmla="*/ 1759869 h 1775797"/>
              <a:gd name="connsiteX30" fmla="*/ 405187 w 1005886"/>
              <a:gd name="connsiteY30" fmla="*/ 1755804 h 1775797"/>
              <a:gd name="connsiteX31" fmla="*/ 432648 w 1005886"/>
              <a:gd name="connsiteY31" fmla="*/ 1749193 h 1775797"/>
              <a:gd name="connsiteX32" fmla="*/ 445703 w 1005886"/>
              <a:gd name="connsiteY32" fmla="*/ 1748825 h 1775797"/>
              <a:gd name="connsiteX33" fmla="*/ 526565 w 1005886"/>
              <a:gd name="connsiteY33" fmla="*/ 1753869 h 1775797"/>
              <a:gd name="connsiteX34" fmla="*/ 541471 w 1005886"/>
              <a:gd name="connsiteY34" fmla="*/ 1757933 h 1775797"/>
              <a:gd name="connsiteX35" fmla="*/ 545149 w 1005886"/>
              <a:gd name="connsiteY35" fmla="*/ 1761612 h 1775797"/>
              <a:gd name="connsiteX36" fmla="*/ 541084 w 1005886"/>
              <a:gd name="connsiteY36" fmla="*/ 1764903 h 1775797"/>
              <a:gd name="connsiteX37" fmla="*/ 508949 w 1005886"/>
              <a:gd name="connsiteY37" fmla="*/ 1769162 h 1775797"/>
              <a:gd name="connsiteX38" fmla="*/ 453196 w 1005886"/>
              <a:gd name="connsiteY38" fmla="*/ 1769162 h 1775797"/>
              <a:gd name="connsiteX39" fmla="*/ 446227 w 1005886"/>
              <a:gd name="connsiteY39" fmla="*/ 1769162 h 1775797"/>
              <a:gd name="connsiteX40" fmla="*/ 503722 w 1005886"/>
              <a:gd name="connsiteY40" fmla="*/ 1771097 h 1775797"/>
              <a:gd name="connsiteX41" fmla="*/ 551537 w 1005886"/>
              <a:gd name="connsiteY41" fmla="*/ 1766452 h 1775797"/>
              <a:gd name="connsiteX42" fmla="*/ 552312 w 1005886"/>
              <a:gd name="connsiteY42" fmla="*/ 1766257 h 1775797"/>
              <a:gd name="connsiteX43" fmla="*/ 560056 w 1005886"/>
              <a:gd name="connsiteY43" fmla="*/ 1762773 h 1775797"/>
              <a:gd name="connsiteX44" fmla="*/ 552506 w 1005886"/>
              <a:gd name="connsiteY44" fmla="*/ 1757740 h 1775797"/>
              <a:gd name="connsiteX45" fmla="*/ 514756 w 1005886"/>
              <a:gd name="connsiteY45" fmla="*/ 1749222 h 1775797"/>
              <a:gd name="connsiteX46" fmla="*/ 507013 w 1005886"/>
              <a:gd name="connsiteY46" fmla="*/ 1747867 h 1775797"/>
              <a:gd name="connsiteX47" fmla="*/ 512627 w 1005886"/>
              <a:gd name="connsiteY47" fmla="*/ 1746512 h 1775797"/>
              <a:gd name="connsiteX48" fmla="*/ 563153 w 1005886"/>
              <a:gd name="connsiteY48" fmla="*/ 1755998 h 1775797"/>
              <a:gd name="connsiteX49" fmla="*/ 569734 w 1005886"/>
              <a:gd name="connsiteY49" fmla="*/ 1758320 h 1775797"/>
              <a:gd name="connsiteX50" fmla="*/ 573994 w 1005886"/>
              <a:gd name="connsiteY50" fmla="*/ 1763354 h 1775797"/>
              <a:gd name="connsiteX51" fmla="*/ 570121 w 1005886"/>
              <a:gd name="connsiteY51" fmla="*/ 1767032 h 1775797"/>
              <a:gd name="connsiteX52" fmla="*/ 544569 w 1005886"/>
              <a:gd name="connsiteY52" fmla="*/ 1772453 h 1775797"/>
              <a:gd name="connsiteX53" fmla="*/ 456487 w 1005886"/>
              <a:gd name="connsiteY53" fmla="*/ 1775163 h 1775797"/>
              <a:gd name="connsiteX54" fmla="*/ 379827 w 1005886"/>
              <a:gd name="connsiteY54" fmla="*/ 1768387 h 1775797"/>
              <a:gd name="connsiteX55" fmla="*/ 374406 w 1005886"/>
              <a:gd name="connsiteY55" fmla="*/ 1767032 h 1775797"/>
              <a:gd name="connsiteX56" fmla="*/ 373439 w 1005886"/>
              <a:gd name="connsiteY56" fmla="*/ 1760063 h 1775797"/>
              <a:gd name="connsiteX57" fmla="*/ 395314 w 1005886"/>
              <a:gd name="connsiteY57" fmla="*/ 1750383 h 1775797"/>
              <a:gd name="connsiteX58" fmla="*/ 91771 w 1005886"/>
              <a:gd name="connsiteY58" fmla="*/ 1649138 h 1775797"/>
              <a:gd name="connsiteX59" fmla="*/ 92933 w 1005886"/>
              <a:gd name="connsiteY59" fmla="*/ 1650300 h 1775797"/>
              <a:gd name="connsiteX60" fmla="*/ 97191 w 1005886"/>
              <a:gd name="connsiteY60" fmla="*/ 1653784 h 1775797"/>
              <a:gd name="connsiteX61" fmla="*/ 101064 w 1005886"/>
              <a:gd name="connsiteY61" fmla="*/ 1657075 h 1775797"/>
              <a:gd name="connsiteX62" fmla="*/ 174820 w 1005886"/>
              <a:gd name="connsiteY62" fmla="*/ 1702374 h 1775797"/>
              <a:gd name="connsiteX63" fmla="*/ 218183 w 1005886"/>
              <a:gd name="connsiteY63" fmla="*/ 1720765 h 1775797"/>
              <a:gd name="connsiteX64" fmla="*/ 223023 w 1005886"/>
              <a:gd name="connsiteY64" fmla="*/ 1722894 h 1775797"/>
              <a:gd name="connsiteX65" fmla="*/ 315556 w 1005886"/>
              <a:gd name="connsiteY65" fmla="*/ 1756966 h 1775797"/>
              <a:gd name="connsiteX66" fmla="*/ 344789 w 1005886"/>
              <a:gd name="connsiteY66" fmla="*/ 1763548 h 1775797"/>
              <a:gd name="connsiteX67" fmla="*/ 334335 w 1005886"/>
              <a:gd name="connsiteY67" fmla="*/ 1759869 h 1775797"/>
              <a:gd name="connsiteX68" fmla="*/ 244511 w 1005886"/>
              <a:gd name="connsiteY68" fmla="*/ 1728315 h 1775797"/>
              <a:gd name="connsiteX69" fmla="*/ 177336 w 1005886"/>
              <a:gd name="connsiteY69" fmla="*/ 1701600 h 1775797"/>
              <a:gd name="connsiteX70" fmla="*/ 91771 w 1005886"/>
              <a:gd name="connsiteY70" fmla="*/ 1649138 h 1775797"/>
              <a:gd name="connsiteX71" fmla="*/ 368639 w 1005886"/>
              <a:gd name="connsiteY71" fmla="*/ 1066533 h 1775797"/>
              <a:gd name="connsiteX72" fmla="*/ 358146 w 1005886"/>
              <a:gd name="connsiteY72" fmla="*/ 1075103 h 1775797"/>
              <a:gd name="connsiteX73" fmla="*/ 358146 w 1005886"/>
              <a:gd name="connsiteY73" fmla="*/ 1075928 h 1775797"/>
              <a:gd name="connsiteX74" fmla="*/ 356984 w 1005886"/>
              <a:gd name="connsiteY74" fmla="*/ 1085995 h 1775797"/>
              <a:gd name="connsiteX75" fmla="*/ 354681 w 1005886"/>
              <a:gd name="connsiteY75" fmla="*/ 1089641 h 1775797"/>
              <a:gd name="connsiteX76" fmla="*/ 354506 w 1005886"/>
              <a:gd name="connsiteY76" fmla="*/ 1089810 h 1775797"/>
              <a:gd name="connsiteX77" fmla="*/ 345757 w 1005886"/>
              <a:gd name="connsiteY77" fmla="*/ 1097609 h 1775797"/>
              <a:gd name="connsiteX78" fmla="*/ 340339 w 1005886"/>
              <a:gd name="connsiteY78" fmla="*/ 1103538 h 1775797"/>
              <a:gd name="connsiteX79" fmla="*/ 292714 w 1005886"/>
              <a:gd name="connsiteY79" fmla="*/ 1149685 h 1775797"/>
              <a:gd name="connsiteX80" fmla="*/ 335496 w 1005886"/>
              <a:gd name="connsiteY80" fmla="*/ 1108838 h 1775797"/>
              <a:gd name="connsiteX81" fmla="*/ 340339 w 1005886"/>
              <a:gd name="connsiteY81" fmla="*/ 1103538 h 1775797"/>
              <a:gd name="connsiteX82" fmla="*/ 354506 w 1005886"/>
              <a:gd name="connsiteY82" fmla="*/ 1089810 h 1775797"/>
              <a:gd name="connsiteX83" fmla="*/ 354661 w 1005886"/>
              <a:gd name="connsiteY83" fmla="*/ 1089672 h 1775797"/>
              <a:gd name="connsiteX84" fmla="*/ 354681 w 1005886"/>
              <a:gd name="connsiteY84" fmla="*/ 1089641 h 1775797"/>
              <a:gd name="connsiteX85" fmla="*/ 355048 w 1005886"/>
              <a:gd name="connsiteY85" fmla="*/ 1089285 h 1775797"/>
              <a:gd name="connsiteX86" fmla="*/ 439009 w 1005886"/>
              <a:gd name="connsiteY86" fmla="*/ 994941 h 1775797"/>
              <a:gd name="connsiteX87" fmla="*/ 439525 w 1005886"/>
              <a:gd name="connsiteY87" fmla="*/ 995542 h 1775797"/>
              <a:gd name="connsiteX88" fmla="*/ 440017 w 1005886"/>
              <a:gd name="connsiteY88" fmla="*/ 995730 h 1775797"/>
              <a:gd name="connsiteX89" fmla="*/ 560251 w 1005886"/>
              <a:gd name="connsiteY89" fmla="*/ 960094 h 1775797"/>
              <a:gd name="connsiteX90" fmla="*/ 566925 w 1005886"/>
              <a:gd name="connsiteY90" fmla="*/ 972143 h 1775797"/>
              <a:gd name="connsiteX91" fmla="*/ 562380 w 1005886"/>
              <a:gd name="connsiteY91" fmla="*/ 960938 h 1775797"/>
              <a:gd name="connsiteX92" fmla="*/ 403869 w 1005886"/>
              <a:gd name="connsiteY92" fmla="*/ 973379 h 1775797"/>
              <a:gd name="connsiteX93" fmla="*/ 403445 w 1005886"/>
              <a:gd name="connsiteY93" fmla="*/ 973521 h 1775797"/>
              <a:gd name="connsiteX94" fmla="*/ 399187 w 1005886"/>
              <a:gd name="connsiteY94" fmla="*/ 978747 h 1775797"/>
              <a:gd name="connsiteX95" fmla="*/ 390281 w 1005886"/>
              <a:gd name="connsiteY95" fmla="*/ 1006237 h 1775797"/>
              <a:gd name="connsiteX96" fmla="*/ 376343 w 1005886"/>
              <a:gd name="connsiteY96" fmla="*/ 1045341 h 1775797"/>
              <a:gd name="connsiteX97" fmla="*/ 374213 w 1005886"/>
              <a:gd name="connsiteY97" fmla="*/ 1055601 h 1775797"/>
              <a:gd name="connsiteX98" fmla="*/ 369810 w 1005886"/>
              <a:gd name="connsiteY98" fmla="*/ 1064572 h 1775797"/>
              <a:gd name="connsiteX99" fmla="*/ 376512 w 1005886"/>
              <a:gd name="connsiteY99" fmla="*/ 1053351 h 1775797"/>
              <a:gd name="connsiteX100" fmla="*/ 391443 w 1005886"/>
              <a:gd name="connsiteY100" fmla="*/ 1014368 h 1775797"/>
              <a:gd name="connsiteX101" fmla="*/ 415061 w 1005886"/>
              <a:gd name="connsiteY101" fmla="*/ 970230 h 1775797"/>
              <a:gd name="connsiteX102" fmla="*/ 413688 w 1005886"/>
              <a:gd name="connsiteY102" fmla="*/ 970582 h 1775797"/>
              <a:gd name="connsiteX103" fmla="*/ 415190 w 1005886"/>
              <a:gd name="connsiteY103" fmla="*/ 970420 h 1775797"/>
              <a:gd name="connsiteX104" fmla="*/ 287874 w 1005886"/>
              <a:gd name="connsiteY104" fmla="*/ 3461 h 1775797"/>
              <a:gd name="connsiteX105" fmla="*/ 293488 w 1005886"/>
              <a:gd name="connsiteY105" fmla="*/ 3074 h 1775797"/>
              <a:gd name="connsiteX106" fmla="*/ 297747 w 1005886"/>
              <a:gd name="connsiteY106" fmla="*/ 15850 h 1775797"/>
              <a:gd name="connsiteX107" fmla="*/ 404994 w 1005886"/>
              <a:gd name="connsiteY107" fmla="*/ 403604 h 1775797"/>
              <a:gd name="connsiteX108" fmla="*/ 449132 w 1005886"/>
              <a:gd name="connsiteY108" fmla="*/ 619259 h 1775797"/>
              <a:gd name="connsiteX109" fmla="*/ 474104 w 1005886"/>
              <a:gd name="connsiteY109" fmla="*/ 790389 h 1775797"/>
              <a:gd name="connsiteX110" fmla="*/ 474685 w 1005886"/>
              <a:gd name="connsiteY110" fmla="*/ 798133 h 1775797"/>
              <a:gd name="connsiteX111" fmla="*/ 475072 w 1005886"/>
              <a:gd name="connsiteY111" fmla="*/ 798713 h 1775797"/>
              <a:gd name="connsiteX112" fmla="*/ 475847 w 1005886"/>
              <a:gd name="connsiteY112" fmla="*/ 799294 h 1775797"/>
              <a:gd name="connsiteX113" fmla="*/ 476040 w 1005886"/>
              <a:gd name="connsiteY113" fmla="*/ 782646 h 1775797"/>
              <a:gd name="connsiteX114" fmla="*/ 469071 w 1005886"/>
              <a:gd name="connsiteY114" fmla="*/ 574928 h 1775797"/>
              <a:gd name="connsiteX115" fmla="*/ 468877 w 1005886"/>
              <a:gd name="connsiteY115" fmla="*/ 418703 h 1775797"/>
              <a:gd name="connsiteX116" fmla="*/ 495592 w 1005886"/>
              <a:gd name="connsiteY116" fmla="*/ 269061 h 1775797"/>
              <a:gd name="connsiteX117" fmla="*/ 497141 w 1005886"/>
              <a:gd name="connsiteY117" fmla="*/ 265189 h 1775797"/>
              <a:gd name="connsiteX118" fmla="*/ 503529 w 1005886"/>
              <a:gd name="connsiteY118" fmla="*/ 246605 h 1775797"/>
              <a:gd name="connsiteX119" fmla="*/ 507595 w 1005886"/>
              <a:gd name="connsiteY119" fmla="*/ 242733 h 1775797"/>
              <a:gd name="connsiteX120" fmla="*/ 508949 w 1005886"/>
              <a:gd name="connsiteY120" fmla="*/ 247960 h 1775797"/>
              <a:gd name="connsiteX121" fmla="*/ 496754 w 1005886"/>
              <a:gd name="connsiteY121" fmla="*/ 328879 h 1775797"/>
              <a:gd name="connsiteX122" fmla="*/ 490752 w 1005886"/>
              <a:gd name="connsiteY122" fmla="*/ 440966 h 1775797"/>
              <a:gd name="connsiteX123" fmla="*/ 497335 w 1005886"/>
              <a:gd name="connsiteY123" fmla="*/ 634552 h 1775797"/>
              <a:gd name="connsiteX124" fmla="*/ 507788 w 1005886"/>
              <a:gd name="connsiteY124" fmla="*/ 752833 h 1775797"/>
              <a:gd name="connsiteX125" fmla="*/ 509724 w 1005886"/>
              <a:gd name="connsiteY125" fmla="*/ 824848 h 1775797"/>
              <a:gd name="connsiteX126" fmla="*/ 510111 w 1005886"/>
              <a:gd name="connsiteY126" fmla="*/ 829687 h 1775797"/>
              <a:gd name="connsiteX127" fmla="*/ 526373 w 1005886"/>
              <a:gd name="connsiteY127" fmla="*/ 756898 h 1775797"/>
              <a:gd name="connsiteX128" fmla="*/ 542053 w 1005886"/>
              <a:gd name="connsiteY128" fmla="*/ 683723 h 1775797"/>
              <a:gd name="connsiteX129" fmla="*/ 638265 w 1005886"/>
              <a:gd name="connsiteY129" fmla="*/ 331976 h 1775797"/>
              <a:gd name="connsiteX130" fmla="*/ 756933 w 1005886"/>
              <a:gd name="connsiteY130" fmla="*/ 46050 h 1775797"/>
              <a:gd name="connsiteX131" fmla="*/ 761579 w 1005886"/>
              <a:gd name="connsiteY131" fmla="*/ 37338 h 1775797"/>
              <a:gd name="connsiteX132" fmla="*/ 767000 w 1005886"/>
              <a:gd name="connsiteY132" fmla="*/ 25916 h 1775797"/>
              <a:gd name="connsiteX133" fmla="*/ 770678 w 1005886"/>
              <a:gd name="connsiteY133" fmla="*/ 23788 h 1775797"/>
              <a:gd name="connsiteX134" fmla="*/ 772033 w 1005886"/>
              <a:gd name="connsiteY134" fmla="*/ 28433 h 1775797"/>
              <a:gd name="connsiteX135" fmla="*/ 766613 w 1005886"/>
              <a:gd name="connsiteY135" fmla="*/ 42177 h 1775797"/>
              <a:gd name="connsiteX136" fmla="*/ 647751 w 1005886"/>
              <a:gd name="connsiteY136" fmla="*/ 402635 h 1775797"/>
              <a:gd name="connsiteX137" fmla="*/ 605937 w 1005886"/>
              <a:gd name="connsiteY137" fmla="*/ 602223 h 1775797"/>
              <a:gd name="connsiteX138" fmla="*/ 571865 w 1005886"/>
              <a:gd name="connsiteY138" fmla="*/ 828332 h 1775797"/>
              <a:gd name="connsiteX139" fmla="*/ 560638 w 1005886"/>
              <a:gd name="connsiteY139" fmla="*/ 894345 h 1775797"/>
              <a:gd name="connsiteX140" fmla="*/ 560566 w 1005886"/>
              <a:gd name="connsiteY140" fmla="*/ 894299 h 1775797"/>
              <a:gd name="connsiteX141" fmla="*/ 560637 w 1005886"/>
              <a:gd name="connsiteY141" fmla="*/ 894538 h 1775797"/>
              <a:gd name="connsiteX142" fmla="*/ 549603 w 1005886"/>
              <a:gd name="connsiteY142" fmla="*/ 945451 h 1775797"/>
              <a:gd name="connsiteX143" fmla="*/ 555217 w 1005886"/>
              <a:gd name="connsiteY143" fmla="*/ 951645 h 1775797"/>
              <a:gd name="connsiteX144" fmla="*/ 566251 w 1005886"/>
              <a:gd name="connsiteY144" fmla="*/ 956292 h 1775797"/>
              <a:gd name="connsiteX145" fmla="*/ 579996 w 1005886"/>
              <a:gd name="connsiteY145" fmla="*/ 980683 h 1775797"/>
              <a:gd name="connsiteX146" fmla="*/ 591805 w 1005886"/>
              <a:gd name="connsiteY146" fmla="*/ 1020369 h 1775797"/>
              <a:gd name="connsiteX147" fmla="*/ 592192 w 1005886"/>
              <a:gd name="connsiteY147" fmla="*/ 1024435 h 1775797"/>
              <a:gd name="connsiteX148" fmla="*/ 584835 w 1005886"/>
              <a:gd name="connsiteY148" fmla="*/ 1016304 h 1775797"/>
              <a:gd name="connsiteX149" fmla="*/ 580328 w 1005886"/>
              <a:gd name="connsiteY149" fmla="*/ 1005189 h 1775797"/>
              <a:gd name="connsiteX150" fmla="*/ 581158 w 1005886"/>
              <a:gd name="connsiteY150" fmla="*/ 1007592 h 1775797"/>
              <a:gd name="connsiteX151" fmla="*/ 618907 w 1005886"/>
              <a:gd name="connsiteY151" fmla="*/ 1088705 h 1775797"/>
              <a:gd name="connsiteX152" fmla="*/ 629167 w 1005886"/>
              <a:gd name="connsiteY152" fmla="*/ 1099352 h 1775797"/>
              <a:gd name="connsiteX153" fmla="*/ 653365 w 1005886"/>
              <a:gd name="connsiteY153" fmla="*/ 1119679 h 1775797"/>
              <a:gd name="connsiteX154" fmla="*/ 680661 w 1005886"/>
              <a:gd name="connsiteY154" fmla="*/ 1136521 h 1775797"/>
              <a:gd name="connsiteX155" fmla="*/ 746674 w 1005886"/>
              <a:gd name="connsiteY155" fmla="*/ 1157428 h 1775797"/>
              <a:gd name="connsiteX156" fmla="*/ 869408 w 1005886"/>
              <a:gd name="connsiteY156" fmla="*/ 1212601 h 1775797"/>
              <a:gd name="connsiteX157" fmla="*/ 873280 w 1005886"/>
              <a:gd name="connsiteY157" fmla="*/ 1215698 h 1775797"/>
              <a:gd name="connsiteX158" fmla="*/ 921289 w 1005886"/>
              <a:gd name="connsiteY158" fmla="*/ 1253834 h 1775797"/>
              <a:gd name="connsiteX159" fmla="*/ 1003370 w 1005886"/>
              <a:gd name="connsiteY159" fmla="*/ 1406768 h 1775797"/>
              <a:gd name="connsiteX160" fmla="*/ 1004919 w 1005886"/>
              <a:gd name="connsiteY160" fmla="*/ 1420706 h 1775797"/>
              <a:gd name="connsiteX161" fmla="*/ 1005886 w 1005886"/>
              <a:gd name="connsiteY161" fmla="*/ 1420706 h 1775797"/>
              <a:gd name="connsiteX162" fmla="*/ 1005886 w 1005886"/>
              <a:gd name="connsiteY162" fmla="*/ 1466005 h 1775797"/>
              <a:gd name="connsiteX163" fmla="*/ 1004724 w 1005886"/>
              <a:gd name="connsiteY163" fmla="*/ 1466198 h 1775797"/>
              <a:gd name="connsiteX164" fmla="*/ 994659 w 1005886"/>
              <a:gd name="connsiteY164" fmla="*/ 1519822 h 1775797"/>
              <a:gd name="connsiteX165" fmla="*/ 979365 w 1005886"/>
              <a:gd name="connsiteY165" fmla="*/ 1559701 h 1775797"/>
              <a:gd name="connsiteX166" fmla="*/ 956523 w 1005886"/>
              <a:gd name="connsiteY166" fmla="*/ 1597644 h 1775797"/>
              <a:gd name="connsiteX167" fmla="*/ 937163 w 1005886"/>
              <a:gd name="connsiteY167" fmla="*/ 1622423 h 1775797"/>
              <a:gd name="connsiteX168" fmla="*/ 917611 w 1005886"/>
              <a:gd name="connsiteY168" fmla="*/ 1641782 h 1775797"/>
              <a:gd name="connsiteX169" fmla="*/ 854502 w 1005886"/>
              <a:gd name="connsiteY169" fmla="*/ 1684952 h 1775797"/>
              <a:gd name="connsiteX170" fmla="*/ 786746 w 1005886"/>
              <a:gd name="connsiteY170" fmla="*/ 1716700 h 1775797"/>
              <a:gd name="connsiteX171" fmla="*/ 713571 w 1005886"/>
              <a:gd name="connsiteY171" fmla="*/ 1740317 h 1775797"/>
              <a:gd name="connsiteX172" fmla="*/ 663626 w 1005886"/>
              <a:gd name="connsiteY172" fmla="*/ 1753288 h 1775797"/>
              <a:gd name="connsiteX173" fmla="*/ 615616 w 1005886"/>
              <a:gd name="connsiteY173" fmla="*/ 1762579 h 1775797"/>
              <a:gd name="connsiteX174" fmla="*/ 595870 w 1005886"/>
              <a:gd name="connsiteY174" fmla="*/ 1763548 h 1775797"/>
              <a:gd name="connsiteX175" fmla="*/ 594515 w 1005886"/>
              <a:gd name="connsiteY175" fmla="*/ 1763160 h 1775797"/>
              <a:gd name="connsiteX176" fmla="*/ 587933 w 1005886"/>
              <a:gd name="connsiteY176" fmla="*/ 1760838 h 1775797"/>
              <a:gd name="connsiteX177" fmla="*/ 550764 w 1005886"/>
              <a:gd name="connsiteY177" fmla="*/ 1746318 h 1775797"/>
              <a:gd name="connsiteX178" fmla="*/ 490947 w 1005886"/>
              <a:gd name="connsiteY178" fmla="*/ 1737607 h 1775797"/>
              <a:gd name="connsiteX179" fmla="*/ 426482 w 1005886"/>
              <a:gd name="connsiteY179" fmla="*/ 1737994 h 1775797"/>
              <a:gd name="connsiteX180" fmla="*/ 398025 w 1005886"/>
              <a:gd name="connsiteY180" fmla="*/ 1742447 h 1775797"/>
              <a:gd name="connsiteX181" fmla="*/ 359501 w 1005886"/>
              <a:gd name="connsiteY181" fmla="*/ 1759095 h 1775797"/>
              <a:gd name="connsiteX182" fmla="*/ 350983 w 1005886"/>
              <a:gd name="connsiteY182" fmla="*/ 1763935 h 1775797"/>
              <a:gd name="connsiteX183" fmla="*/ 348273 w 1005886"/>
              <a:gd name="connsiteY183" fmla="*/ 1764129 h 1775797"/>
              <a:gd name="connsiteX184" fmla="*/ 339949 w 1005886"/>
              <a:gd name="connsiteY184" fmla="*/ 1766452 h 1775797"/>
              <a:gd name="connsiteX185" fmla="*/ 280324 w 1005886"/>
              <a:gd name="connsiteY185" fmla="*/ 1747674 h 1775797"/>
              <a:gd name="connsiteX186" fmla="*/ 223604 w 1005886"/>
              <a:gd name="connsiteY186" fmla="*/ 1726573 h 1775797"/>
              <a:gd name="connsiteX187" fmla="*/ 215086 w 1005886"/>
              <a:gd name="connsiteY187" fmla="*/ 1725217 h 1775797"/>
              <a:gd name="connsiteX188" fmla="*/ 115969 w 1005886"/>
              <a:gd name="connsiteY188" fmla="*/ 1674885 h 1775797"/>
              <a:gd name="connsiteX189" fmla="*/ 21887 w 1005886"/>
              <a:gd name="connsiteY189" fmla="*/ 1552345 h 1775797"/>
              <a:gd name="connsiteX190" fmla="*/ 19950 w 1005886"/>
              <a:gd name="connsiteY190" fmla="*/ 1547118 h 1775797"/>
              <a:gd name="connsiteX191" fmla="*/ 10271 w 1005886"/>
              <a:gd name="connsiteY191" fmla="*/ 1514209 h 1775797"/>
              <a:gd name="connsiteX192" fmla="*/ 399 w 1005886"/>
              <a:gd name="connsiteY192" fmla="*/ 1443936 h 1775797"/>
              <a:gd name="connsiteX193" fmla="*/ 2915 w 1005886"/>
              <a:gd name="connsiteY193" fmla="*/ 1422448 h 1775797"/>
              <a:gd name="connsiteX194" fmla="*/ 17627 w 1005886"/>
              <a:gd name="connsiteY194" fmla="*/ 1364759 h 1775797"/>
              <a:gd name="connsiteX195" fmla="*/ 45504 w 1005886"/>
              <a:gd name="connsiteY195" fmla="*/ 1313653 h 1775797"/>
              <a:gd name="connsiteX196" fmla="*/ 52473 w 1005886"/>
              <a:gd name="connsiteY196" fmla="*/ 1301650 h 1775797"/>
              <a:gd name="connsiteX197" fmla="*/ 132230 w 1005886"/>
              <a:gd name="connsiteY197" fmla="*/ 1240283 h 1775797"/>
              <a:gd name="connsiteX198" fmla="*/ 267160 w 1005886"/>
              <a:gd name="connsiteY198" fmla="*/ 1161881 h 1775797"/>
              <a:gd name="connsiteX199" fmla="*/ 354468 w 1005886"/>
              <a:gd name="connsiteY199" fmla="*/ 1077284 h 1775797"/>
              <a:gd name="connsiteX200" fmla="*/ 357658 w 1005886"/>
              <a:gd name="connsiteY200" fmla="*/ 1073589 h 1775797"/>
              <a:gd name="connsiteX201" fmla="*/ 357759 w 1005886"/>
              <a:gd name="connsiteY201" fmla="*/ 1072831 h 1775797"/>
              <a:gd name="connsiteX202" fmla="*/ 387958 w 1005886"/>
              <a:gd name="connsiteY202" fmla="*/ 994621 h 1775797"/>
              <a:gd name="connsiteX203" fmla="*/ 394734 w 1005886"/>
              <a:gd name="connsiteY203" fmla="*/ 974489 h 1775797"/>
              <a:gd name="connsiteX204" fmla="*/ 407317 w 1005886"/>
              <a:gd name="connsiteY204" fmla="*/ 961325 h 1775797"/>
              <a:gd name="connsiteX205" fmla="*/ 411382 w 1005886"/>
              <a:gd name="connsiteY205" fmla="*/ 946612 h 1775797"/>
              <a:gd name="connsiteX206" fmla="*/ 412108 w 1005886"/>
              <a:gd name="connsiteY206" fmla="*/ 946361 h 1775797"/>
              <a:gd name="connsiteX207" fmla="*/ 389289 w 1005886"/>
              <a:gd name="connsiteY207" fmla="*/ 827800 h 1775797"/>
              <a:gd name="connsiteX208" fmla="*/ 359888 w 1005886"/>
              <a:gd name="connsiteY208" fmla="*/ 710438 h 1775797"/>
              <a:gd name="connsiteX209" fmla="*/ 304909 w 1005886"/>
              <a:gd name="connsiteY209" fmla="*/ 574734 h 1775797"/>
              <a:gd name="connsiteX210" fmla="*/ 265999 w 1005886"/>
              <a:gd name="connsiteY210" fmla="*/ 518401 h 1775797"/>
              <a:gd name="connsiteX211" fmla="*/ 255545 w 1005886"/>
              <a:gd name="connsiteY211" fmla="*/ 504268 h 1775797"/>
              <a:gd name="connsiteX212" fmla="*/ 254384 w 1005886"/>
              <a:gd name="connsiteY212" fmla="*/ 496719 h 1775797"/>
              <a:gd name="connsiteX213" fmla="*/ 261933 w 1005886"/>
              <a:gd name="connsiteY213" fmla="*/ 498461 h 1775797"/>
              <a:gd name="connsiteX214" fmla="*/ 274710 w 1005886"/>
              <a:gd name="connsiteY214" fmla="*/ 508334 h 1775797"/>
              <a:gd name="connsiteX215" fmla="*/ 291940 w 1005886"/>
              <a:gd name="connsiteY215" fmla="*/ 524982 h 1775797"/>
              <a:gd name="connsiteX216" fmla="*/ 358533 w 1005886"/>
              <a:gd name="connsiteY216" fmla="*/ 614419 h 1775797"/>
              <a:gd name="connsiteX217" fmla="*/ 392217 w 1005886"/>
              <a:gd name="connsiteY217" fmla="*/ 682756 h 1775797"/>
              <a:gd name="connsiteX218" fmla="*/ 440808 w 1005886"/>
              <a:gd name="connsiteY218" fmla="*/ 828525 h 1775797"/>
              <a:gd name="connsiteX219" fmla="*/ 443323 w 1005886"/>
              <a:gd name="connsiteY219" fmla="*/ 832978 h 1775797"/>
              <a:gd name="connsiteX220" fmla="*/ 439839 w 1005886"/>
              <a:gd name="connsiteY220" fmla="*/ 806263 h 1775797"/>
              <a:gd name="connsiteX221" fmla="*/ 396476 w 1005886"/>
              <a:gd name="connsiteY221" fmla="*/ 545890 h 1775797"/>
              <a:gd name="connsiteX222" fmla="*/ 338981 w 1005886"/>
              <a:gd name="connsiteY222" fmla="*/ 260157 h 1775797"/>
              <a:gd name="connsiteX223" fmla="*/ 288455 w 1005886"/>
              <a:gd name="connsiteY223" fmla="*/ 10430 h 1775797"/>
              <a:gd name="connsiteX224" fmla="*/ 287874 w 1005886"/>
              <a:gd name="connsiteY224" fmla="*/ 3461 h 17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1005886" h="1775797">
                <a:moveTo>
                  <a:pt x="424352" y="1757546"/>
                </a:moveTo>
                <a:cubicBezTo>
                  <a:pt x="422416" y="1758127"/>
                  <a:pt x="419512" y="1758127"/>
                  <a:pt x="419512" y="1760644"/>
                </a:cubicBezTo>
                <a:cubicBezTo>
                  <a:pt x="419512" y="1763160"/>
                  <a:pt x="422609" y="1762773"/>
                  <a:pt x="424545" y="1763160"/>
                </a:cubicBezTo>
                <a:lnTo>
                  <a:pt x="474870" y="1761771"/>
                </a:lnTo>
                <a:lnTo>
                  <a:pt x="448357" y="1760450"/>
                </a:lnTo>
                <a:cubicBezTo>
                  <a:pt x="446421" y="1759869"/>
                  <a:pt x="443324" y="1760643"/>
                  <a:pt x="443324" y="1757739"/>
                </a:cubicBezTo>
                <a:cubicBezTo>
                  <a:pt x="443324" y="1755223"/>
                  <a:pt x="446421" y="1755029"/>
                  <a:pt x="448357" y="1755029"/>
                </a:cubicBezTo>
                <a:cubicBezTo>
                  <a:pt x="460747" y="1754448"/>
                  <a:pt x="473331" y="1754254"/>
                  <a:pt x="485719" y="1755223"/>
                </a:cubicBezTo>
                <a:cubicBezTo>
                  <a:pt x="492495" y="1755803"/>
                  <a:pt x="499271" y="1756771"/>
                  <a:pt x="506047" y="1757546"/>
                </a:cubicBezTo>
                <a:cubicBezTo>
                  <a:pt x="507789" y="1757739"/>
                  <a:pt x="509919" y="1757352"/>
                  <a:pt x="510886" y="1760256"/>
                </a:cubicBezTo>
                <a:lnTo>
                  <a:pt x="508263" y="1760849"/>
                </a:lnTo>
                <a:lnTo>
                  <a:pt x="522693" y="1760450"/>
                </a:lnTo>
                <a:cubicBezTo>
                  <a:pt x="524822" y="1759869"/>
                  <a:pt x="528501" y="1760450"/>
                  <a:pt x="528501" y="1757740"/>
                </a:cubicBezTo>
                <a:cubicBezTo>
                  <a:pt x="528501" y="1754449"/>
                  <a:pt x="524629" y="1755030"/>
                  <a:pt x="522305" y="1754449"/>
                </a:cubicBezTo>
                <a:cubicBezTo>
                  <a:pt x="503334" y="1750383"/>
                  <a:pt x="484169" y="1750965"/>
                  <a:pt x="464811" y="1752513"/>
                </a:cubicBezTo>
                <a:cubicBezTo>
                  <a:pt x="451260" y="1753675"/>
                  <a:pt x="437516" y="1753093"/>
                  <a:pt x="424352" y="1757546"/>
                </a:cubicBezTo>
                <a:close/>
                <a:moveTo>
                  <a:pt x="395314" y="1750383"/>
                </a:moveTo>
                <a:cubicBezTo>
                  <a:pt x="423384" y="1741866"/>
                  <a:pt x="452034" y="1742446"/>
                  <a:pt x="480685" y="1744963"/>
                </a:cubicBezTo>
                <a:cubicBezTo>
                  <a:pt x="486299" y="1745350"/>
                  <a:pt x="492106" y="1745738"/>
                  <a:pt x="498301" y="1746125"/>
                </a:cubicBezTo>
                <a:cubicBezTo>
                  <a:pt x="496559" y="1748835"/>
                  <a:pt x="495010" y="1747480"/>
                  <a:pt x="493462" y="1747480"/>
                </a:cubicBezTo>
                <a:lnTo>
                  <a:pt x="445703" y="1748825"/>
                </a:lnTo>
                <a:lnTo>
                  <a:pt x="436547" y="1748254"/>
                </a:lnTo>
                <a:lnTo>
                  <a:pt x="432648" y="1749193"/>
                </a:lnTo>
                <a:lnTo>
                  <a:pt x="410994" y="1749803"/>
                </a:lnTo>
                <a:cubicBezTo>
                  <a:pt x="403444" y="1751352"/>
                  <a:pt x="396088" y="1754062"/>
                  <a:pt x="389313" y="1757933"/>
                </a:cubicBezTo>
                <a:cubicBezTo>
                  <a:pt x="387570" y="1758902"/>
                  <a:pt x="384860" y="1759676"/>
                  <a:pt x="385440" y="1762386"/>
                </a:cubicBezTo>
                <a:cubicBezTo>
                  <a:pt x="385827" y="1764516"/>
                  <a:pt x="388344" y="1764516"/>
                  <a:pt x="390087" y="1765096"/>
                </a:cubicBezTo>
                <a:cubicBezTo>
                  <a:pt x="398798" y="1767613"/>
                  <a:pt x="407703" y="1766452"/>
                  <a:pt x="416608" y="1767613"/>
                </a:cubicBezTo>
                <a:cubicBezTo>
                  <a:pt x="413511" y="1764903"/>
                  <a:pt x="410026" y="1764322"/>
                  <a:pt x="406348" y="1763547"/>
                </a:cubicBezTo>
                <a:cubicBezTo>
                  <a:pt x="404218" y="1762967"/>
                  <a:pt x="401895" y="1762580"/>
                  <a:pt x="401702" y="1759869"/>
                </a:cubicBezTo>
                <a:cubicBezTo>
                  <a:pt x="401508" y="1757546"/>
                  <a:pt x="403638" y="1756772"/>
                  <a:pt x="405187" y="1755804"/>
                </a:cubicBezTo>
                <a:lnTo>
                  <a:pt x="432648" y="1749193"/>
                </a:lnTo>
                <a:lnTo>
                  <a:pt x="445703" y="1748825"/>
                </a:lnTo>
                <a:lnTo>
                  <a:pt x="526565" y="1753869"/>
                </a:lnTo>
                <a:cubicBezTo>
                  <a:pt x="531598" y="1754449"/>
                  <a:pt x="536438" y="1756385"/>
                  <a:pt x="541471" y="1757933"/>
                </a:cubicBezTo>
                <a:cubicBezTo>
                  <a:pt x="543213" y="1758514"/>
                  <a:pt x="545149" y="1759289"/>
                  <a:pt x="545149" y="1761612"/>
                </a:cubicBezTo>
                <a:cubicBezTo>
                  <a:pt x="545149" y="1763935"/>
                  <a:pt x="542826" y="1764516"/>
                  <a:pt x="541084" y="1764903"/>
                </a:cubicBezTo>
                <a:cubicBezTo>
                  <a:pt x="530631" y="1767613"/>
                  <a:pt x="519790" y="1768000"/>
                  <a:pt x="508949" y="1769162"/>
                </a:cubicBezTo>
                <a:cubicBezTo>
                  <a:pt x="490365" y="1771097"/>
                  <a:pt x="471780" y="1770130"/>
                  <a:pt x="453196" y="1769162"/>
                </a:cubicBezTo>
                <a:cubicBezTo>
                  <a:pt x="450873" y="1768969"/>
                  <a:pt x="448550" y="1769162"/>
                  <a:pt x="446227" y="1769162"/>
                </a:cubicBezTo>
                <a:cubicBezTo>
                  <a:pt x="465391" y="1771679"/>
                  <a:pt x="484556" y="1773033"/>
                  <a:pt x="503722" y="1771097"/>
                </a:cubicBezTo>
                <a:cubicBezTo>
                  <a:pt x="519790" y="1769356"/>
                  <a:pt x="535857" y="1769743"/>
                  <a:pt x="551537" y="1766452"/>
                </a:cubicBezTo>
                <a:cubicBezTo>
                  <a:pt x="551925" y="1766258"/>
                  <a:pt x="552119" y="1766257"/>
                  <a:pt x="552312" y="1766257"/>
                </a:cubicBezTo>
                <a:cubicBezTo>
                  <a:pt x="555216" y="1765483"/>
                  <a:pt x="559861" y="1766064"/>
                  <a:pt x="560056" y="1762773"/>
                </a:cubicBezTo>
                <a:cubicBezTo>
                  <a:pt x="560249" y="1759095"/>
                  <a:pt x="555409" y="1758902"/>
                  <a:pt x="552506" y="1757740"/>
                </a:cubicBezTo>
                <a:cubicBezTo>
                  <a:pt x="540503" y="1752900"/>
                  <a:pt x="527532" y="1751352"/>
                  <a:pt x="514756" y="1749222"/>
                </a:cubicBezTo>
                <a:cubicBezTo>
                  <a:pt x="512240" y="1748835"/>
                  <a:pt x="509723" y="1748255"/>
                  <a:pt x="507013" y="1747867"/>
                </a:cubicBezTo>
                <a:cubicBezTo>
                  <a:pt x="508755" y="1745156"/>
                  <a:pt x="510884" y="1746318"/>
                  <a:pt x="512627" y="1746512"/>
                </a:cubicBezTo>
                <a:cubicBezTo>
                  <a:pt x="529662" y="1748835"/>
                  <a:pt x="546698" y="1750771"/>
                  <a:pt x="563153" y="1755998"/>
                </a:cubicBezTo>
                <a:cubicBezTo>
                  <a:pt x="565282" y="1756772"/>
                  <a:pt x="567605" y="1757353"/>
                  <a:pt x="569734" y="1758320"/>
                </a:cubicBezTo>
                <a:cubicBezTo>
                  <a:pt x="571670" y="1759095"/>
                  <a:pt x="573994" y="1759869"/>
                  <a:pt x="573994" y="1763354"/>
                </a:cubicBezTo>
                <a:cubicBezTo>
                  <a:pt x="573800" y="1765483"/>
                  <a:pt x="571864" y="1766257"/>
                  <a:pt x="570121" y="1767032"/>
                </a:cubicBezTo>
                <a:cubicBezTo>
                  <a:pt x="561991" y="1770517"/>
                  <a:pt x="553280" y="1771485"/>
                  <a:pt x="544569" y="1772453"/>
                </a:cubicBezTo>
                <a:cubicBezTo>
                  <a:pt x="515337" y="1775744"/>
                  <a:pt x="485912" y="1776518"/>
                  <a:pt x="456487" y="1775163"/>
                </a:cubicBezTo>
                <a:cubicBezTo>
                  <a:pt x="430740" y="1774001"/>
                  <a:pt x="405187" y="1772259"/>
                  <a:pt x="379827" y="1768387"/>
                </a:cubicBezTo>
                <a:cubicBezTo>
                  <a:pt x="378085" y="1768000"/>
                  <a:pt x="376149" y="1767613"/>
                  <a:pt x="374406" y="1767032"/>
                </a:cubicBezTo>
                <a:cubicBezTo>
                  <a:pt x="369761" y="1765290"/>
                  <a:pt x="369566" y="1762967"/>
                  <a:pt x="373439" y="1760063"/>
                </a:cubicBezTo>
                <a:cubicBezTo>
                  <a:pt x="380020" y="1755223"/>
                  <a:pt x="387764" y="1752707"/>
                  <a:pt x="395314" y="1750383"/>
                </a:cubicBezTo>
                <a:close/>
                <a:moveTo>
                  <a:pt x="91771" y="1649138"/>
                </a:moveTo>
                <a:cubicBezTo>
                  <a:pt x="92158" y="1649526"/>
                  <a:pt x="92545" y="1649913"/>
                  <a:pt x="92933" y="1650300"/>
                </a:cubicBezTo>
                <a:cubicBezTo>
                  <a:pt x="94288" y="1651461"/>
                  <a:pt x="95837" y="1652623"/>
                  <a:pt x="97191" y="1653784"/>
                </a:cubicBezTo>
                <a:cubicBezTo>
                  <a:pt x="98547" y="1654946"/>
                  <a:pt x="99708" y="1655914"/>
                  <a:pt x="101064" y="1657075"/>
                </a:cubicBezTo>
                <a:cubicBezTo>
                  <a:pt x="123519" y="1675272"/>
                  <a:pt x="148298" y="1689985"/>
                  <a:pt x="174820" y="1702374"/>
                </a:cubicBezTo>
                <a:cubicBezTo>
                  <a:pt x="188952" y="1708956"/>
                  <a:pt x="203470" y="1715151"/>
                  <a:pt x="218183" y="1720765"/>
                </a:cubicBezTo>
                <a:cubicBezTo>
                  <a:pt x="219732" y="1721346"/>
                  <a:pt x="221861" y="1721540"/>
                  <a:pt x="223023" y="1722894"/>
                </a:cubicBezTo>
                <a:cubicBezTo>
                  <a:pt x="253609" y="1734897"/>
                  <a:pt x="284583" y="1745931"/>
                  <a:pt x="315556" y="1756966"/>
                </a:cubicBezTo>
                <a:cubicBezTo>
                  <a:pt x="324849" y="1760450"/>
                  <a:pt x="334335" y="1763548"/>
                  <a:pt x="344789" y="1763548"/>
                </a:cubicBezTo>
                <a:cubicBezTo>
                  <a:pt x="341110" y="1762773"/>
                  <a:pt x="337820" y="1761031"/>
                  <a:pt x="334335" y="1759869"/>
                </a:cubicBezTo>
                <a:cubicBezTo>
                  <a:pt x="304135" y="1750191"/>
                  <a:pt x="274323" y="1739155"/>
                  <a:pt x="244511" y="1728315"/>
                </a:cubicBezTo>
                <a:cubicBezTo>
                  <a:pt x="221861" y="1719990"/>
                  <a:pt x="199212" y="1711666"/>
                  <a:pt x="177336" y="1701600"/>
                </a:cubicBezTo>
                <a:cubicBezTo>
                  <a:pt x="146556" y="1687662"/>
                  <a:pt x="117325" y="1671207"/>
                  <a:pt x="91771" y="1649138"/>
                </a:cubicBezTo>
                <a:close/>
                <a:moveTo>
                  <a:pt x="368639" y="1066533"/>
                </a:moveTo>
                <a:lnTo>
                  <a:pt x="358146" y="1075103"/>
                </a:lnTo>
                <a:lnTo>
                  <a:pt x="358146" y="1075928"/>
                </a:lnTo>
                <a:cubicBezTo>
                  <a:pt x="360276" y="1079607"/>
                  <a:pt x="356597" y="1082510"/>
                  <a:pt x="356984" y="1085995"/>
                </a:cubicBezTo>
                <a:lnTo>
                  <a:pt x="354681" y="1089641"/>
                </a:lnTo>
                <a:lnTo>
                  <a:pt x="354506" y="1089810"/>
                </a:lnTo>
                <a:lnTo>
                  <a:pt x="345757" y="1097609"/>
                </a:lnTo>
                <a:lnTo>
                  <a:pt x="340339" y="1103538"/>
                </a:lnTo>
                <a:lnTo>
                  <a:pt x="292714" y="1149685"/>
                </a:lnTo>
                <a:cubicBezTo>
                  <a:pt x="308201" y="1137295"/>
                  <a:pt x="321945" y="1123163"/>
                  <a:pt x="335496" y="1108838"/>
                </a:cubicBezTo>
                <a:lnTo>
                  <a:pt x="340339" y="1103538"/>
                </a:lnTo>
                <a:lnTo>
                  <a:pt x="354506" y="1089810"/>
                </a:lnTo>
                <a:lnTo>
                  <a:pt x="354661" y="1089672"/>
                </a:lnTo>
                <a:lnTo>
                  <a:pt x="354681" y="1089641"/>
                </a:lnTo>
                <a:lnTo>
                  <a:pt x="355048" y="1089285"/>
                </a:lnTo>
                <a:close/>
                <a:moveTo>
                  <a:pt x="439009" y="994941"/>
                </a:moveTo>
                <a:lnTo>
                  <a:pt x="439525" y="995542"/>
                </a:lnTo>
                <a:lnTo>
                  <a:pt x="440017" y="995730"/>
                </a:lnTo>
                <a:close/>
                <a:moveTo>
                  <a:pt x="560251" y="960094"/>
                </a:moveTo>
                <a:lnTo>
                  <a:pt x="566925" y="972143"/>
                </a:lnTo>
                <a:lnTo>
                  <a:pt x="562380" y="960938"/>
                </a:lnTo>
                <a:close/>
                <a:moveTo>
                  <a:pt x="403869" y="973379"/>
                </a:moveTo>
                <a:lnTo>
                  <a:pt x="403445" y="973521"/>
                </a:lnTo>
                <a:cubicBezTo>
                  <a:pt x="400541" y="974102"/>
                  <a:pt x="400154" y="976619"/>
                  <a:pt x="399187" y="978747"/>
                </a:cubicBezTo>
                <a:cubicBezTo>
                  <a:pt x="395314" y="987653"/>
                  <a:pt x="392991" y="996945"/>
                  <a:pt x="390281" y="1006237"/>
                </a:cubicBezTo>
                <a:cubicBezTo>
                  <a:pt x="386603" y="1019595"/>
                  <a:pt x="381763" y="1032565"/>
                  <a:pt x="376343" y="1045341"/>
                </a:cubicBezTo>
                <a:cubicBezTo>
                  <a:pt x="374989" y="1048633"/>
                  <a:pt x="374020" y="1051923"/>
                  <a:pt x="374213" y="1055601"/>
                </a:cubicBezTo>
                <a:lnTo>
                  <a:pt x="369810" y="1064572"/>
                </a:lnTo>
                <a:lnTo>
                  <a:pt x="376512" y="1053351"/>
                </a:lnTo>
                <a:cubicBezTo>
                  <a:pt x="382344" y="1040792"/>
                  <a:pt x="387088" y="1027726"/>
                  <a:pt x="391443" y="1014368"/>
                </a:cubicBezTo>
                <a:close/>
                <a:moveTo>
                  <a:pt x="415061" y="970230"/>
                </a:moveTo>
                <a:lnTo>
                  <a:pt x="413688" y="970582"/>
                </a:lnTo>
                <a:lnTo>
                  <a:pt x="415190" y="970420"/>
                </a:lnTo>
                <a:close/>
                <a:moveTo>
                  <a:pt x="287874" y="3461"/>
                </a:moveTo>
                <a:cubicBezTo>
                  <a:pt x="289423" y="-1379"/>
                  <a:pt x="291746" y="-799"/>
                  <a:pt x="293488" y="3074"/>
                </a:cubicBezTo>
                <a:cubicBezTo>
                  <a:pt x="295231" y="7138"/>
                  <a:pt x="296585" y="11591"/>
                  <a:pt x="297747" y="15850"/>
                </a:cubicBezTo>
                <a:cubicBezTo>
                  <a:pt x="335109" y="144585"/>
                  <a:pt x="371697" y="273707"/>
                  <a:pt x="404994" y="403604"/>
                </a:cubicBezTo>
                <a:cubicBezTo>
                  <a:pt x="423191" y="474650"/>
                  <a:pt x="437129" y="546857"/>
                  <a:pt x="449132" y="619259"/>
                </a:cubicBezTo>
                <a:cubicBezTo>
                  <a:pt x="458617" y="676173"/>
                  <a:pt x="466747" y="733282"/>
                  <a:pt x="474104" y="790389"/>
                </a:cubicBezTo>
                <a:cubicBezTo>
                  <a:pt x="474491" y="792906"/>
                  <a:pt x="474491" y="795616"/>
                  <a:pt x="474685" y="798133"/>
                </a:cubicBezTo>
                <a:cubicBezTo>
                  <a:pt x="474878" y="798326"/>
                  <a:pt x="475072" y="798520"/>
                  <a:pt x="475072" y="798713"/>
                </a:cubicBezTo>
                <a:cubicBezTo>
                  <a:pt x="475265" y="799294"/>
                  <a:pt x="475847" y="799682"/>
                  <a:pt x="475847" y="799294"/>
                </a:cubicBezTo>
                <a:cubicBezTo>
                  <a:pt x="476814" y="793680"/>
                  <a:pt x="476814" y="788259"/>
                  <a:pt x="476040" y="782646"/>
                </a:cubicBezTo>
                <a:cubicBezTo>
                  <a:pt x="474491" y="713342"/>
                  <a:pt x="472168" y="644038"/>
                  <a:pt x="469071" y="574928"/>
                </a:cubicBezTo>
                <a:cubicBezTo>
                  <a:pt x="466747" y="522852"/>
                  <a:pt x="465586" y="470778"/>
                  <a:pt x="468877" y="418703"/>
                </a:cubicBezTo>
                <a:cubicBezTo>
                  <a:pt x="471974" y="367790"/>
                  <a:pt x="480105" y="317845"/>
                  <a:pt x="495592" y="269061"/>
                </a:cubicBezTo>
                <a:cubicBezTo>
                  <a:pt x="495979" y="267706"/>
                  <a:pt x="496560" y="266544"/>
                  <a:pt x="497141" y="265189"/>
                </a:cubicBezTo>
                <a:cubicBezTo>
                  <a:pt x="499271" y="258994"/>
                  <a:pt x="501399" y="252800"/>
                  <a:pt x="503529" y="246605"/>
                </a:cubicBezTo>
                <a:cubicBezTo>
                  <a:pt x="504304" y="244669"/>
                  <a:pt x="504690" y="241959"/>
                  <a:pt x="507595" y="242733"/>
                </a:cubicBezTo>
                <a:cubicBezTo>
                  <a:pt x="510692" y="243507"/>
                  <a:pt x="509336" y="246024"/>
                  <a:pt x="508949" y="247960"/>
                </a:cubicBezTo>
                <a:cubicBezTo>
                  <a:pt x="503723" y="274675"/>
                  <a:pt x="499464" y="301777"/>
                  <a:pt x="496754" y="328879"/>
                </a:cubicBezTo>
                <a:cubicBezTo>
                  <a:pt x="492882" y="366047"/>
                  <a:pt x="491333" y="403410"/>
                  <a:pt x="490752" y="440966"/>
                </a:cubicBezTo>
                <a:cubicBezTo>
                  <a:pt x="489785" y="505624"/>
                  <a:pt x="492688" y="570088"/>
                  <a:pt x="497335" y="634552"/>
                </a:cubicBezTo>
                <a:cubicBezTo>
                  <a:pt x="500238" y="674043"/>
                  <a:pt x="504691" y="713342"/>
                  <a:pt x="507788" y="752833"/>
                </a:cubicBezTo>
                <a:cubicBezTo>
                  <a:pt x="509530" y="776838"/>
                  <a:pt x="510305" y="800843"/>
                  <a:pt x="509724" y="824848"/>
                </a:cubicBezTo>
                <a:cubicBezTo>
                  <a:pt x="509723" y="826397"/>
                  <a:pt x="509724" y="827945"/>
                  <a:pt x="510111" y="829687"/>
                </a:cubicBezTo>
                <a:cubicBezTo>
                  <a:pt x="516112" y="805489"/>
                  <a:pt x="519790" y="780903"/>
                  <a:pt x="526373" y="756898"/>
                </a:cubicBezTo>
                <a:cubicBezTo>
                  <a:pt x="530437" y="732313"/>
                  <a:pt x="536633" y="708115"/>
                  <a:pt x="542053" y="683723"/>
                </a:cubicBezTo>
                <a:cubicBezTo>
                  <a:pt x="568962" y="565054"/>
                  <a:pt x="599548" y="447354"/>
                  <a:pt x="638265" y="331976"/>
                </a:cubicBezTo>
                <a:cubicBezTo>
                  <a:pt x="671175" y="234022"/>
                  <a:pt x="709699" y="138197"/>
                  <a:pt x="756933" y="46050"/>
                </a:cubicBezTo>
                <a:cubicBezTo>
                  <a:pt x="758482" y="43146"/>
                  <a:pt x="760030" y="40242"/>
                  <a:pt x="761579" y="37338"/>
                </a:cubicBezTo>
                <a:cubicBezTo>
                  <a:pt x="763322" y="33466"/>
                  <a:pt x="765065" y="29788"/>
                  <a:pt x="767000" y="25916"/>
                </a:cubicBezTo>
                <a:cubicBezTo>
                  <a:pt x="767774" y="24562"/>
                  <a:pt x="768549" y="22819"/>
                  <a:pt x="770678" y="23788"/>
                </a:cubicBezTo>
                <a:cubicBezTo>
                  <a:pt x="773001" y="24755"/>
                  <a:pt x="772614" y="26498"/>
                  <a:pt x="772033" y="28433"/>
                </a:cubicBezTo>
                <a:cubicBezTo>
                  <a:pt x="770097" y="32886"/>
                  <a:pt x="768355" y="37532"/>
                  <a:pt x="766613" y="42177"/>
                </a:cubicBezTo>
                <a:cubicBezTo>
                  <a:pt x="719959" y="160072"/>
                  <a:pt x="678918" y="279708"/>
                  <a:pt x="647751" y="402635"/>
                </a:cubicBezTo>
                <a:cubicBezTo>
                  <a:pt x="631102" y="468649"/>
                  <a:pt x="617164" y="535049"/>
                  <a:pt x="605937" y="602223"/>
                </a:cubicBezTo>
                <a:cubicBezTo>
                  <a:pt x="593353" y="677334"/>
                  <a:pt x="583674" y="753027"/>
                  <a:pt x="571865" y="828332"/>
                </a:cubicBezTo>
                <a:cubicBezTo>
                  <a:pt x="568380" y="850401"/>
                  <a:pt x="564315" y="872276"/>
                  <a:pt x="560638" y="894345"/>
                </a:cubicBezTo>
                <a:lnTo>
                  <a:pt x="560566" y="894299"/>
                </a:lnTo>
                <a:lnTo>
                  <a:pt x="560637" y="894538"/>
                </a:lnTo>
                <a:cubicBezTo>
                  <a:pt x="556959" y="911573"/>
                  <a:pt x="553475" y="928609"/>
                  <a:pt x="549603" y="945451"/>
                </a:cubicBezTo>
                <a:cubicBezTo>
                  <a:pt x="548442" y="950678"/>
                  <a:pt x="549022" y="953388"/>
                  <a:pt x="555217" y="951645"/>
                </a:cubicBezTo>
                <a:cubicBezTo>
                  <a:pt x="559863" y="950291"/>
                  <a:pt x="563347" y="952808"/>
                  <a:pt x="566251" y="956292"/>
                </a:cubicBezTo>
                <a:cubicBezTo>
                  <a:pt x="572446" y="963648"/>
                  <a:pt x="576898" y="971972"/>
                  <a:pt x="579996" y="980683"/>
                </a:cubicBezTo>
                <a:cubicBezTo>
                  <a:pt x="584642" y="993654"/>
                  <a:pt x="588901" y="1006818"/>
                  <a:pt x="591805" y="1020369"/>
                </a:cubicBezTo>
                <a:cubicBezTo>
                  <a:pt x="592772" y="1021724"/>
                  <a:pt x="592772" y="1023079"/>
                  <a:pt x="592192" y="1024435"/>
                </a:cubicBezTo>
                <a:cubicBezTo>
                  <a:pt x="586191" y="1024822"/>
                  <a:pt x="585610" y="1019788"/>
                  <a:pt x="584835" y="1016304"/>
                </a:cubicBezTo>
                <a:lnTo>
                  <a:pt x="580328" y="1005189"/>
                </a:lnTo>
                <a:lnTo>
                  <a:pt x="581158" y="1007592"/>
                </a:lnTo>
                <a:cubicBezTo>
                  <a:pt x="589676" y="1036630"/>
                  <a:pt x="599549" y="1064700"/>
                  <a:pt x="618907" y="1088705"/>
                </a:cubicBezTo>
                <a:cubicBezTo>
                  <a:pt x="622198" y="1092576"/>
                  <a:pt x="625877" y="1095674"/>
                  <a:pt x="629167" y="1099352"/>
                </a:cubicBezTo>
                <a:cubicBezTo>
                  <a:pt x="635749" y="1107870"/>
                  <a:pt x="645235" y="1113097"/>
                  <a:pt x="653365" y="1119679"/>
                </a:cubicBezTo>
                <a:cubicBezTo>
                  <a:pt x="661496" y="1127035"/>
                  <a:pt x="671950" y="1130326"/>
                  <a:pt x="680661" y="1136521"/>
                </a:cubicBezTo>
                <a:cubicBezTo>
                  <a:pt x="701955" y="1145813"/>
                  <a:pt x="724605" y="1150846"/>
                  <a:pt x="746674" y="1157428"/>
                </a:cubicBezTo>
                <a:cubicBezTo>
                  <a:pt x="790038" y="1170399"/>
                  <a:pt x="831078" y="1188596"/>
                  <a:pt x="869408" y="1212601"/>
                </a:cubicBezTo>
                <a:cubicBezTo>
                  <a:pt x="870763" y="1213568"/>
                  <a:pt x="871925" y="1214730"/>
                  <a:pt x="873280" y="1215698"/>
                </a:cubicBezTo>
                <a:cubicBezTo>
                  <a:pt x="890703" y="1226538"/>
                  <a:pt x="906771" y="1239122"/>
                  <a:pt x="921289" y="1253834"/>
                </a:cubicBezTo>
                <a:cubicBezTo>
                  <a:pt x="965814" y="1295649"/>
                  <a:pt x="994659" y="1345788"/>
                  <a:pt x="1003370" y="1406768"/>
                </a:cubicBezTo>
                <a:cubicBezTo>
                  <a:pt x="1004144" y="1411414"/>
                  <a:pt x="1004531" y="1416059"/>
                  <a:pt x="1004919" y="1420706"/>
                </a:cubicBezTo>
                <a:cubicBezTo>
                  <a:pt x="1005306" y="1420706"/>
                  <a:pt x="1005693" y="1420706"/>
                  <a:pt x="1005886" y="1420706"/>
                </a:cubicBezTo>
                <a:cubicBezTo>
                  <a:pt x="1005886" y="1435806"/>
                  <a:pt x="1005886" y="1450906"/>
                  <a:pt x="1005886" y="1466005"/>
                </a:cubicBezTo>
                <a:cubicBezTo>
                  <a:pt x="1005499" y="1466198"/>
                  <a:pt x="1005112" y="1466198"/>
                  <a:pt x="1004724" y="1466198"/>
                </a:cubicBezTo>
                <a:cubicBezTo>
                  <a:pt x="1003176" y="1484396"/>
                  <a:pt x="1001047" y="1502593"/>
                  <a:pt x="994659" y="1519822"/>
                </a:cubicBezTo>
                <a:cubicBezTo>
                  <a:pt x="990399" y="1533373"/>
                  <a:pt x="986722" y="1547311"/>
                  <a:pt x="979365" y="1559701"/>
                </a:cubicBezTo>
                <a:cubicBezTo>
                  <a:pt x="973751" y="1573446"/>
                  <a:pt x="964847" y="1585448"/>
                  <a:pt x="956523" y="1597644"/>
                </a:cubicBezTo>
                <a:cubicBezTo>
                  <a:pt x="952070" y="1607517"/>
                  <a:pt x="943939" y="1614486"/>
                  <a:pt x="937163" y="1622423"/>
                </a:cubicBezTo>
                <a:cubicBezTo>
                  <a:pt x="931356" y="1629586"/>
                  <a:pt x="923999" y="1635200"/>
                  <a:pt x="917611" y="1641782"/>
                </a:cubicBezTo>
                <a:cubicBezTo>
                  <a:pt x="898252" y="1658624"/>
                  <a:pt x="876377" y="1671788"/>
                  <a:pt x="854502" y="1684952"/>
                </a:cubicBezTo>
                <a:cubicBezTo>
                  <a:pt x="832627" y="1696760"/>
                  <a:pt x="810170" y="1707795"/>
                  <a:pt x="786746" y="1716700"/>
                </a:cubicBezTo>
                <a:cubicBezTo>
                  <a:pt x="762742" y="1725798"/>
                  <a:pt x="738543" y="1733928"/>
                  <a:pt x="713571" y="1740317"/>
                </a:cubicBezTo>
                <a:cubicBezTo>
                  <a:pt x="696923" y="1744576"/>
                  <a:pt x="680080" y="1748254"/>
                  <a:pt x="663626" y="1753288"/>
                </a:cubicBezTo>
                <a:cubicBezTo>
                  <a:pt x="647558" y="1756192"/>
                  <a:pt x="631490" y="1759095"/>
                  <a:pt x="615616" y="1762579"/>
                </a:cubicBezTo>
                <a:cubicBezTo>
                  <a:pt x="609034" y="1765096"/>
                  <a:pt x="602452" y="1764709"/>
                  <a:pt x="595870" y="1763548"/>
                </a:cubicBezTo>
                <a:cubicBezTo>
                  <a:pt x="595483" y="1763548"/>
                  <a:pt x="594902" y="1763355"/>
                  <a:pt x="594515" y="1763160"/>
                </a:cubicBezTo>
                <a:cubicBezTo>
                  <a:pt x="591999" y="1763160"/>
                  <a:pt x="589676" y="1762386"/>
                  <a:pt x="587933" y="1760838"/>
                </a:cubicBezTo>
                <a:cubicBezTo>
                  <a:pt x="577286" y="1751545"/>
                  <a:pt x="564703" y="1747674"/>
                  <a:pt x="550764" y="1746318"/>
                </a:cubicBezTo>
                <a:cubicBezTo>
                  <a:pt x="530632" y="1744382"/>
                  <a:pt x="510886" y="1740704"/>
                  <a:pt x="490947" y="1737607"/>
                </a:cubicBezTo>
                <a:cubicBezTo>
                  <a:pt x="469459" y="1734317"/>
                  <a:pt x="447971" y="1734317"/>
                  <a:pt x="426482" y="1737994"/>
                </a:cubicBezTo>
                <a:cubicBezTo>
                  <a:pt x="416997" y="1739543"/>
                  <a:pt x="407510" y="1740898"/>
                  <a:pt x="398025" y="1742447"/>
                </a:cubicBezTo>
                <a:cubicBezTo>
                  <a:pt x="383699" y="1744770"/>
                  <a:pt x="371117" y="1750965"/>
                  <a:pt x="359501" y="1759095"/>
                </a:cubicBezTo>
                <a:cubicBezTo>
                  <a:pt x="356791" y="1760838"/>
                  <a:pt x="354274" y="1762967"/>
                  <a:pt x="350983" y="1763935"/>
                </a:cubicBezTo>
                <a:cubicBezTo>
                  <a:pt x="350016" y="1764129"/>
                  <a:pt x="349241" y="1764129"/>
                  <a:pt x="348273" y="1764129"/>
                </a:cubicBezTo>
                <a:cubicBezTo>
                  <a:pt x="347306" y="1770130"/>
                  <a:pt x="343046" y="1767032"/>
                  <a:pt x="339949" y="1766452"/>
                </a:cubicBezTo>
                <a:cubicBezTo>
                  <a:pt x="319235" y="1762579"/>
                  <a:pt x="300070" y="1754642"/>
                  <a:pt x="280324" y="1747674"/>
                </a:cubicBezTo>
                <a:cubicBezTo>
                  <a:pt x="261159" y="1740898"/>
                  <a:pt x="242188" y="1734510"/>
                  <a:pt x="223604" y="1726573"/>
                </a:cubicBezTo>
                <a:cubicBezTo>
                  <a:pt x="220700" y="1726185"/>
                  <a:pt x="217990" y="1725604"/>
                  <a:pt x="215086" y="1725217"/>
                </a:cubicBezTo>
                <a:cubicBezTo>
                  <a:pt x="180434" y="1711666"/>
                  <a:pt x="146556" y="1696373"/>
                  <a:pt x="115969" y="1674885"/>
                </a:cubicBezTo>
                <a:cubicBezTo>
                  <a:pt x="71832" y="1643911"/>
                  <a:pt x="39696" y="1603645"/>
                  <a:pt x="21887" y="1552345"/>
                </a:cubicBezTo>
                <a:cubicBezTo>
                  <a:pt x="21306" y="1550602"/>
                  <a:pt x="20531" y="1548860"/>
                  <a:pt x="19950" y="1547118"/>
                </a:cubicBezTo>
                <a:cubicBezTo>
                  <a:pt x="14337" y="1536858"/>
                  <a:pt x="12981" y="1525243"/>
                  <a:pt x="10271" y="1514209"/>
                </a:cubicBezTo>
                <a:cubicBezTo>
                  <a:pt x="4463" y="1491171"/>
                  <a:pt x="2915" y="1467360"/>
                  <a:pt x="399" y="1443936"/>
                </a:cubicBezTo>
                <a:cubicBezTo>
                  <a:pt x="-570" y="1436580"/>
                  <a:pt x="205" y="1429418"/>
                  <a:pt x="2915" y="1422448"/>
                </a:cubicBezTo>
                <a:cubicBezTo>
                  <a:pt x="5819" y="1402702"/>
                  <a:pt x="10852" y="1383537"/>
                  <a:pt x="17627" y="1364759"/>
                </a:cubicBezTo>
                <a:cubicBezTo>
                  <a:pt x="24210" y="1346175"/>
                  <a:pt x="34082" y="1329527"/>
                  <a:pt x="45504" y="1313653"/>
                </a:cubicBezTo>
                <a:cubicBezTo>
                  <a:pt x="45698" y="1308426"/>
                  <a:pt x="49375" y="1305135"/>
                  <a:pt x="52473" y="1301650"/>
                </a:cubicBezTo>
                <a:cubicBezTo>
                  <a:pt x="75510" y="1276678"/>
                  <a:pt x="102805" y="1257125"/>
                  <a:pt x="132230" y="1240283"/>
                </a:cubicBezTo>
                <a:cubicBezTo>
                  <a:pt x="177336" y="1214342"/>
                  <a:pt x="223991" y="1191113"/>
                  <a:pt x="267160" y="1161881"/>
                </a:cubicBezTo>
                <a:cubicBezTo>
                  <a:pt x="301231" y="1138844"/>
                  <a:pt x="330269" y="1110580"/>
                  <a:pt x="354468" y="1077284"/>
                </a:cubicBezTo>
                <a:lnTo>
                  <a:pt x="357658" y="1073589"/>
                </a:lnTo>
                <a:lnTo>
                  <a:pt x="357759" y="1072831"/>
                </a:lnTo>
                <a:cubicBezTo>
                  <a:pt x="371890" y="1048246"/>
                  <a:pt x="380796" y="1021918"/>
                  <a:pt x="387958" y="994621"/>
                </a:cubicBezTo>
                <a:cubicBezTo>
                  <a:pt x="389701" y="987846"/>
                  <a:pt x="392411" y="981264"/>
                  <a:pt x="394734" y="974489"/>
                </a:cubicBezTo>
                <a:cubicBezTo>
                  <a:pt x="397057" y="968294"/>
                  <a:pt x="398992" y="962873"/>
                  <a:pt x="407317" y="961325"/>
                </a:cubicBezTo>
                <a:cubicBezTo>
                  <a:pt x="415254" y="959776"/>
                  <a:pt x="412931" y="952420"/>
                  <a:pt x="411382" y="946612"/>
                </a:cubicBezTo>
                <a:lnTo>
                  <a:pt x="412108" y="946361"/>
                </a:lnTo>
                <a:lnTo>
                  <a:pt x="389289" y="827800"/>
                </a:lnTo>
                <a:cubicBezTo>
                  <a:pt x="380892" y="788356"/>
                  <a:pt x="371406" y="749155"/>
                  <a:pt x="359888" y="710438"/>
                </a:cubicBezTo>
                <a:cubicBezTo>
                  <a:pt x="345950" y="663396"/>
                  <a:pt x="329302" y="617517"/>
                  <a:pt x="304909" y="574734"/>
                </a:cubicBezTo>
                <a:cubicBezTo>
                  <a:pt x="293488" y="554794"/>
                  <a:pt x="280518" y="536210"/>
                  <a:pt x="265999" y="518401"/>
                </a:cubicBezTo>
                <a:cubicBezTo>
                  <a:pt x="262320" y="513948"/>
                  <a:pt x="258836" y="509108"/>
                  <a:pt x="255545" y="504268"/>
                </a:cubicBezTo>
                <a:cubicBezTo>
                  <a:pt x="253996" y="502139"/>
                  <a:pt x="251673" y="499235"/>
                  <a:pt x="254384" y="496719"/>
                </a:cubicBezTo>
                <a:cubicBezTo>
                  <a:pt x="257093" y="494202"/>
                  <a:pt x="259805" y="497106"/>
                  <a:pt x="261933" y="498461"/>
                </a:cubicBezTo>
                <a:cubicBezTo>
                  <a:pt x="266386" y="501364"/>
                  <a:pt x="270645" y="504850"/>
                  <a:pt x="274710" y="508334"/>
                </a:cubicBezTo>
                <a:cubicBezTo>
                  <a:pt x="280711" y="513561"/>
                  <a:pt x="286906" y="518788"/>
                  <a:pt x="291940" y="524982"/>
                </a:cubicBezTo>
                <a:cubicBezTo>
                  <a:pt x="320203" y="550342"/>
                  <a:pt x="340530" y="581509"/>
                  <a:pt x="358533" y="614419"/>
                </a:cubicBezTo>
                <a:cubicBezTo>
                  <a:pt x="371697" y="636294"/>
                  <a:pt x="382345" y="659331"/>
                  <a:pt x="392217" y="682756"/>
                </a:cubicBezTo>
                <a:cubicBezTo>
                  <a:pt x="412350" y="729990"/>
                  <a:pt x="428805" y="778581"/>
                  <a:pt x="440808" y="828525"/>
                </a:cubicBezTo>
                <a:cubicBezTo>
                  <a:pt x="441195" y="830074"/>
                  <a:pt x="441775" y="831623"/>
                  <a:pt x="443323" y="832978"/>
                </a:cubicBezTo>
                <a:cubicBezTo>
                  <a:pt x="442162" y="824073"/>
                  <a:pt x="441001" y="815168"/>
                  <a:pt x="439839" y="806263"/>
                </a:cubicBezTo>
                <a:cubicBezTo>
                  <a:pt x="427643" y="719149"/>
                  <a:pt x="412931" y="632423"/>
                  <a:pt x="396476" y="545890"/>
                </a:cubicBezTo>
                <a:cubicBezTo>
                  <a:pt x="378279" y="450451"/>
                  <a:pt x="358727" y="355400"/>
                  <a:pt x="338981" y="260157"/>
                </a:cubicBezTo>
                <a:cubicBezTo>
                  <a:pt x="321752" y="176914"/>
                  <a:pt x="303168" y="94059"/>
                  <a:pt x="288455" y="10430"/>
                </a:cubicBezTo>
                <a:cubicBezTo>
                  <a:pt x="288068" y="8107"/>
                  <a:pt x="288068" y="5784"/>
                  <a:pt x="287874" y="3461"/>
                </a:cubicBezTo>
                <a:close/>
              </a:path>
            </a:pathLst>
          </a:custGeom>
          <a:solidFill>
            <a:schemeClr val="bg1"/>
          </a:solidFill>
          <a:ln w="199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aphic 43">
            <a:extLst>
              <a:ext uri="{FF2B5EF4-FFF2-40B4-BE49-F238E27FC236}">
                <a16:creationId xmlns:a16="http://schemas.microsoft.com/office/drawing/2014/main" xmlns="" id="{7D43707A-0EDE-41F3-A8B5-CDE2C1ACCB5B}"/>
              </a:ext>
            </a:extLst>
          </p:cNvPr>
          <p:cNvGrpSpPr/>
          <p:nvPr/>
        </p:nvGrpSpPr>
        <p:grpSpPr>
          <a:xfrm>
            <a:off x="2942700" y="4534056"/>
            <a:ext cx="354254" cy="299147"/>
            <a:chOff x="10245572" y="2383008"/>
            <a:chExt cx="1072164" cy="905383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xmlns="" id="{6B286753-969E-4A36-9B95-8A62D381630F}"/>
                </a:ext>
              </a:extLst>
            </p:cNvPr>
            <p:cNvSpPr/>
            <p:nvPr/>
          </p:nvSpPr>
          <p:spPr>
            <a:xfrm>
              <a:off x="10246012" y="2441891"/>
              <a:ext cx="1072946" cy="845478"/>
            </a:xfrm>
            <a:custGeom>
              <a:avLst/>
              <a:gdLst>
                <a:gd name="connsiteX0" fmla="*/ 1063214 w 1072946"/>
                <a:gd name="connsiteY0" fmla="*/ 303610 h 845478"/>
                <a:gd name="connsiteX1" fmla="*/ 1059470 w 1072946"/>
                <a:gd name="connsiteY1" fmla="*/ 288293 h 845478"/>
                <a:gd name="connsiteX2" fmla="*/ 937618 w 1072946"/>
                <a:gd name="connsiteY2" fmla="*/ 98367 h 845478"/>
                <a:gd name="connsiteX3" fmla="*/ 671789 w 1072946"/>
                <a:gd name="connsiteY3" fmla="*/ 10551 h 845478"/>
                <a:gd name="connsiteX4" fmla="*/ 425702 w 1072946"/>
                <a:gd name="connsiteY4" fmla="*/ 7488 h 845478"/>
                <a:gd name="connsiteX5" fmla="*/ 264027 w 1072946"/>
                <a:gd name="connsiteY5" fmla="*/ 41185 h 845478"/>
                <a:gd name="connsiteX6" fmla="*/ 65932 w 1072946"/>
                <a:gd name="connsiteY6" fmla="*/ 184821 h 845478"/>
                <a:gd name="connsiteX7" fmla="*/ 11813 w 1072946"/>
                <a:gd name="connsiteY7" fmla="*/ 479921 h 845478"/>
                <a:gd name="connsiteX8" fmla="*/ 202079 w 1072946"/>
                <a:gd name="connsiteY8" fmla="*/ 731114 h 845478"/>
                <a:gd name="connsiteX9" fmla="*/ 319507 w 1072946"/>
                <a:gd name="connsiteY9" fmla="*/ 785573 h 845478"/>
                <a:gd name="connsiteX10" fmla="*/ 466547 w 1072946"/>
                <a:gd name="connsiteY10" fmla="*/ 828460 h 845478"/>
                <a:gd name="connsiteX11" fmla="*/ 538365 w 1072946"/>
                <a:gd name="connsiteY11" fmla="*/ 845478 h 845478"/>
                <a:gd name="connsiteX12" fmla="*/ 596908 w 1072946"/>
                <a:gd name="connsiteY12" fmla="*/ 831182 h 845478"/>
                <a:gd name="connsiteX13" fmla="*/ 800449 w 1072946"/>
                <a:gd name="connsiteY13" fmla="*/ 762087 h 845478"/>
                <a:gd name="connsiteX14" fmla="*/ 1033943 w 1072946"/>
                <a:gd name="connsiteY14" fmla="*/ 556845 h 845478"/>
                <a:gd name="connsiteX15" fmla="*/ 1063214 w 1072946"/>
                <a:gd name="connsiteY15" fmla="*/ 303610 h 845478"/>
                <a:gd name="connsiteX16" fmla="*/ 1059811 w 1072946"/>
                <a:gd name="connsiteY16" fmla="*/ 293058 h 845478"/>
                <a:gd name="connsiteX17" fmla="*/ 1059811 w 1072946"/>
                <a:gd name="connsiteY17" fmla="*/ 293058 h 845478"/>
                <a:gd name="connsiteX18" fmla="*/ 1059811 w 1072946"/>
                <a:gd name="connsiteY18" fmla="*/ 293058 h 845478"/>
                <a:gd name="connsiteX19" fmla="*/ 1059811 w 1072946"/>
                <a:gd name="connsiteY19" fmla="*/ 293058 h 845478"/>
                <a:gd name="connsiteX20" fmla="*/ 577167 w 1072946"/>
                <a:gd name="connsiteY20" fmla="*/ 0 h 845478"/>
                <a:gd name="connsiteX21" fmla="*/ 577507 w 1072946"/>
                <a:gd name="connsiteY21" fmla="*/ 340 h 845478"/>
                <a:gd name="connsiteX22" fmla="*/ 577167 w 1072946"/>
                <a:gd name="connsiteY22" fmla="*/ 0 h 845478"/>
                <a:gd name="connsiteX23" fmla="*/ 577167 w 1072946"/>
                <a:gd name="connsiteY23" fmla="*/ 0 h 845478"/>
                <a:gd name="connsiteX24" fmla="*/ 577167 w 1072946"/>
                <a:gd name="connsiteY24" fmla="*/ 0 h 845478"/>
                <a:gd name="connsiteX25" fmla="*/ 577167 w 1072946"/>
                <a:gd name="connsiteY25" fmla="*/ 0 h 845478"/>
                <a:gd name="connsiteX26" fmla="*/ 9090 w 1072946"/>
                <a:gd name="connsiteY26" fmla="*/ 307013 h 845478"/>
                <a:gd name="connsiteX27" fmla="*/ 9090 w 1072946"/>
                <a:gd name="connsiteY27" fmla="*/ 307013 h 845478"/>
                <a:gd name="connsiteX28" fmla="*/ 9090 w 1072946"/>
                <a:gd name="connsiteY28" fmla="*/ 307013 h 845478"/>
                <a:gd name="connsiteX29" fmla="*/ 9090 w 1072946"/>
                <a:gd name="connsiteY29" fmla="*/ 307013 h 84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72946" h="845478">
                  <a:moveTo>
                    <a:pt x="1063214" y="303610"/>
                  </a:moveTo>
                  <a:cubicBezTo>
                    <a:pt x="1062193" y="298504"/>
                    <a:pt x="1060832" y="293399"/>
                    <a:pt x="1059470" y="288293"/>
                  </a:cubicBezTo>
                  <a:cubicBezTo>
                    <a:pt x="1039388" y="215114"/>
                    <a:pt x="994800" y="148061"/>
                    <a:pt x="937618" y="98367"/>
                  </a:cubicBezTo>
                  <a:cubicBezTo>
                    <a:pt x="866140" y="36420"/>
                    <a:pt x="764710" y="6807"/>
                    <a:pt x="671789" y="10551"/>
                  </a:cubicBezTo>
                  <a:cubicBezTo>
                    <a:pt x="616990" y="12934"/>
                    <a:pt x="554022" y="18380"/>
                    <a:pt x="425702" y="7488"/>
                  </a:cubicBezTo>
                  <a:cubicBezTo>
                    <a:pt x="370222" y="2723"/>
                    <a:pt x="314742" y="20422"/>
                    <a:pt x="264027" y="41185"/>
                  </a:cubicBezTo>
                  <a:cubicBezTo>
                    <a:pt x="188124" y="72158"/>
                    <a:pt x="116306" y="119129"/>
                    <a:pt x="65932" y="184821"/>
                  </a:cubicBezTo>
                  <a:cubicBezTo>
                    <a:pt x="1942" y="268552"/>
                    <a:pt x="-14055" y="378831"/>
                    <a:pt x="11813" y="479921"/>
                  </a:cubicBezTo>
                  <a:cubicBezTo>
                    <a:pt x="39383" y="587138"/>
                    <a:pt x="108818" y="673251"/>
                    <a:pt x="202079" y="731114"/>
                  </a:cubicBezTo>
                  <a:cubicBezTo>
                    <a:pt x="238839" y="753919"/>
                    <a:pt x="278322" y="772299"/>
                    <a:pt x="319507" y="785573"/>
                  </a:cubicBezTo>
                  <a:cubicBezTo>
                    <a:pt x="368180" y="801570"/>
                    <a:pt x="417193" y="815866"/>
                    <a:pt x="466547" y="828460"/>
                  </a:cubicBezTo>
                  <a:cubicBezTo>
                    <a:pt x="488330" y="833905"/>
                    <a:pt x="515560" y="845478"/>
                    <a:pt x="538365" y="845478"/>
                  </a:cubicBezTo>
                  <a:cubicBezTo>
                    <a:pt x="557425" y="845478"/>
                    <a:pt x="578528" y="835948"/>
                    <a:pt x="596908" y="831182"/>
                  </a:cubicBezTo>
                  <a:cubicBezTo>
                    <a:pt x="665322" y="813143"/>
                    <a:pt x="735098" y="791700"/>
                    <a:pt x="800449" y="762087"/>
                  </a:cubicBezTo>
                  <a:cubicBezTo>
                    <a:pt x="898476" y="717839"/>
                    <a:pt x="984589" y="654871"/>
                    <a:pt x="1033943" y="556845"/>
                  </a:cubicBezTo>
                  <a:cubicBezTo>
                    <a:pt x="1073085" y="479240"/>
                    <a:pt x="1082615" y="388362"/>
                    <a:pt x="1063214" y="303610"/>
                  </a:cubicBezTo>
                  <a:close/>
                  <a:moveTo>
                    <a:pt x="1059811" y="293058"/>
                  </a:moveTo>
                  <a:cubicBezTo>
                    <a:pt x="1059811" y="293058"/>
                    <a:pt x="1059811" y="293058"/>
                    <a:pt x="1059811" y="293058"/>
                  </a:cubicBezTo>
                  <a:cubicBezTo>
                    <a:pt x="1059811" y="293058"/>
                    <a:pt x="1059811" y="293058"/>
                    <a:pt x="1059811" y="293058"/>
                  </a:cubicBezTo>
                  <a:lnTo>
                    <a:pt x="1059811" y="293058"/>
                  </a:lnTo>
                  <a:close/>
                  <a:moveTo>
                    <a:pt x="577167" y="0"/>
                  </a:moveTo>
                  <a:cubicBezTo>
                    <a:pt x="577167" y="0"/>
                    <a:pt x="577507" y="340"/>
                    <a:pt x="577507" y="340"/>
                  </a:cubicBezTo>
                  <a:cubicBezTo>
                    <a:pt x="577507" y="340"/>
                    <a:pt x="577507" y="34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cubicBezTo>
                    <a:pt x="577167" y="0"/>
                    <a:pt x="577167" y="0"/>
                    <a:pt x="577167" y="0"/>
                  </a:cubicBezTo>
                  <a:lnTo>
                    <a:pt x="577167" y="0"/>
                  </a:lnTo>
                  <a:close/>
                  <a:moveTo>
                    <a:pt x="9090" y="307013"/>
                  </a:move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ubicBezTo>
                    <a:pt x="9090" y="307013"/>
                    <a:pt x="9090" y="307013"/>
                    <a:pt x="9090" y="307013"/>
                  </a:cubicBezTo>
                  <a:close/>
                </a:path>
              </a:pathLst>
            </a:custGeom>
            <a:solidFill>
              <a:schemeClr val="bg1"/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xmlns="" id="{E3FB9C0F-0DFA-440B-A0A0-20394EAF6FD5}"/>
                </a:ext>
              </a:extLst>
            </p:cNvPr>
            <p:cNvSpPr/>
            <p:nvPr/>
          </p:nvSpPr>
          <p:spPr>
            <a:xfrm>
              <a:off x="10498806" y="2383263"/>
              <a:ext cx="609271" cy="246382"/>
            </a:xfrm>
            <a:custGeom>
              <a:avLst/>
              <a:gdLst>
                <a:gd name="connsiteX0" fmla="*/ 173588 w 609271"/>
                <a:gd name="connsiteY0" fmla="*/ 234599 h 246382"/>
                <a:gd name="connsiteX1" fmla="*/ 188565 w 609271"/>
                <a:gd name="connsiteY1" fmla="*/ 222686 h 246382"/>
                <a:gd name="connsiteX2" fmla="*/ 204902 w 609271"/>
                <a:gd name="connsiteY2" fmla="*/ 205327 h 246382"/>
                <a:gd name="connsiteX3" fmla="*/ 219198 w 609271"/>
                <a:gd name="connsiteY3" fmla="*/ 185586 h 246382"/>
                <a:gd name="connsiteX4" fmla="*/ 226346 w 609271"/>
                <a:gd name="connsiteY4" fmla="*/ 175034 h 246382"/>
                <a:gd name="connsiteX5" fmla="*/ 233153 w 609271"/>
                <a:gd name="connsiteY5" fmla="*/ 165164 h 246382"/>
                <a:gd name="connsiteX6" fmla="*/ 0 w 609271"/>
                <a:gd name="connsiteY6" fmla="*/ 120235 h 246382"/>
                <a:gd name="connsiteX7" fmla="*/ 21443 w 609271"/>
                <a:gd name="connsiteY7" fmla="*/ 112406 h 246382"/>
                <a:gd name="connsiteX8" fmla="*/ 49013 w 609271"/>
                <a:gd name="connsiteY8" fmla="*/ 113768 h 246382"/>
                <a:gd name="connsiteX9" fmla="*/ 87815 w 609271"/>
                <a:gd name="connsiteY9" fmla="*/ 117852 h 246382"/>
                <a:gd name="connsiteX10" fmla="*/ 105174 w 609271"/>
                <a:gd name="connsiteY10" fmla="*/ 116150 h 246382"/>
                <a:gd name="connsiteX11" fmla="*/ 123554 w 609271"/>
                <a:gd name="connsiteY11" fmla="*/ 116150 h 246382"/>
                <a:gd name="connsiteX12" fmla="*/ 156570 w 609271"/>
                <a:gd name="connsiteY12" fmla="*/ 104237 h 246382"/>
                <a:gd name="connsiteX13" fmla="*/ 203541 w 609271"/>
                <a:gd name="connsiteY13" fmla="*/ 67478 h 246382"/>
                <a:gd name="connsiteX14" fmla="*/ 181417 w 609271"/>
                <a:gd name="connsiteY14" fmla="*/ 28675 h 246382"/>
                <a:gd name="connsiteX15" fmla="*/ 169164 w 609271"/>
                <a:gd name="connsiteY15" fmla="*/ 13018 h 246382"/>
                <a:gd name="connsiteX16" fmla="*/ 168143 w 609271"/>
                <a:gd name="connsiteY16" fmla="*/ 1106 h 246382"/>
                <a:gd name="connsiteX17" fmla="*/ 188224 w 609271"/>
                <a:gd name="connsiteY17" fmla="*/ 12678 h 246382"/>
                <a:gd name="connsiteX18" fmla="*/ 250512 w 609271"/>
                <a:gd name="connsiteY18" fmla="*/ 54544 h 246382"/>
                <a:gd name="connsiteX19" fmla="*/ 273317 w 609271"/>
                <a:gd name="connsiteY19" fmla="*/ 65776 h 246382"/>
                <a:gd name="connsiteX20" fmla="*/ 329137 w 609271"/>
                <a:gd name="connsiteY20" fmla="*/ 65776 h 246382"/>
                <a:gd name="connsiteX21" fmla="*/ 433971 w 609271"/>
                <a:gd name="connsiteY21" fmla="*/ 6211 h 246382"/>
                <a:gd name="connsiteX22" fmla="*/ 408784 w 609271"/>
                <a:gd name="connsiteY22" fmla="*/ 49098 h 246382"/>
                <a:gd name="connsiteX23" fmla="*/ 416272 w 609271"/>
                <a:gd name="connsiteY23" fmla="*/ 69860 h 246382"/>
                <a:gd name="connsiteX24" fmla="*/ 500003 w 609271"/>
                <a:gd name="connsiteY24" fmla="*/ 74966 h 246382"/>
                <a:gd name="connsiteX25" fmla="*/ 499662 w 609271"/>
                <a:gd name="connsiteY25" fmla="*/ 74966 h 246382"/>
                <a:gd name="connsiteX26" fmla="*/ 525190 w 609271"/>
                <a:gd name="connsiteY26" fmla="*/ 80412 h 246382"/>
                <a:gd name="connsiteX27" fmla="*/ 472093 w 609271"/>
                <a:gd name="connsiteY27" fmla="*/ 85177 h 246382"/>
                <a:gd name="connsiteX28" fmla="*/ 422058 w 609271"/>
                <a:gd name="connsiteY28" fmla="*/ 85517 h 246382"/>
                <a:gd name="connsiteX29" fmla="*/ 435673 w 609271"/>
                <a:gd name="connsiteY29" fmla="*/ 98451 h 246382"/>
                <a:gd name="connsiteX30" fmla="*/ 450649 w 609271"/>
                <a:gd name="connsiteY30" fmla="*/ 108662 h 246382"/>
                <a:gd name="connsiteX31" fmla="*/ 484686 w 609271"/>
                <a:gd name="connsiteY31" fmla="*/ 117512 h 246382"/>
                <a:gd name="connsiteX32" fmla="*/ 543230 w 609271"/>
                <a:gd name="connsiteY32" fmla="*/ 116831 h 246382"/>
                <a:gd name="connsiteX33" fmla="*/ 598710 w 609271"/>
                <a:gd name="connsiteY33" fmla="*/ 111045 h 246382"/>
                <a:gd name="connsiteX34" fmla="*/ 609261 w 609271"/>
                <a:gd name="connsiteY34" fmla="*/ 117512 h 246382"/>
                <a:gd name="connsiteX35" fmla="*/ 598710 w 609271"/>
                <a:gd name="connsiteY35" fmla="*/ 122958 h 246382"/>
                <a:gd name="connsiteX36" fmla="*/ 475156 w 609271"/>
                <a:gd name="connsiteY36" fmla="*/ 165164 h 246382"/>
                <a:gd name="connsiteX37" fmla="*/ 369982 w 609271"/>
                <a:gd name="connsiteY37" fmla="*/ 164823 h 246382"/>
                <a:gd name="connsiteX38" fmla="*/ 390063 w 609271"/>
                <a:gd name="connsiteY38" fmla="*/ 192053 h 246382"/>
                <a:gd name="connsiteX39" fmla="*/ 431929 w 609271"/>
                <a:gd name="connsiteY39" fmla="*/ 238343 h 246382"/>
                <a:gd name="connsiteX40" fmla="*/ 402998 w 609271"/>
                <a:gd name="connsiteY40" fmla="*/ 225069 h 246382"/>
                <a:gd name="connsiteX41" fmla="*/ 365897 w 609271"/>
                <a:gd name="connsiteY41" fmla="*/ 214177 h 246382"/>
                <a:gd name="connsiteX42" fmla="*/ 350921 w 609271"/>
                <a:gd name="connsiteY42" fmla="*/ 209412 h 246382"/>
                <a:gd name="connsiteX43" fmla="*/ 310077 w 609271"/>
                <a:gd name="connsiteY43" fmla="*/ 184565 h 246382"/>
                <a:gd name="connsiteX44" fmla="*/ 286932 w 609271"/>
                <a:gd name="connsiteY44" fmla="*/ 185586 h 246382"/>
                <a:gd name="connsiteX45" fmla="*/ 276040 w 609271"/>
                <a:gd name="connsiteY45" fmla="*/ 196137 h 246382"/>
                <a:gd name="connsiteX46" fmla="*/ 230771 w 609271"/>
                <a:gd name="connsiteY46" fmla="*/ 220984 h 246382"/>
                <a:gd name="connsiteX47" fmla="*/ 206604 w 609271"/>
                <a:gd name="connsiteY47" fmla="*/ 229834 h 246382"/>
                <a:gd name="connsiteX48" fmla="*/ 180736 w 609271"/>
                <a:gd name="connsiteY48" fmla="*/ 244810 h 246382"/>
                <a:gd name="connsiteX49" fmla="*/ 172908 w 609271"/>
                <a:gd name="connsiteY49" fmla="*/ 245491 h 246382"/>
                <a:gd name="connsiteX50" fmla="*/ 171546 w 609271"/>
                <a:gd name="connsiteY50" fmla="*/ 239024 h 246382"/>
                <a:gd name="connsiteX51" fmla="*/ 173588 w 609271"/>
                <a:gd name="connsiteY51" fmla="*/ 234599 h 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9271" h="246382">
                  <a:moveTo>
                    <a:pt x="173588" y="234599"/>
                  </a:moveTo>
                  <a:cubicBezTo>
                    <a:pt x="177333" y="229834"/>
                    <a:pt x="184480" y="226430"/>
                    <a:pt x="188565" y="222686"/>
                  </a:cubicBezTo>
                  <a:cubicBezTo>
                    <a:pt x="194351" y="217240"/>
                    <a:pt x="199797" y="211454"/>
                    <a:pt x="204902" y="205327"/>
                  </a:cubicBezTo>
                  <a:cubicBezTo>
                    <a:pt x="210008" y="198860"/>
                    <a:pt x="214773" y="192393"/>
                    <a:pt x="219198" y="185586"/>
                  </a:cubicBezTo>
                  <a:cubicBezTo>
                    <a:pt x="221581" y="182182"/>
                    <a:pt x="223963" y="178438"/>
                    <a:pt x="226346" y="175034"/>
                  </a:cubicBezTo>
                  <a:cubicBezTo>
                    <a:pt x="227367" y="173333"/>
                    <a:pt x="231451" y="165504"/>
                    <a:pt x="233153" y="165164"/>
                  </a:cubicBezTo>
                  <a:cubicBezTo>
                    <a:pt x="147380" y="181842"/>
                    <a:pt x="74541" y="151889"/>
                    <a:pt x="0" y="120235"/>
                  </a:cubicBezTo>
                  <a:cubicBezTo>
                    <a:pt x="4084" y="114108"/>
                    <a:pt x="14636" y="113087"/>
                    <a:pt x="21443" y="112406"/>
                  </a:cubicBezTo>
                  <a:cubicBezTo>
                    <a:pt x="30633" y="111385"/>
                    <a:pt x="39823" y="112406"/>
                    <a:pt x="49013" y="113768"/>
                  </a:cubicBezTo>
                  <a:cubicBezTo>
                    <a:pt x="61947" y="115470"/>
                    <a:pt x="74881" y="118533"/>
                    <a:pt x="87815" y="117852"/>
                  </a:cubicBezTo>
                  <a:cubicBezTo>
                    <a:pt x="93602" y="117852"/>
                    <a:pt x="99388" y="116150"/>
                    <a:pt x="105174" y="116150"/>
                  </a:cubicBezTo>
                  <a:cubicBezTo>
                    <a:pt x="111301" y="116150"/>
                    <a:pt x="117427" y="116150"/>
                    <a:pt x="123554" y="116150"/>
                  </a:cubicBezTo>
                  <a:cubicBezTo>
                    <a:pt x="135467" y="116150"/>
                    <a:pt x="146699" y="110705"/>
                    <a:pt x="156570" y="104237"/>
                  </a:cubicBezTo>
                  <a:cubicBezTo>
                    <a:pt x="173248" y="93346"/>
                    <a:pt x="186863" y="78029"/>
                    <a:pt x="203541" y="67478"/>
                  </a:cubicBezTo>
                  <a:cubicBezTo>
                    <a:pt x="201158" y="50799"/>
                    <a:pt x="188565" y="42631"/>
                    <a:pt x="181417" y="28675"/>
                  </a:cubicBezTo>
                  <a:cubicBezTo>
                    <a:pt x="179034" y="25612"/>
                    <a:pt x="170865" y="16422"/>
                    <a:pt x="169164" y="13018"/>
                  </a:cubicBezTo>
                  <a:cubicBezTo>
                    <a:pt x="167121" y="8934"/>
                    <a:pt x="163718" y="4509"/>
                    <a:pt x="168143" y="1106"/>
                  </a:cubicBezTo>
                  <a:cubicBezTo>
                    <a:pt x="173929" y="-3660"/>
                    <a:pt x="184480" y="8253"/>
                    <a:pt x="188224" y="12678"/>
                  </a:cubicBezTo>
                  <a:cubicBezTo>
                    <a:pt x="208306" y="30718"/>
                    <a:pt x="225665" y="43992"/>
                    <a:pt x="250512" y="54544"/>
                  </a:cubicBezTo>
                  <a:cubicBezTo>
                    <a:pt x="253575" y="56245"/>
                    <a:pt x="270253" y="64755"/>
                    <a:pt x="273317" y="65776"/>
                  </a:cubicBezTo>
                  <a:cubicBezTo>
                    <a:pt x="288633" y="70541"/>
                    <a:pt x="307354" y="64414"/>
                    <a:pt x="329137" y="65776"/>
                  </a:cubicBezTo>
                  <a:cubicBezTo>
                    <a:pt x="358749" y="67478"/>
                    <a:pt x="389042" y="25952"/>
                    <a:pt x="433971" y="6211"/>
                  </a:cubicBezTo>
                  <a:cubicBezTo>
                    <a:pt x="428525" y="26974"/>
                    <a:pt x="415932" y="34121"/>
                    <a:pt x="408784" y="49098"/>
                  </a:cubicBezTo>
                  <a:cubicBezTo>
                    <a:pt x="400615" y="66456"/>
                    <a:pt x="407763" y="69520"/>
                    <a:pt x="416272" y="69860"/>
                  </a:cubicBezTo>
                  <a:cubicBezTo>
                    <a:pt x="444182" y="71222"/>
                    <a:pt x="472773" y="66456"/>
                    <a:pt x="500003" y="74966"/>
                  </a:cubicBezTo>
                  <a:lnTo>
                    <a:pt x="499662" y="74966"/>
                  </a:lnTo>
                  <a:cubicBezTo>
                    <a:pt x="501024" y="76327"/>
                    <a:pt x="525871" y="78369"/>
                    <a:pt x="525190" y="80412"/>
                  </a:cubicBezTo>
                  <a:cubicBezTo>
                    <a:pt x="517021" y="89602"/>
                    <a:pt x="481963" y="86198"/>
                    <a:pt x="472093" y="85177"/>
                  </a:cubicBezTo>
                  <a:cubicBezTo>
                    <a:pt x="456436" y="83135"/>
                    <a:pt x="441119" y="82113"/>
                    <a:pt x="422058" y="85517"/>
                  </a:cubicBezTo>
                  <a:cubicBezTo>
                    <a:pt x="423420" y="85177"/>
                    <a:pt x="433971" y="97090"/>
                    <a:pt x="435673" y="98451"/>
                  </a:cubicBezTo>
                  <a:cubicBezTo>
                    <a:pt x="440438" y="102195"/>
                    <a:pt x="445544" y="105599"/>
                    <a:pt x="450649" y="108662"/>
                  </a:cubicBezTo>
                  <a:cubicBezTo>
                    <a:pt x="461541" y="114449"/>
                    <a:pt x="472433" y="116150"/>
                    <a:pt x="484686" y="117512"/>
                  </a:cubicBezTo>
                  <a:cubicBezTo>
                    <a:pt x="504087" y="119214"/>
                    <a:pt x="523829" y="119214"/>
                    <a:pt x="543230" y="116831"/>
                  </a:cubicBezTo>
                  <a:cubicBezTo>
                    <a:pt x="560929" y="114789"/>
                    <a:pt x="581011" y="106280"/>
                    <a:pt x="598710" y="111045"/>
                  </a:cubicBezTo>
                  <a:cubicBezTo>
                    <a:pt x="602794" y="112066"/>
                    <a:pt x="608921" y="111726"/>
                    <a:pt x="609261" y="117512"/>
                  </a:cubicBezTo>
                  <a:cubicBezTo>
                    <a:pt x="609602" y="124319"/>
                    <a:pt x="601433" y="119554"/>
                    <a:pt x="598710" y="122958"/>
                  </a:cubicBezTo>
                  <a:cubicBezTo>
                    <a:pt x="558206" y="139296"/>
                    <a:pt x="518383" y="156995"/>
                    <a:pt x="475156" y="165164"/>
                  </a:cubicBezTo>
                  <a:cubicBezTo>
                    <a:pt x="441119" y="171631"/>
                    <a:pt x="406742" y="174354"/>
                    <a:pt x="369982" y="164823"/>
                  </a:cubicBezTo>
                  <a:cubicBezTo>
                    <a:pt x="375087" y="177757"/>
                    <a:pt x="383596" y="184224"/>
                    <a:pt x="390063" y="192053"/>
                  </a:cubicBezTo>
                  <a:cubicBezTo>
                    <a:pt x="403678" y="208050"/>
                    <a:pt x="422739" y="218602"/>
                    <a:pt x="431929" y="238343"/>
                  </a:cubicBezTo>
                  <a:cubicBezTo>
                    <a:pt x="422058" y="234259"/>
                    <a:pt x="412868" y="229153"/>
                    <a:pt x="402998" y="225069"/>
                  </a:cubicBezTo>
                  <a:cubicBezTo>
                    <a:pt x="391425" y="219963"/>
                    <a:pt x="378151" y="217581"/>
                    <a:pt x="365897" y="214177"/>
                  </a:cubicBezTo>
                  <a:cubicBezTo>
                    <a:pt x="360792" y="212815"/>
                    <a:pt x="355686" y="211114"/>
                    <a:pt x="350921" y="209412"/>
                  </a:cubicBezTo>
                  <a:cubicBezTo>
                    <a:pt x="335604" y="203625"/>
                    <a:pt x="323011" y="194095"/>
                    <a:pt x="310077" y="184565"/>
                  </a:cubicBezTo>
                  <a:cubicBezTo>
                    <a:pt x="302589" y="179119"/>
                    <a:pt x="294079" y="179800"/>
                    <a:pt x="286932" y="185586"/>
                  </a:cubicBezTo>
                  <a:cubicBezTo>
                    <a:pt x="282847" y="188649"/>
                    <a:pt x="279784" y="192734"/>
                    <a:pt x="276040" y="196137"/>
                  </a:cubicBezTo>
                  <a:cubicBezTo>
                    <a:pt x="263786" y="208731"/>
                    <a:pt x="247449" y="215538"/>
                    <a:pt x="230771" y="220984"/>
                  </a:cubicBezTo>
                  <a:cubicBezTo>
                    <a:pt x="222602" y="223707"/>
                    <a:pt x="214092" y="225749"/>
                    <a:pt x="206604" y="229834"/>
                  </a:cubicBezTo>
                  <a:cubicBezTo>
                    <a:pt x="197755" y="234599"/>
                    <a:pt x="189245" y="239705"/>
                    <a:pt x="180736" y="244810"/>
                  </a:cubicBezTo>
                  <a:cubicBezTo>
                    <a:pt x="178354" y="246172"/>
                    <a:pt x="174950" y="247193"/>
                    <a:pt x="172908" y="245491"/>
                  </a:cubicBezTo>
                  <a:cubicBezTo>
                    <a:pt x="170865" y="244129"/>
                    <a:pt x="170865" y="241066"/>
                    <a:pt x="171546" y="239024"/>
                  </a:cubicBezTo>
                  <a:cubicBezTo>
                    <a:pt x="171887" y="236641"/>
                    <a:pt x="172567" y="235620"/>
                    <a:pt x="173588" y="23459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DDEE623D-3445-4971-AC7E-80AB5E9AF0E2}"/>
                </a:ext>
              </a:extLst>
            </p:cNvPr>
            <p:cNvSpPr/>
            <p:nvPr/>
          </p:nvSpPr>
          <p:spPr>
            <a:xfrm>
              <a:off x="10725483" y="2395412"/>
              <a:ext cx="148252" cy="120993"/>
            </a:xfrm>
            <a:custGeom>
              <a:avLst/>
              <a:gdLst>
                <a:gd name="connsiteX0" fmla="*/ 88165 w 148252"/>
                <a:gd name="connsiteY0" fmla="*/ 5975 h 120993"/>
                <a:gd name="connsiteX1" fmla="*/ 95313 w 148252"/>
                <a:gd name="connsiteY1" fmla="*/ 37630 h 120993"/>
                <a:gd name="connsiteX2" fmla="*/ 119479 w 148252"/>
                <a:gd name="connsiteY2" fmla="*/ 65200 h 120993"/>
                <a:gd name="connsiteX3" fmla="*/ 135817 w 148252"/>
                <a:gd name="connsiteY3" fmla="*/ 72007 h 120993"/>
                <a:gd name="connsiteX4" fmla="*/ 137178 w 148252"/>
                <a:gd name="connsiteY4" fmla="*/ 107406 h 120993"/>
                <a:gd name="connsiteX5" fmla="*/ 101780 w 148252"/>
                <a:gd name="connsiteY5" fmla="*/ 118978 h 120993"/>
                <a:gd name="connsiteX6" fmla="*/ 19410 w 148252"/>
                <a:gd name="connsiteY6" fmla="*/ 112171 h 120993"/>
                <a:gd name="connsiteX7" fmla="*/ 9 w 148252"/>
                <a:gd name="connsiteY7" fmla="*/ 89026 h 120993"/>
                <a:gd name="connsiteX8" fmla="*/ 17708 w 148252"/>
                <a:gd name="connsiteY8" fmla="*/ 69284 h 120993"/>
                <a:gd name="connsiteX9" fmla="*/ 25877 w 148252"/>
                <a:gd name="connsiteY9" fmla="*/ 65880 h 120993"/>
                <a:gd name="connsiteX10" fmla="*/ 59233 w 148252"/>
                <a:gd name="connsiteY10" fmla="*/ 17888 h 120993"/>
                <a:gd name="connsiteX11" fmla="*/ 58893 w 148252"/>
                <a:gd name="connsiteY11" fmla="*/ 5295 h 120993"/>
                <a:gd name="connsiteX12" fmla="*/ 88165 w 148252"/>
                <a:gd name="connsiteY12" fmla="*/ 5975 h 120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252" h="120993">
                  <a:moveTo>
                    <a:pt x="88165" y="5975"/>
                  </a:moveTo>
                  <a:cubicBezTo>
                    <a:pt x="95313" y="15506"/>
                    <a:pt x="95653" y="26398"/>
                    <a:pt x="95313" y="37630"/>
                  </a:cubicBezTo>
                  <a:cubicBezTo>
                    <a:pt x="97014" y="52266"/>
                    <a:pt x="101780" y="63838"/>
                    <a:pt x="119479" y="65200"/>
                  </a:cubicBezTo>
                  <a:cubicBezTo>
                    <a:pt x="125265" y="65540"/>
                    <a:pt x="130711" y="68944"/>
                    <a:pt x="135817" y="72007"/>
                  </a:cubicBezTo>
                  <a:cubicBezTo>
                    <a:pt x="151814" y="81197"/>
                    <a:pt x="152495" y="97194"/>
                    <a:pt x="137178" y="107406"/>
                  </a:cubicBezTo>
                  <a:cubicBezTo>
                    <a:pt x="126627" y="114213"/>
                    <a:pt x="114033" y="117617"/>
                    <a:pt x="101780" y="118978"/>
                  </a:cubicBezTo>
                  <a:cubicBezTo>
                    <a:pt x="74210" y="121701"/>
                    <a:pt x="45959" y="123403"/>
                    <a:pt x="19410" y="112171"/>
                  </a:cubicBezTo>
                  <a:cubicBezTo>
                    <a:pt x="8859" y="107746"/>
                    <a:pt x="350" y="101279"/>
                    <a:pt x="9" y="89026"/>
                  </a:cubicBezTo>
                  <a:cubicBezTo>
                    <a:pt x="-331" y="77793"/>
                    <a:pt x="8859" y="73028"/>
                    <a:pt x="17708" y="69284"/>
                  </a:cubicBezTo>
                  <a:cubicBezTo>
                    <a:pt x="20431" y="68263"/>
                    <a:pt x="23154" y="66902"/>
                    <a:pt x="25877" y="65880"/>
                  </a:cubicBezTo>
                  <a:cubicBezTo>
                    <a:pt x="59574" y="54308"/>
                    <a:pt x="59574" y="54308"/>
                    <a:pt x="59233" y="17888"/>
                  </a:cubicBezTo>
                  <a:cubicBezTo>
                    <a:pt x="59233" y="13804"/>
                    <a:pt x="59233" y="9719"/>
                    <a:pt x="58893" y="5295"/>
                  </a:cubicBezTo>
                  <a:cubicBezTo>
                    <a:pt x="69104" y="-5597"/>
                    <a:pt x="78635" y="3252"/>
                    <a:pt x="88165" y="597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3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" name="Graphic 416">
            <a:extLst>
              <a:ext uri="{FF2B5EF4-FFF2-40B4-BE49-F238E27FC236}">
                <a16:creationId xmlns:a16="http://schemas.microsoft.com/office/drawing/2014/main" xmlns="" id="{C0CC5CEF-66D0-4DC9-8155-9EF84E1AFB70}"/>
              </a:ext>
            </a:extLst>
          </p:cNvPr>
          <p:cNvGrpSpPr/>
          <p:nvPr/>
        </p:nvGrpSpPr>
        <p:grpSpPr>
          <a:xfrm rot="3600000">
            <a:off x="6784948" y="4444251"/>
            <a:ext cx="345449" cy="432813"/>
            <a:chOff x="7143391" y="1135118"/>
            <a:chExt cx="1546562" cy="1937688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44889E8-7692-44C4-AD37-F2CA7D0201BC}"/>
                </a:ext>
              </a:extLst>
            </p:cNvPr>
            <p:cNvSpPr/>
            <p:nvPr/>
          </p:nvSpPr>
          <p:spPr>
            <a:xfrm>
              <a:off x="7143361" y="1306280"/>
              <a:ext cx="1542974" cy="1765449"/>
            </a:xfrm>
            <a:custGeom>
              <a:avLst/>
              <a:gdLst>
                <a:gd name="connsiteX0" fmla="*/ 1543722 w 1542973"/>
                <a:gd name="connsiteY0" fmla="*/ 1066805 h 1765449"/>
                <a:gd name="connsiteX1" fmla="*/ 1544439 w 1542973"/>
                <a:gd name="connsiteY1" fmla="*/ 1070034 h 1765449"/>
                <a:gd name="connsiteX2" fmla="*/ 1537263 w 1542973"/>
                <a:gd name="connsiteY2" fmla="*/ 1209261 h 1765449"/>
                <a:gd name="connsiteX3" fmla="*/ 1427461 w 1542973"/>
                <a:gd name="connsiteY3" fmla="*/ 1389394 h 1765449"/>
                <a:gd name="connsiteX4" fmla="*/ 1424949 w 1542973"/>
                <a:gd name="connsiteY4" fmla="*/ 1417024 h 1765449"/>
                <a:gd name="connsiteX5" fmla="*/ 1469803 w 1542973"/>
                <a:gd name="connsiteY5" fmla="*/ 1515703 h 1765449"/>
                <a:gd name="connsiteX6" fmla="*/ 1517527 w 1542973"/>
                <a:gd name="connsiteY6" fmla="*/ 1642370 h 1765449"/>
                <a:gd name="connsiteX7" fmla="*/ 1516092 w 1542973"/>
                <a:gd name="connsiteY7" fmla="*/ 1661388 h 1765449"/>
                <a:gd name="connsiteX8" fmla="*/ 1480209 w 1542973"/>
                <a:gd name="connsiteY8" fmla="*/ 1699065 h 1765449"/>
                <a:gd name="connsiteX9" fmla="*/ 1469085 w 1542973"/>
                <a:gd name="connsiteY9" fmla="*/ 1708754 h 1765449"/>
                <a:gd name="connsiteX10" fmla="*/ 1452220 w 1542973"/>
                <a:gd name="connsiteY10" fmla="*/ 1720236 h 1765449"/>
                <a:gd name="connsiteX11" fmla="*/ 1411672 w 1542973"/>
                <a:gd name="connsiteY11" fmla="*/ 1744278 h 1765449"/>
                <a:gd name="connsiteX12" fmla="*/ 1318735 w 1542973"/>
                <a:gd name="connsiteY12" fmla="*/ 1767602 h 1765449"/>
                <a:gd name="connsiteX13" fmla="*/ 1302228 w 1542973"/>
                <a:gd name="connsiteY13" fmla="*/ 1758990 h 1765449"/>
                <a:gd name="connsiteX14" fmla="*/ 1279622 w 1542973"/>
                <a:gd name="connsiteY14" fmla="*/ 1723107 h 1765449"/>
                <a:gd name="connsiteX15" fmla="*/ 1227951 w 1542973"/>
                <a:gd name="connsiteY15" fmla="*/ 1682918 h 1765449"/>
                <a:gd name="connsiteX16" fmla="*/ 1215391 w 1542973"/>
                <a:gd name="connsiteY16" fmla="*/ 1661388 h 1765449"/>
                <a:gd name="connsiteX17" fmla="*/ 1175561 w 1542973"/>
                <a:gd name="connsiteY17" fmla="*/ 1612228 h 1765449"/>
                <a:gd name="connsiteX18" fmla="*/ 1155467 w 1542973"/>
                <a:gd name="connsiteY18" fmla="*/ 1597516 h 1765449"/>
                <a:gd name="connsiteX19" fmla="*/ 1135731 w 1542973"/>
                <a:gd name="connsiteY19" fmla="*/ 1592134 h 1765449"/>
                <a:gd name="connsiteX20" fmla="*/ 1047817 w 1542973"/>
                <a:gd name="connsiteY20" fmla="*/ 1596081 h 1765449"/>
                <a:gd name="connsiteX21" fmla="*/ 1043152 w 1542973"/>
                <a:gd name="connsiteY21" fmla="*/ 1593928 h 1765449"/>
                <a:gd name="connsiteX22" fmla="*/ 983586 w 1542973"/>
                <a:gd name="connsiteY22" fmla="*/ 1583881 h 1765449"/>
                <a:gd name="connsiteX23" fmla="*/ 809195 w 1542973"/>
                <a:gd name="connsiteY23" fmla="*/ 1504938 h 1765449"/>
                <a:gd name="connsiteX24" fmla="*/ 533253 w 1542973"/>
                <a:gd name="connsiteY24" fmla="*/ 1216079 h 1765449"/>
                <a:gd name="connsiteX25" fmla="*/ 198823 w 1542973"/>
                <a:gd name="connsiteY25" fmla="*/ 805217 h 1765449"/>
                <a:gd name="connsiteX26" fmla="*/ 152892 w 1542973"/>
                <a:gd name="connsiteY26" fmla="*/ 761440 h 1765449"/>
                <a:gd name="connsiteX27" fmla="*/ 78256 w 1542973"/>
                <a:gd name="connsiteY27" fmla="*/ 693979 h 1765449"/>
                <a:gd name="connsiteX28" fmla="*/ 19407 w 1542973"/>
                <a:gd name="connsiteY28" fmla="*/ 658814 h 1765449"/>
                <a:gd name="connsiteX29" fmla="*/ 5772 w 1542973"/>
                <a:gd name="connsiteY29" fmla="*/ 657020 h 1765449"/>
                <a:gd name="connsiteX30" fmla="*/ 30 w 1542973"/>
                <a:gd name="connsiteY30" fmla="*/ 649126 h 1765449"/>
                <a:gd name="connsiteX31" fmla="*/ 6489 w 1542973"/>
                <a:gd name="connsiteY31" fmla="*/ 641231 h 1765449"/>
                <a:gd name="connsiteX32" fmla="*/ 24072 w 1542973"/>
                <a:gd name="connsiteY32" fmla="*/ 639078 h 1765449"/>
                <a:gd name="connsiteX33" fmla="*/ 122392 w 1542973"/>
                <a:gd name="connsiteY33" fmla="*/ 661685 h 1765449"/>
                <a:gd name="connsiteX34" fmla="*/ 212458 w 1542973"/>
                <a:gd name="connsiteY34" fmla="*/ 703309 h 1765449"/>
                <a:gd name="connsiteX35" fmla="*/ 227888 w 1542973"/>
                <a:gd name="connsiteY35" fmla="*/ 712280 h 1765449"/>
                <a:gd name="connsiteX36" fmla="*/ 254800 w 1542973"/>
                <a:gd name="connsiteY36" fmla="*/ 727710 h 1765449"/>
                <a:gd name="connsiteX37" fmla="*/ 305037 w 1542973"/>
                <a:gd name="connsiteY37" fmla="*/ 757851 h 1765449"/>
                <a:gd name="connsiteX38" fmla="*/ 367115 w 1542973"/>
                <a:gd name="connsiteY38" fmla="*/ 805576 h 1765449"/>
                <a:gd name="connsiteX39" fmla="*/ 377880 w 1542973"/>
                <a:gd name="connsiteY39" fmla="*/ 814905 h 1765449"/>
                <a:gd name="connsiteX40" fmla="*/ 399768 w 1542973"/>
                <a:gd name="connsiteY40" fmla="*/ 832847 h 1765449"/>
                <a:gd name="connsiteX41" fmla="*/ 502394 w 1542973"/>
                <a:gd name="connsiteY41" fmla="*/ 922196 h 1765449"/>
                <a:gd name="connsiteX42" fmla="*/ 704775 w 1542973"/>
                <a:gd name="connsiteY42" fmla="*/ 1120271 h 1765449"/>
                <a:gd name="connsiteX43" fmla="*/ 1052841 w 1542973"/>
                <a:gd name="connsiteY43" fmla="*/ 1375759 h 1765449"/>
                <a:gd name="connsiteX44" fmla="*/ 1280699 w 1542973"/>
                <a:gd name="connsiteY44" fmla="*/ 1431019 h 1765449"/>
                <a:gd name="connsiteX45" fmla="*/ 1346365 w 1542973"/>
                <a:gd name="connsiteY45" fmla="*/ 1423124 h 1765449"/>
                <a:gd name="connsiteX46" fmla="*/ 1368253 w 1542973"/>
                <a:gd name="connsiteY46" fmla="*/ 1404824 h 1765449"/>
                <a:gd name="connsiteX47" fmla="*/ 1353183 w 1542973"/>
                <a:gd name="connsiteY47" fmla="*/ 1382576 h 1765449"/>
                <a:gd name="connsiteX48" fmla="*/ 1302946 w 1542973"/>
                <a:gd name="connsiteY48" fmla="*/ 1366788 h 1765449"/>
                <a:gd name="connsiteX49" fmla="*/ 1287158 w 1542973"/>
                <a:gd name="connsiteY49" fmla="*/ 1344540 h 1765449"/>
                <a:gd name="connsiteX50" fmla="*/ 1320170 w 1542973"/>
                <a:gd name="connsiteY50" fmla="*/ 1133906 h 1765449"/>
                <a:gd name="connsiteX51" fmla="*/ 1309405 w 1542973"/>
                <a:gd name="connsiteY51" fmla="*/ 1023745 h 1765449"/>
                <a:gd name="connsiteX52" fmla="*/ 1296128 w 1542973"/>
                <a:gd name="connsiteY52" fmla="*/ 960950 h 1765449"/>
                <a:gd name="connsiteX53" fmla="*/ 1293617 w 1542973"/>
                <a:gd name="connsiteY53" fmla="*/ 944443 h 1765449"/>
                <a:gd name="connsiteX54" fmla="*/ 1284287 w 1542973"/>
                <a:gd name="connsiteY54" fmla="*/ 884878 h 1765449"/>
                <a:gd name="connsiteX55" fmla="*/ 1184891 w 1542973"/>
                <a:gd name="connsiteY55" fmla="*/ 538606 h 1765449"/>
                <a:gd name="connsiteX56" fmla="*/ 1154390 w 1542973"/>
                <a:gd name="connsiteY56" fmla="*/ 428444 h 1765449"/>
                <a:gd name="connsiteX57" fmla="*/ 1149366 w 1542973"/>
                <a:gd name="connsiteY57" fmla="*/ 400456 h 1765449"/>
                <a:gd name="connsiteX58" fmla="*/ 1138601 w 1542973"/>
                <a:gd name="connsiteY58" fmla="*/ 361343 h 1765449"/>
                <a:gd name="connsiteX59" fmla="*/ 1139678 w 1542973"/>
                <a:gd name="connsiteY59" fmla="*/ 340172 h 1765449"/>
                <a:gd name="connsiteX60" fmla="*/ 1119225 w 1542973"/>
                <a:gd name="connsiteY60" fmla="*/ 130615 h 1765449"/>
                <a:gd name="connsiteX61" fmla="*/ 1123531 w 1542973"/>
                <a:gd name="connsiteY61" fmla="*/ 72125 h 1765449"/>
                <a:gd name="connsiteX62" fmla="*/ 1142907 w 1542973"/>
                <a:gd name="connsiteY62" fmla="*/ 23683 h 1765449"/>
                <a:gd name="connsiteX63" fmla="*/ 1151519 w 1542973"/>
                <a:gd name="connsiteY63" fmla="*/ 0 h 1765449"/>
                <a:gd name="connsiteX64" fmla="*/ 1157261 w 1542973"/>
                <a:gd name="connsiteY64" fmla="*/ 44495 h 1765449"/>
                <a:gd name="connsiteX65" fmla="*/ 1176638 w 1542973"/>
                <a:gd name="connsiteY65" fmla="*/ 86119 h 1765449"/>
                <a:gd name="connsiteX66" fmla="*/ 1187761 w 1542973"/>
                <a:gd name="connsiteY66" fmla="*/ 141021 h 1765449"/>
                <a:gd name="connsiteX67" fmla="*/ 1271369 w 1542973"/>
                <a:gd name="connsiteY67" fmla="*/ 357037 h 1765449"/>
                <a:gd name="connsiteX68" fmla="*/ 1286799 w 1542973"/>
                <a:gd name="connsiteY68" fmla="*/ 386820 h 1765449"/>
                <a:gd name="connsiteX69" fmla="*/ 1311199 w 1542973"/>
                <a:gd name="connsiteY69" fmla="*/ 433109 h 1765449"/>
                <a:gd name="connsiteX70" fmla="*/ 1319452 w 1542973"/>
                <a:gd name="connsiteY70" fmla="*/ 454639 h 1765449"/>
                <a:gd name="connsiteX71" fmla="*/ 1331653 w 1542973"/>
                <a:gd name="connsiteY71" fmla="*/ 481551 h 1765449"/>
                <a:gd name="connsiteX72" fmla="*/ 1335241 w 1542973"/>
                <a:gd name="connsiteY72" fmla="*/ 504875 h 1765449"/>
                <a:gd name="connsiteX73" fmla="*/ 1410237 w 1542973"/>
                <a:gd name="connsiteY73" fmla="*/ 659890 h 1765449"/>
                <a:gd name="connsiteX74" fmla="*/ 1529010 w 1542973"/>
                <a:gd name="connsiteY74" fmla="*/ 978174 h 1765449"/>
                <a:gd name="connsiteX75" fmla="*/ 1543722 w 1542973"/>
                <a:gd name="connsiteY75" fmla="*/ 1066805 h 176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542973" h="1765449">
                  <a:moveTo>
                    <a:pt x="1543722" y="1066805"/>
                  </a:moveTo>
                  <a:cubicBezTo>
                    <a:pt x="1544081" y="1067881"/>
                    <a:pt x="1544081" y="1068958"/>
                    <a:pt x="1544439" y="1070034"/>
                  </a:cubicBezTo>
                  <a:cubicBezTo>
                    <a:pt x="1545157" y="1116682"/>
                    <a:pt x="1547310" y="1163331"/>
                    <a:pt x="1537263" y="1209261"/>
                  </a:cubicBezTo>
                  <a:cubicBezTo>
                    <a:pt x="1521115" y="1282104"/>
                    <a:pt x="1485950" y="1343105"/>
                    <a:pt x="1427461" y="1389394"/>
                  </a:cubicBezTo>
                  <a:cubicBezTo>
                    <a:pt x="1414543" y="1399800"/>
                    <a:pt x="1415260" y="1405542"/>
                    <a:pt x="1424949" y="1417024"/>
                  </a:cubicBezTo>
                  <a:cubicBezTo>
                    <a:pt x="1448990" y="1445372"/>
                    <a:pt x="1462267" y="1479102"/>
                    <a:pt x="1469803" y="1515703"/>
                  </a:cubicBezTo>
                  <a:cubicBezTo>
                    <a:pt x="1478773" y="1560557"/>
                    <a:pt x="1490256" y="1604334"/>
                    <a:pt x="1517527" y="1642370"/>
                  </a:cubicBezTo>
                  <a:cubicBezTo>
                    <a:pt x="1522910" y="1649547"/>
                    <a:pt x="1521474" y="1654929"/>
                    <a:pt x="1516092" y="1661388"/>
                  </a:cubicBezTo>
                  <a:cubicBezTo>
                    <a:pt x="1505327" y="1675024"/>
                    <a:pt x="1492768" y="1686865"/>
                    <a:pt x="1480209" y="1699065"/>
                  </a:cubicBezTo>
                  <a:cubicBezTo>
                    <a:pt x="1476620" y="1702295"/>
                    <a:pt x="1472673" y="1705524"/>
                    <a:pt x="1469085" y="1708754"/>
                  </a:cubicBezTo>
                  <a:cubicBezTo>
                    <a:pt x="1468367" y="1719878"/>
                    <a:pt x="1460114" y="1719878"/>
                    <a:pt x="1452220" y="1720236"/>
                  </a:cubicBezTo>
                  <a:cubicBezTo>
                    <a:pt x="1438943" y="1728490"/>
                    <a:pt x="1423513" y="1733513"/>
                    <a:pt x="1411672" y="1744278"/>
                  </a:cubicBezTo>
                  <a:cubicBezTo>
                    <a:pt x="1381171" y="1754325"/>
                    <a:pt x="1350312" y="1762579"/>
                    <a:pt x="1318735" y="1767602"/>
                  </a:cubicBezTo>
                  <a:cubicBezTo>
                    <a:pt x="1310123" y="1769037"/>
                    <a:pt x="1305458" y="1766884"/>
                    <a:pt x="1302228" y="1758990"/>
                  </a:cubicBezTo>
                  <a:cubicBezTo>
                    <a:pt x="1296846" y="1745713"/>
                    <a:pt x="1288593" y="1734231"/>
                    <a:pt x="1279622" y="1723107"/>
                  </a:cubicBezTo>
                  <a:cubicBezTo>
                    <a:pt x="1259169" y="1713777"/>
                    <a:pt x="1246610" y="1694401"/>
                    <a:pt x="1227951" y="1682918"/>
                  </a:cubicBezTo>
                  <a:cubicBezTo>
                    <a:pt x="1223286" y="1676100"/>
                    <a:pt x="1215391" y="1671077"/>
                    <a:pt x="1215391" y="1661388"/>
                  </a:cubicBezTo>
                  <a:cubicBezTo>
                    <a:pt x="1202115" y="1644882"/>
                    <a:pt x="1188838" y="1628376"/>
                    <a:pt x="1175561" y="1612228"/>
                  </a:cubicBezTo>
                  <a:cubicBezTo>
                    <a:pt x="1169102" y="1607205"/>
                    <a:pt x="1161567" y="1603257"/>
                    <a:pt x="1155467" y="1597516"/>
                  </a:cubicBezTo>
                  <a:cubicBezTo>
                    <a:pt x="1149725" y="1592134"/>
                    <a:pt x="1143266" y="1592134"/>
                    <a:pt x="1135731" y="1592134"/>
                  </a:cubicBezTo>
                  <a:cubicBezTo>
                    <a:pt x="1106307" y="1592851"/>
                    <a:pt x="1077241" y="1597157"/>
                    <a:pt x="1047817" y="1596081"/>
                  </a:cubicBezTo>
                  <a:cubicBezTo>
                    <a:pt x="1046023" y="1596081"/>
                    <a:pt x="1044588" y="1595363"/>
                    <a:pt x="1043152" y="1593928"/>
                  </a:cubicBezTo>
                  <a:cubicBezTo>
                    <a:pt x="1023417" y="1590698"/>
                    <a:pt x="1003322" y="1588187"/>
                    <a:pt x="983586" y="1583881"/>
                  </a:cubicBezTo>
                  <a:cubicBezTo>
                    <a:pt x="919714" y="1570245"/>
                    <a:pt x="863019" y="1540462"/>
                    <a:pt x="809195" y="1504938"/>
                  </a:cubicBezTo>
                  <a:cubicBezTo>
                    <a:pt x="698316" y="1426713"/>
                    <a:pt x="612555" y="1324446"/>
                    <a:pt x="533253" y="1216079"/>
                  </a:cubicBezTo>
                  <a:cubicBezTo>
                    <a:pt x="428834" y="1073623"/>
                    <a:pt x="322978" y="931884"/>
                    <a:pt x="198823" y="805217"/>
                  </a:cubicBezTo>
                  <a:cubicBezTo>
                    <a:pt x="186623" y="787634"/>
                    <a:pt x="169399" y="774716"/>
                    <a:pt x="152892" y="761440"/>
                  </a:cubicBezTo>
                  <a:cubicBezTo>
                    <a:pt x="135310" y="757492"/>
                    <a:pt x="83638" y="710486"/>
                    <a:pt x="78256" y="693979"/>
                  </a:cubicBezTo>
                  <a:cubicBezTo>
                    <a:pt x="60673" y="678550"/>
                    <a:pt x="40937" y="667426"/>
                    <a:pt x="19407" y="658814"/>
                  </a:cubicBezTo>
                  <a:cubicBezTo>
                    <a:pt x="14742" y="660967"/>
                    <a:pt x="10078" y="659532"/>
                    <a:pt x="5772" y="657020"/>
                  </a:cubicBezTo>
                  <a:cubicBezTo>
                    <a:pt x="2542" y="655226"/>
                    <a:pt x="-328" y="653431"/>
                    <a:pt x="30" y="649126"/>
                  </a:cubicBezTo>
                  <a:cubicBezTo>
                    <a:pt x="748" y="645178"/>
                    <a:pt x="2901" y="642667"/>
                    <a:pt x="6489" y="641231"/>
                  </a:cubicBezTo>
                  <a:cubicBezTo>
                    <a:pt x="12231" y="638719"/>
                    <a:pt x="17972" y="638361"/>
                    <a:pt x="24072" y="639078"/>
                  </a:cubicBezTo>
                  <a:cubicBezTo>
                    <a:pt x="57802" y="643025"/>
                    <a:pt x="90815" y="648767"/>
                    <a:pt x="122392" y="661685"/>
                  </a:cubicBezTo>
                  <a:cubicBezTo>
                    <a:pt x="152892" y="674603"/>
                    <a:pt x="184470" y="685367"/>
                    <a:pt x="212458" y="703309"/>
                  </a:cubicBezTo>
                  <a:cubicBezTo>
                    <a:pt x="217482" y="706539"/>
                    <a:pt x="223223" y="708333"/>
                    <a:pt x="227888" y="712280"/>
                  </a:cubicBezTo>
                  <a:cubicBezTo>
                    <a:pt x="234347" y="721968"/>
                    <a:pt x="245471" y="723045"/>
                    <a:pt x="254800" y="727710"/>
                  </a:cubicBezTo>
                  <a:cubicBezTo>
                    <a:pt x="272024" y="736680"/>
                    <a:pt x="288172" y="748163"/>
                    <a:pt x="305037" y="757851"/>
                  </a:cubicBezTo>
                  <a:cubicBezTo>
                    <a:pt x="324414" y="775793"/>
                    <a:pt x="346661" y="789429"/>
                    <a:pt x="367115" y="805576"/>
                  </a:cubicBezTo>
                  <a:cubicBezTo>
                    <a:pt x="370703" y="808447"/>
                    <a:pt x="375727" y="810241"/>
                    <a:pt x="377880" y="814905"/>
                  </a:cubicBezTo>
                  <a:cubicBezTo>
                    <a:pt x="382544" y="823876"/>
                    <a:pt x="392233" y="827106"/>
                    <a:pt x="399768" y="832847"/>
                  </a:cubicBezTo>
                  <a:cubicBezTo>
                    <a:pt x="435651" y="860477"/>
                    <a:pt x="469023" y="891337"/>
                    <a:pt x="502394" y="922196"/>
                  </a:cubicBezTo>
                  <a:cubicBezTo>
                    <a:pt x="571648" y="986068"/>
                    <a:pt x="636956" y="1054605"/>
                    <a:pt x="704775" y="1120271"/>
                  </a:cubicBezTo>
                  <a:cubicBezTo>
                    <a:pt x="809195" y="1221102"/>
                    <a:pt x="921150" y="1312245"/>
                    <a:pt x="1052841" y="1375759"/>
                  </a:cubicBezTo>
                  <a:cubicBezTo>
                    <a:pt x="1124607" y="1410565"/>
                    <a:pt x="1199962" y="1432454"/>
                    <a:pt x="1280699" y="1431019"/>
                  </a:cubicBezTo>
                  <a:cubicBezTo>
                    <a:pt x="1302587" y="1430660"/>
                    <a:pt x="1324835" y="1428507"/>
                    <a:pt x="1346365" y="1423124"/>
                  </a:cubicBezTo>
                  <a:cubicBezTo>
                    <a:pt x="1356412" y="1420612"/>
                    <a:pt x="1366459" y="1416306"/>
                    <a:pt x="1368253" y="1404824"/>
                  </a:cubicBezTo>
                  <a:cubicBezTo>
                    <a:pt x="1370048" y="1393341"/>
                    <a:pt x="1361436" y="1387600"/>
                    <a:pt x="1353183" y="1382576"/>
                  </a:cubicBezTo>
                  <a:cubicBezTo>
                    <a:pt x="1337753" y="1372888"/>
                    <a:pt x="1321964" y="1365711"/>
                    <a:pt x="1302946" y="1366788"/>
                  </a:cubicBezTo>
                  <a:cubicBezTo>
                    <a:pt x="1286440" y="1367864"/>
                    <a:pt x="1280699" y="1359611"/>
                    <a:pt x="1287158" y="1344540"/>
                  </a:cubicBezTo>
                  <a:cubicBezTo>
                    <a:pt x="1315864" y="1277080"/>
                    <a:pt x="1321964" y="1206031"/>
                    <a:pt x="1320170" y="1133906"/>
                  </a:cubicBezTo>
                  <a:cubicBezTo>
                    <a:pt x="1319094" y="1096947"/>
                    <a:pt x="1316582" y="1059628"/>
                    <a:pt x="1309405" y="1023745"/>
                  </a:cubicBezTo>
                  <a:cubicBezTo>
                    <a:pt x="1305099" y="1002933"/>
                    <a:pt x="1297923" y="982480"/>
                    <a:pt x="1296128" y="960950"/>
                  </a:cubicBezTo>
                  <a:cubicBezTo>
                    <a:pt x="1295411" y="955567"/>
                    <a:pt x="1293617" y="949826"/>
                    <a:pt x="1293617" y="944443"/>
                  </a:cubicBezTo>
                  <a:cubicBezTo>
                    <a:pt x="1296487" y="923631"/>
                    <a:pt x="1288593" y="904613"/>
                    <a:pt x="1284287" y="884878"/>
                  </a:cubicBezTo>
                  <a:cubicBezTo>
                    <a:pt x="1258092" y="767540"/>
                    <a:pt x="1215750" y="654508"/>
                    <a:pt x="1184891" y="538606"/>
                  </a:cubicBezTo>
                  <a:cubicBezTo>
                    <a:pt x="1175202" y="501646"/>
                    <a:pt x="1162643" y="465763"/>
                    <a:pt x="1154390" y="428444"/>
                  </a:cubicBezTo>
                  <a:cubicBezTo>
                    <a:pt x="1156543" y="418397"/>
                    <a:pt x="1148649" y="410144"/>
                    <a:pt x="1149366" y="400456"/>
                  </a:cubicBezTo>
                  <a:cubicBezTo>
                    <a:pt x="1150084" y="386102"/>
                    <a:pt x="1137525" y="375696"/>
                    <a:pt x="1138601" y="361343"/>
                  </a:cubicBezTo>
                  <a:cubicBezTo>
                    <a:pt x="1136807" y="354166"/>
                    <a:pt x="1139678" y="347349"/>
                    <a:pt x="1139678" y="340172"/>
                  </a:cubicBezTo>
                  <a:cubicBezTo>
                    <a:pt x="1124607" y="271276"/>
                    <a:pt x="1119942" y="201304"/>
                    <a:pt x="1119225" y="130615"/>
                  </a:cubicBezTo>
                  <a:cubicBezTo>
                    <a:pt x="1118866" y="110879"/>
                    <a:pt x="1126042" y="91861"/>
                    <a:pt x="1123531" y="72125"/>
                  </a:cubicBezTo>
                  <a:cubicBezTo>
                    <a:pt x="1126401" y="54542"/>
                    <a:pt x="1127119" y="36242"/>
                    <a:pt x="1142907" y="23683"/>
                  </a:cubicBezTo>
                  <a:cubicBezTo>
                    <a:pt x="1147572" y="16865"/>
                    <a:pt x="1144343" y="7535"/>
                    <a:pt x="1151519" y="0"/>
                  </a:cubicBezTo>
                  <a:cubicBezTo>
                    <a:pt x="1156543" y="15071"/>
                    <a:pt x="1149366" y="30859"/>
                    <a:pt x="1157261" y="44495"/>
                  </a:cubicBezTo>
                  <a:cubicBezTo>
                    <a:pt x="1171255" y="54901"/>
                    <a:pt x="1169461" y="72484"/>
                    <a:pt x="1176638" y="86119"/>
                  </a:cubicBezTo>
                  <a:cubicBezTo>
                    <a:pt x="1172690" y="105855"/>
                    <a:pt x="1183097" y="123079"/>
                    <a:pt x="1187761" y="141021"/>
                  </a:cubicBezTo>
                  <a:cubicBezTo>
                    <a:pt x="1206779" y="216375"/>
                    <a:pt x="1238357" y="287065"/>
                    <a:pt x="1271369" y="357037"/>
                  </a:cubicBezTo>
                  <a:cubicBezTo>
                    <a:pt x="1276034" y="367084"/>
                    <a:pt x="1278187" y="378926"/>
                    <a:pt x="1286799" y="386820"/>
                  </a:cubicBezTo>
                  <a:cubicBezTo>
                    <a:pt x="1292899" y="403326"/>
                    <a:pt x="1304381" y="417321"/>
                    <a:pt x="1311199" y="433109"/>
                  </a:cubicBezTo>
                  <a:cubicBezTo>
                    <a:pt x="1310482" y="441721"/>
                    <a:pt x="1319811" y="446386"/>
                    <a:pt x="1319452" y="454639"/>
                  </a:cubicBezTo>
                  <a:cubicBezTo>
                    <a:pt x="1320888" y="464686"/>
                    <a:pt x="1327706" y="472581"/>
                    <a:pt x="1331653" y="481551"/>
                  </a:cubicBezTo>
                  <a:cubicBezTo>
                    <a:pt x="1335241" y="489446"/>
                    <a:pt x="1336317" y="496622"/>
                    <a:pt x="1335241" y="504875"/>
                  </a:cubicBezTo>
                  <a:cubicBezTo>
                    <a:pt x="1360359" y="556547"/>
                    <a:pt x="1384760" y="608219"/>
                    <a:pt x="1410237" y="659890"/>
                  </a:cubicBezTo>
                  <a:cubicBezTo>
                    <a:pt x="1460473" y="762157"/>
                    <a:pt x="1503533" y="866936"/>
                    <a:pt x="1529010" y="978174"/>
                  </a:cubicBezTo>
                  <a:cubicBezTo>
                    <a:pt x="1536545" y="1006521"/>
                    <a:pt x="1539416" y="1037022"/>
                    <a:pt x="1543722" y="1066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xmlns="" id="{5A41A5D5-9C6E-420D-878A-EB31D159A828}"/>
                </a:ext>
              </a:extLst>
            </p:cNvPr>
            <p:cNvSpPr/>
            <p:nvPr/>
          </p:nvSpPr>
          <p:spPr>
            <a:xfrm>
              <a:off x="7358824" y="1135088"/>
              <a:ext cx="434186" cy="358831"/>
            </a:xfrm>
            <a:custGeom>
              <a:avLst/>
              <a:gdLst>
                <a:gd name="connsiteX0" fmla="*/ 132275 w 434185"/>
                <a:gd name="connsiteY0" fmla="*/ 350608 h 358831"/>
                <a:gd name="connsiteX1" fmla="*/ 144475 w 434185"/>
                <a:gd name="connsiteY1" fmla="*/ 333025 h 358831"/>
                <a:gd name="connsiteX2" fmla="*/ 232030 w 434185"/>
                <a:gd name="connsiteY2" fmla="*/ 250135 h 358831"/>
                <a:gd name="connsiteX3" fmla="*/ 372691 w 434185"/>
                <a:gd name="connsiteY3" fmla="*/ 213175 h 358831"/>
                <a:gd name="connsiteX4" fmla="*/ 403192 w 434185"/>
                <a:gd name="connsiteY4" fmla="*/ 192722 h 358831"/>
                <a:gd name="connsiteX5" fmla="*/ 415751 w 434185"/>
                <a:gd name="connsiteY5" fmla="*/ 175498 h 358831"/>
                <a:gd name="connsiteX6" fmla="*/ 430463 w 434185"/>
                <a:gd name="connsiteY6" fmla="*/ 158274 h 358831"/>
                <a:gd name="connsiteX7" fmla="*/ 436563 w 434185"/>
                <a:gd name="connsiteY7" fmla="*/ 141409 h 358831"/>
                <a:gd name="connsiteX8" fmla="*/ 338961 w 434185"/>
                <a:gd name="connsiteY8" fmla="*/ 101579 h 358831"/>
                <a:gd name="connsiteX9" fmla="*/ 308819 w 434185"/>
                <a:gd name="connsiteY9" fmla="*/ 120956 h 358831"/>
                <a:gd name="connsiteX10" fmla="*/ 271501 w 434185"/>
                <a:gd name="connsiteY10" fmla="*/ 135309 h 358831"/>
                <a:gd name="connsiteX11" fmla="*/ 291596 w 434185"/>
                <a:gd name="connsiteY11" fmla="*/ 104450 h 358831"/>
                <a:gd name="connsiteX12" fmla="*/ 299490 w 434185"/>
                <a:gd name="connsiteY12" fmla="*/ 78255 h 358831"/>
                <a:gd name="connsiteX13" fmla="*/ 284419 w 434185"/>
                <a:gd name="connsiteY13" fmla="*/ 9718 h 358831"/>
                <a:gd name="connsiteX14" fmla="*/ 260018 w 434185"/>
                <a:gd name="connsiteY14" fmla="*/ 9718 h 358831"/>
                <a:gd name="connsiteX15" fmla="*/ 174617 w 434185"/>
                <a:gd name="connsiteY15" fmla="*/ 32325 h 358831"/>
                <a:gd name="connsiteX16" fmla="*/ 96391 w 434185"/>
                <a:gd name="connsiteY16" fmla="*/ 24789 h 358831"/>
                <a:gd name="connsiteX17" fmla="*/ 77732 w 434185"/>
                <a:gd name="connsiteY17" fmla="*/ 53496 h 358831"/>
                <a:gd name="connsiteX18" fmla="*/ 79885 w 434185"/>
                <a:gd name="connsiteY18" fmla="*/ 89020 h 358831"/>
                <a:gd name="connsiteX19" fmla="*/ 59432 w 434185"/>
                <a:gd name="connsiteY19" fmla="*/ 128491 h 358831"/>
                <a:gd name="connsiteX20" fmla="*/ 11348 w 434185"/>
                <a:gd name="connsiteY20" fmla="*/ 142486 h 358831"/>
                <a:gd name="connsiteX21" fmla="*/ 1660 w 434185"/>
                <a:gd name="connsiteY21" fmla="*/ 159710 h 358831"/>
                <a:gd name="connsiteX22" fmla="*/ 45437 w 434185"/>
                <a:gd name="connsiteY22" fmla="*/ 206716 h 358831"/>
                <a:gd name="connsiteX23" fmla="*/ 66967 w 434185"/>
                <a:gd name="connsiteY23" fmla="*/ 216046 h 358831"/>
                <a:gd name="connsiteX24" fmla="*/ 113615 w 434185"/>
                <a:gd name="connsiteY24" fmla="*/ 217840 h 358831"/>
                <a:gd name="connsiteX25" fmla="*/ 126533 w 434185"/>
                <a:gd name="connsiteY25" fmla="*/ 225376 h 358831"/>
                <a:gd name="connsiteX26" fmla="*/ 114333 w 434185"/>
                <a:gd name="connsiteY26" fmla="*/ 233270 h 358831"/>
                <a:gd name="connsiteX27" fmla="*/ 55126 w 434185"/>
                <a:gd name="connsiteY27" fmla="*/ 253364 h 358831"/>
                <a:gd name="connsiteX28" fmla="*/ 25343 w 434185"/>
                <a:gd name="connsiteY28" fmla="*/ 321184 h 358831"/>
                <a:gd name="connsiteX29" fmla="*/ 43643 w 434185"/>
                <a:gd name="connsiteY29" fmla="*/ 337331 h 358831"/>
                <a:gd name="connsiteX30" fmla="*/ 106080 w 434185"/>
                <a:gd name="connsiteY30" fmla="*/ 356349 h 358831"/>
                <a:gd name="connsiteX31" fmla="*/ 132275 w 434185"/>
                <a:gd name="connsiteY31" fmla="*/ 350608 h 3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34185" h="358831">
                  <a:moveTo>
                    <a:pt x="132275" y="350608"/>
                  </a:moveTo>
                  <a:cubicBezTo>
                    <a:pt x="136222" y="344866"/>
                    <a:pt x="140528" y="338766"/>
                    <a:pt x="144475" y="333025"/>
                  </a:cubicBezTo>
                  <a:cubicBezTo>
                    <a:pt x="168158" y="299295"/>
                    <a:pt x="196505" y="270230"/>
                    <a:pt x="232030" y="250135"/>
                  </a:cubicBezTo>
                  <a:cubicBezTo>
                    <a:pt x="275448" y="225735"/>
                    <a:pt x="323173" y="214611"/>
                    <a:pt x="372691" y="213175"/>
                  </a:cubicBezTo>
                  <a:cubicBezTo>
                    <a:pt x="387762" y="212817"/>
                    <a:pt x="399604" y="210305"/>
                    <a:pt x="403192" y="192722"/>
                  </a:cubicBezTo>
                  <a:cubicBezTo>
                    <a:pt x="404627" y="185545"/>
                    <a:pt x="410369" y="180522"/>
                    <a:pt x="415751" y="175498"/>
                  </a:cubicBezTo>
                  <a:cubicBezTo>
                    <a:pt x="420416" y="169398"/>
                    <a:pt x="422569" y="161863"/>
                    <a:pt x="430463" y="158274"/>
                  </a:cubicBezTo>
                  <a:cubicBezTo>
                    <a:pt x="436922" y="155045"/>
                    <a:pt x="438716" y="148227"/>
                    <a:pt x="436563" y="141409"/>
                  </a:cubicBezTo>
                  <a:cubicBezTo>
                    <a:pt x="421134" y="91890"/>
                    <a:pt x="377715" y="78255"/>
                    <a:pt x="338961" y="101579"/>
                  </a:cubicBezTo>
                  <a:cubicBezTo>
                    <a:pt x="328914" y="107679"/>
                    <a:pt x="319584" y="115573"/>
                    <a:pt x="308819" y="120956"/>
                  </a:cubicBezTo>
                  <a:cubicBezTo>
                    <a:pt x="297696" y="126697"/>
                    <a:pt x="287290" y="134950"/>
                    <a:pt x="271501" y="135309"/>
                  </a:cubicBezTo>
                  <a:cubicBezTo>
                    <a:pt x="275807" y="122032"/>
                    <a:pt x="284778" y="113779"/>
                    <a:pt x="291596" y="104450"/>
                  </a:cubicBezTo>
                  <a:cubicBezTo>
                    <a:pt x="297696" y="96555"/>
                    <a:pt x="300566" y="88302"/>
                    <a:pt x="299490" y="78255"/>
                  </a:cubicBezTo>
                  <a:cubicBezTo>
                    <a:pt x="307743" y="52419"/>
                    <a:pt x="300566" y="30530"/>
                    <a:pt x="284419" y="9718"/>
                  </a:cubicBezTo>
                  <a:cubicBezTo>
                    <a:pt x="275448" y="-1764"/>
                    <a:pt x="270066" y="-4635"/>
                    <a:pt x="260018" y="9718"/>
                  </a:cubicBezTo>
                  <a:cubicBezTo>
                    <a:pt x="240283" y="38425"/>
                    <a:pt x="216959" y="56007"/>
                    <a:pt x="174617" y="32325"/>
                  </a:cubicBezTo>
                  <a:cubicBezTo>
                    <a:pt x="150216" y="18330"/>
                    <a:pt x="123663" y="16895"/>
                    <a:pt x="96391" y="24789"/>
                  </a:cubicBezTo>
                  <a:cubicBezTo>
                    <a:pt x="81321" y="29095"/>
                    <a:pt x="74503" y="37707"/>
                    <a:pt x="77732" y="53496"/>
                  </a:cubicBezTo>
                  <a:cubicBezTo>
                    <a:pt x="80244" y="65337"/>
                    <a:pt x="80962" y="77178"/>
                    <a:pt x="79885" y="89020"/>
                  </a:cubicBezTo>
                  <a:cubicBezTo>
                    <a:pt x="83474" y="111985"/>
                    <a:pt x="80244" y="118444"/>
                    <a:pt x="59432" y="128491"/>
                  </a:cubicBezTo>
                  <a:cubicBezTo>
                    <a:pt x="44002" y="135668"/>
                    <a:pt x="27855" y="139974"/>
                    <a:pt x="11348" y="142486"/>
                  </a:cubicBezTo>
                  <a:cubicBezTo>
                    <a:pt x="-134" y="144280"/>
                    <a:pt x="-1928" y="149303"/>
                    <a:pt x="1660" y="159710"/>
                  </a:cubicBezTo>
                  <a:cubicBezTo>
                    <a:pt x="9195" y="181957"/>
                    <a:pt x="24266" y="197028"/>
                    <a:pt x="45437" y="206716"/>
                  </a:cubicBezTo>
                  <a:cubicBezTo>
                    <a:pt x="49743" y="216046"/>
                    <a:pt x="58355" y="215687"/>
                    <a:pt x="66967" y="216046"/>
                  </a:cubicBezTo>
                  <a:cubicBezTo>
                    <a:pt x="82397" y="216764"/>
                    <a:pt x="98186" y="214970"/>
                    <a:pt x="113615" y="217840"/>
                  </a:cubicBezTo>
                  <a:cubicBezTo>
                    <a:pt x="118639" y="218917"/>
                    <a:pt x="126174" y="218917"/>
                    <a:pt x="126533" y="225376"/>
                  </a:cubicBezTo>
                  <a:cubicBezTo>
                    <a:pt x="126892" y="232193"/>
                    <a:pt x="119357" y="232193"/>
                    <a:pt x="114333" y="233270"/>
                  </a:cubicBezTo>
                  <a:cubicBezTo>
                    <a:pt x="93880" y="237935"/>
                    <a:pt x="73785" y="244035"/>
                    <a:pt x="55126" y="253364"/>
                  </a:cubicBezTo>
                  <a:cubicBezTo>
                    <a:pt x="25702" y="268077"/>
                    <a:pt x="16731" y="289248"/>
                    <a:pt x="25343" y="321184"/>
                  </a:cubicBezTo>
                  <a:cubicBezTo>
                    <a:pt x="28214" y="331231"/>
                    <a:pt x="32878" y="337331"/>
                    <a:pt x="43643" y="337331"/>
                  </a:cubicBezTo>
                  <a:cubicBezTo>
                    <a:pt x="66608" y="337331"/>
                    <a:pt x="87062" y="344508"/>
                    <a:pt x="106080" y="356349"/>
                  </a:cubicBezTo>
                  <a:cubicBezTo>
                    <a:pt x="116486" y="363167"/>
                    <a:pt x="125457" y="360655"/>
                    <a:pt x="132275" y="35060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xmlns="" id="{CA1A3379-4DAB-4710-ABD8-C22E98F5A300}"/>
                </a:ext>
              </a:extLst>
            </p:cNvPr>
            <p:cNvSpPr/>
            <p:nvPr/>
          </p:nvSpPr>
          <p:spPr>
            <a:xfrm>
              <a:off x="7874716" y="1549785"/>
              <a:ext cx="175827" cy="172239"/>
            </a:xfrm>
            <a:custGeom>
              <a:avLst/>
              <a:gdLst>
                <a:gd name="connsiteX0" fmla="*/ 56668 w 175827"/>
                <a:gd name="connsiteY0" fmla="*/ 37819 h 172238"/>
                <a:gd name="connsiteX1" fmla="*/ 14326 w 175827"/>
                <a:gd name="connsiteY1" fmla="*/ 53966 h 172238"/>
                <a:gd name="connsiteX2" fmla="*/ 4997 w 175827"/>
                <a:gd name="connsiteY2" fmla="*/ 85544 h 172238"/>
                <a:gd name="connsiteX3" fmla="*/ 18991 w 175827"/>
                <a:gd name="connsiteY3" fmla="*/ 111738 h 172238"/>
                <a:gd name="connsiteX4" fmla="*/ 49851 w 175827"/>
                <a:gd name="connsiteY4" fmla="*/ 161616 h 172238"/>
                <a:gd name="connsiteX5" fmla="*/ 70304 w 175827"/>
                <a:gd name="connsiteY5" fmla="*/ 173457 h 172238"/>
                <a:gd name="connsiteX6" fmla="*/ 73534 w 175827"/>
                <a:gd name="connsiteY6" fmla="*/ 172381 h 172238"/>
                <a:gd name="connsiteX7" fmla="*/ 149606 w 175827"/>
                <a:gd name="connsiteY7" fmla="*/ 137215 h 172238"/>
                <a:gd name="connsiteX8" fmla="*/ 153194 w 175827"/>
                <a:gd name="connsiteY8" fmla="*/ 123221 h 172238"/>
                <a:gd name="connsiteX9" fmla="*/ 177953 w 175827"/>
                <a:gd name="connsiteY9" fmla="*/ 76573 h 172238"/>
                <a:gd name="connsiteX10" fmla="*/ 152117 w 175827"/>
                <a:gd name="connsiteY10" fmla="*/ 8036 h 172238"/>
                <a:gd name="connsiteX11" fmla="*/ 129870 w 175827"/>
                <a:gd name="connsiteY11" fmla="*/ 3371 h 172238"/>
                <a:gd name="connsiteX12" fmla="*/ 67075 w 175827"/>
                <a:gd name="connsiteY12" fmla="*/ 37101 h 172238"/>
                <a:gd name="connsiteX13" fmla="*/ 56668 w 175827"/>
                <a:gd name="connsiteY13" fmla="*/ 37819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827" h="172238">
                  <a:moveTo>
                    <a:pt x="56668" y="37819"/>
                  </a:moveTo>
                  <a:cubicBezTo>
                    <a:pt x="43033" y="44278"/>
                    <a:pt x="27603" y="46790"/>
                    <a:pt x="14326" y="53966"/>
                  </a:cubicBezTo>
                  <a:cubicBezTo>
                    <a:pt x="-1462" y="62219"/>
                    <a:pt x="-3615" y="70114"/>
                    <a:pt x="4997" y="85544"/>
                  </a:cubicBezTo>
                  <a:cubicBezTo>
                    <a:pt x="9662" y="94155"/>
                    <a:pt x="18991" y="100614"/>
                    <a:pt x="18991" y="111738"/>
                  </a:cubicBezTo>
                  <a:cubicBezTo>
                    <a:pt x="27962" y="129321"/>
                    <a:pt x="39086" y="145468"/>
                    <a:pt x="49851" y="161616"/>
                  </a:cubicBezTo>
                  <a:cubicBezTo>
                    <a:pt x="54515" y="168792"/>
                    <a:pt x="60616" y="174534"/>
                    <a:pt x="70304" y="173457"/>
                  </a:cubicBezTo>
                  <a:cubicBezTo>
                    <a:pt x="71380" y="173098"/>
                    <a:pt x="72457" y="172739"/>
                    <a:pt x="73534" y="172381"/>
                  </a:cubicBezTo>
                  <a:cubicBezTo>
                    <a:pt x="104034" y="171663"/>
                    <a:pt x="126641" y="154080"/>
                    <a:pt x="149606" y="137215"/>
                  </a:cubicBezTo>
                  <a:cubicBezTo>
                    <a:pt x="154629" y="133627"/>
                    <a:pt x="155347" y="128603"/>
                    <a:pt x="153194" y="123221"/>
                  </a:cubicBezTo>
                  <a:cubicBezTo>
                    <a:pt x="163959" y="108868"/>
                    <a:pt x="173289" y="94155"/>
                    <a:pt x="177953" y="76573"/>
                  </a:cubicBezTo>
                  <a:cubicBezTo>
                    <a:pt x="179389" y="50019"/>
                    <a:pt x="166112" y="28848"/>
                    <a:pt x="152117" y="8036"/>
                  </a:cubicBezTo>
                  <a:cubicBezTo>
                    <a:pt x="145659" y="-1294"/>
                    <a:pt x="139558" y="-2011"/>
                    <a:pt x="129870" y="3371"/>
                  </a:cubicBezTo>
                  <a:cubicBezTo>
                    <a:pt x="109058" y="14854"/>
                    <a:pt x="89681" y="28489"/>
                    <a:pt x="67075" y="37101"/>
                  </a:cubicBezTo>
                  <a:cubicBezTo>
                    <a:pt x="63845" y="39254"/>
                    <a:pt x="60257" y="36025"/>
                    <a:pt x="56668" y="3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13390B80-3CA1-4F3D-90D4-0F7B43A3AB75}"/>
                </a:ext>
              </a:extLst>
            </p:cNvPr>
            <p:cNvSpPr/>
            <p:nvPr/>
          </p:nvSpPr>
          <p:spPr>
            <a:xfrm>
              <a:off x="7629099" y="1501105"/>
              <a:ext cx="172239" cy="157886"/>
            </a:xfrm>
            <a:custGeom>
              <a:avLst/>
              <a:gdLst>
                <a:gd name="connsiteX0" fmla="*/ 22038 w 172238"/>
                <a:gd name="connsiteY0" fmla="*/ 103364 h 157885"/>
                <a:gd name="connsiteX1" fmla="*/ 40698 w 172238"/>
                <a:gd name="connsiteY1" fmla="*/ 144988 h 157885"/>
                <a:gd name="connsiteX2" fmla="*/ 73351 w 172238"/>
                <a:gd name="connsiteY2" fmla="*/ 157189 h 157885"/>
                <a:gd name="connsiteX3" fmla="*/ 91293 w 172238"/>
                <a:gd name="connsiteY3" fmla="*/ 150730 h 157885"/>
                <a:gd name="connsiteX4" fmla="*/ 164135 w 172238"/>
                <a:gd name="connsiteY4" fmla="*/ 90446 h 157885"/>
                <a:gd name="connsiteX5" fmla="*/ 169518 w 172238"/>
                <a:gd name="connsiteY5" fmla="*/ 67840 h 157885"/>
                <a:gd name="connsiteX6" fmla="*/ 167006 w 172238"/>
                <a:gd name="connsiteY6" fmla="*/ 34109 h 157885"/>
                <a:gd name="connsiteX7" fmla="*/ 155523 w 172238"/>
                <a:gd name="connsiteY7" fmla="*/ 16168 h 157885"/>
                <a:gd name="connsiteX8" fmla="*/ 126817 w 172238"/>
                <a:gd name="connsiteY8" fmla="*/ 21 h 157885"/>
                <a:gd name="connsiteX9" fmla="*/ 13068 w 172238"/>
                <a:gd name="connsiteY9" fmla="*/ 36980 h 157885"/>
                <a:gd name="connsiteX10" fmla="*/ 4814 w 172238"/>
                <a:gd name="connsiteY10" fmla="*/ 67122 h 157885"/>
                <a:gd name="connsiteX11" fmla="*/ 23115 w 172238"/>
                <a:gd name="connsiteY11" fmla="*/ 96187 h 157885"/>
                <a:gd name="connsiteX12" fmla="*/ 22038 w 172238"/>
                <a:gd name="connsiteY12" fmla="*/ 103364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2238" h="157885">
                  <a:moveTo>
                    <a:pt x="22038" y="103364"/>
                  </a:moveTo>
                  <a:cubicBezTo>
                    <a:pt x="24191" y="119152"/>
                    <a:pt x="37109" y="129917"/>
                    <a:pt x="40698" y="144988"/>
                  </a:cubicBezTo>
                  <a:cubicBezTo>
                    <a:pt x="51462" y="161853"/>
                    <a:pt x="55051" y="163289"/>
                    <a:pt x="73351" y="157189"/>
                  </a:cubicBezTo>
                  <a:cubicBezTo>
                    <a:pt x="79451" y="155036"/>
                    <a:pt x="85193" y="152524"/>
                    <a:pt x="91293" y="150730"/>
                  </a:cubicBezTo>
                  <a:cubicBezTo>
                    <a:pt x="117487" y="132788"/>
                    <a:pt x="143682" y="114846"/>
                    <a:pt x="164135" y="90446"/>
                  </a:cubicBezTo>
                  <a:cubicBezTo>
                    <a:pt x="168800" y="83628"/>
                    <a:pt x="165571" y="75016"/>
                    <a:pt x="169518" y="67840"/>
                  </a:cubicBezTo>
                  <a:cubicBezTo>
                    <a:pt x="176695" y="55998"/>
                    <a:pt x="175977" y="44874"/>
                    <a:pt x="167006" y="34109"/>
                  </a:cubicBezTo>
                  <a:cubicBezTo>
                    <a:pt x="162341" y="28727"/>
                    <a:pt x="158753" y="22268"/>
                    <a:pt x="155523" y="16168"/>
                  </a:cubicBezTo>
                  <a:cubicBezTo>
                    <a:pt x="149423" y="3968"/>
                    <a:pt x="140453" y="-338"/>
                    <a:pt x="126817" y="21"/>
                  </a:cubicBezTo>
                  <a:cubicBezTo>
                    <a:pt x="85193" y="1815"/>
                    <a:pt x="47874" y="14374"/>
                    <a:pt x="13068" y="36980"/>
                  </a:cubicBezTo>
                  <a:cubicBezTo>
                    <a:pt x="508" y="45233"/>
                    <a:pt x="-4515" y="53845"/>
                    <a:pt x="4814" y="67122"/>
                  </a:cubicBezTo>
                  <a:cubicBezTo>
                    <a:pt x="12709" y="75734"/>
                    <a:pt x="18091" y="85781"/>
                    <a:pt x="23115" y="96187"/>
                  </a:cubicBezTo>
                  <a:cubicBezTo>
                    <a:pt x="22038" y="98340"/>
                    <a:pt x="21321" y="100852"/>
                    <a:pt x="22038" y="10336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64A20958-86CC-45D5-92C3-63B9A2A2A80E}"/>
                </a:ext>
              </a:extLst>
            </p:cNvPr>
            <p:cNvSpPr/>
            <p:nvPr/>
          </p:nvSpPr>
          <p:spPr>
            <a:xfrm>
              <a:off x="7823216" y="1430832"/>
              <a:ext cx="143532" cy="154297"/>
            </a:xfrm>
            <a:custGeom>
              <a:avLst/>
              <a:gdLst>
                <a:gd name="connsiteX0" fmla="*/ 159 w 143532"/>
                <a:gd name="connsiteY0" fmla="*/ 105818 h 154297"/>
                <a:gd name="connsiteX1" fmla="*/ 159 w 143532"/>
                <a:gd name="connsiteY1" fmla="*/ 148877 h 154297"/>
                <a:gd name="connsiteX2" fmla="*/ 68696 w 143532"/>
                <a:gd name="connsiteY2" fmla="*/ 146007 h 154297"/>
                <a:gd name="connsiteX3" fmla="*/ 137592 w 143532"/>
                <a:gd name="connsiteY3" fmla="*/ 112277 h 154297"/>
                <a:gd name="connsiteX4" fmla="*/ 143333 w 143532"/>
                <a:gd name="connsiteY4" fmla="*/ 91464 h 154297"/>
                <a:gd name="connsiteX5" fmla="*/ 93097 w 143532"/>
                <a:gd name="connsiteY5" fmla="*/ 6780 h 154297"/>
                <a:gd name="connsiteX6" fmla="*/ 76949 w 143532"/>
                <a:gd name="connsiteY6" fmla="*/ 1398 h 154297"/>
                <a:gd name="connsiteX7" fmla="*/ 159 w 143532"/>
                <a:gd name="connsiteY7" fmla="*/ 105818 h 15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532" h="154297">
                  <a:moveTo>
                    <a:pt x="159" y="105818"/>
                  </a:moveTo>
                  <a:cubicBezTo>
                    <a:pt x="-199" y="120171"/>
                    <a:pt x="159" y="134524"/>
                    <a:pt x="159" y="148877"/>
                  </a:cubicBezTo>
                  <a:cubicBezTo>
                    <a:pt x="23484" y="157489"/>
                    <a:pt x="46449" y="159283"/>
                    <a:pt x="68696" y="146007"/>
                  </a:cubicBezTo>
                  <a:cubicBezTo>
                    <a:pt x="92020" y="135601"/>
                    <a:pt x="116421" y="127706"/>
                    <a:pt x="137592" y="112277"/>
                  </a:cubicBezTo>
                  <a:cubicBezTo>
                    <a:pt x="145486" y="106535"/>
                    <a:pt x="149074" y="101153"/>
                    <a:pt x="143333" y="91464"/>
                  </a:cubicBezTo>
                  <a:cubicBezTo>
                    <a:pt x="126468" y="63476"/>
                    <a:pt x="109603" y="35128"/>
                    <a:pt x="93097" y="6780"/>
                  </a:cubicBezTo>
                  <a:cubicBezTo>
                    <a:pt x="89150" y="-38"/>
                    <a:pt x="84844" y="-1473"/>
                    <a:pt x="76949" y="1398"/>
                  </a:cubicBezTo>
                  <a:cubicBezTo>
                    <a:pt x="32095" y="17545"/>
                    <a:pt x="1954" y="58093"/>
                    <a:pt x="159" y="10581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2544AC93-9A76-40C4-8739-093FE094ED61}"/>
                </a:ext>
              </a:extLst>
            </p:cNvPr>
            <p:cNvSpPr/>
            <p:nvPr/>
          </p:nvSpPr>
          <p:spPr>
            <a:xfrm>
              <a:off x="7713732" y="1346074"/>
              <a:ext cx="161474" cy="114826"/>
            </a:xfrm>
            <a:custGeom>
              <a:avLst/>
              <a:gdLst>
                <a:gd name="connsiteX0" fmla="*/ 560 w 161473"/>
                <a:gd name="connsiteY0" fmla="*/ 52785 h 114825"/>
                <a:gd name="connsiteX1" fmla="*/ 60843 w 161473"/>
                <a:gd name="connsiteY1" fmla="*/ 117733 h 114825"/>
                <a:gd name="connsiteX2" fmla="*/ 154498 w 161473"/>
                <a:gd name="connsiteY2" fmla="*/ 62114 h 114825"/>
                <a:gd name="connsiteX3" fmla="*/ 162392 w 161473"/>
                <a:gd name="connsiteY3" fmla="*/ 23002 h 114825"/>
                <a:gd name="connsiteX4" fmla="*/ 135480 w 161473"/>
                <a:gd name="connsiteY4" fmla="*/ 395 h 114825"/>
                <a:gd name="connsiteX5" fmla="*/ 8095 w 161473"/>
                <a:gd name="connsiteY5" fmla="*/ 43096 h 114825"/>
                <a:gd name="connsiteX6" fmla="*/ 560 w 161473"/>
                <a:gd name="connsiteY6" fmla="*/ 52785 h 11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473" h="114825">
                  <a:moveTo>
                    <a:pt x="560" y="52785"/>
                  </a:moveTo>
                  <a:cubicBezTo>
                    <a:pt x="-4823" y="84721"/>
                    <a:pt x="29625" y="123474"/>
                    <a:pt x="60843" y="117733"/>
                  </a:cubicBezTo>
                  <a:cubicBezTo>
                    <a:pt x="98162" y="110915"/>
                    <a:pt x="130456" y="92615"/>
                    <a:pt x="154498" y="62114"/>
                  </a:cubicBezTo>
                  <a:cubicBezTo>
                    <a:pt x="163469" y="50632"/>
                    <a:pt x="165622" y="37355"/>
                    <a:pt x="162392" y="23002"/>
                  </a:cubicBezTo>
                  <a:cubicBezTo>
                    <a:pt x="158804" y="7572"/>
                    <a:pt x="151269" y="-2117"/>
                    <a:pt x="135480" y="395"/>
                  </a:cubicBezTo>
                  <a:cubicBezTo>
                    <a:pt x="87397" y="1831"/>
                    <a:pt x="46131" y="17619"/>
                    <a:pt x="8095" y="43096"/>
                  </a:cubicBezTo>
                  <a:cubicBezTo>
                    <a:pt x="4507" y="45608"/>
                    <a:pt x="1277" y="48120"/>
                    <a:pt x="560" y="5278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xmlns="" id="{77CF1B3C-F4E3-4302-951E-3DE52BADFFE2}"/>
                </a:ext>
              </a:extLst>
            </p:cNvPr>
            <p:cNvSpPr/>
            <p:nvPr/>
          </p:nvSpPr>
          <p:spPr>
            <a:xfrm>
              <a:off x="7574840" y="1382353"/>
              <a:ext cx="136356" cy="132768"/>
            </a:xfrm>
            <a:custGeom>
              <a:avLst/>
              <a:gdLst>
                <a:gd name="connsiteX0" fmla="*/ 134427 w 136355"/>
                <a:gd name="connsiteY0" fmla="*/ 67819 h 132767"/>
                <a:gd name="connsiteX1" fmla="*/ 110027 w 136355"/>
                <a:gd name="connsiteY1" fmla="*/ 30142 h 132767"/>
                <a:gd name="connsiteX2" fmla="*/ 54049 w 136355"/>
                <a:gd name="connsiteY2" fmla="*/ 0 h 132767"/>
                <a:gd name="connsiteX3" fmla="*/ 4889 w 136355"/>
                <a:gd name="connsiteY3" fmla="*/ 19018 h 132767"/>
                <a:gd name="connsiteX4" fmla="*/ 4530 w 136355"/>
                <a:gd name="connsiteY4" fmla="*/ 54901 h 132767"/>
                <a:gd name="connsiteX5" fmla="*/ 8836 w 136355"/>
                <a:gd name="connsiteY5" fmla="*/ 90425 h 132767"/>
                <a:gd name="connsiteX6" fmla="*/ 26060 w 136355"/>
                <a:gd name="connsiteY6" fmla="*/ 129179 h 132767"/>
                <a:gd name="connsiteX7" fmla="*/ 45437 w 136355"/>
                <a:gd name="connsiteY7" fmla="*/ 133126 h 132767"/>
                <a:gd name="connsiteX8" fmla="*/ 128327 w 136355"/>
                <a:gd name="connsiteY8" fmla="*/ 87196 h 132767"/>
                <a:gd name="connsiteX9" fmla="*/ 134427 w 136355"/>
                <a:gd name="connsiteY9" fmla="*/ 67819 h 13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355" h="132767">
                  <a:moveTo>
                    <a:pt x="134427" y="67819"/>
                  </a:moveTo>
                  <a:cubicBezTo>
                    <a:pt x="126174" y="55619"/>
                    <a:pt x="119356" y="41983"/>
                    <a:pt x="110027" y="30142"/>
                  </a:cubicBezTo>
                  <a:cubicBezTo>
                    <a:pt x="96032" y="11841"/>
                    <a:pt x="77373" y="359"/>
                    <a:pt x="54049" y="0"/>
                  </a:cubicBezTo>
                  <a:cubicBezTo>
                    <a:pt x="35390" y="1076"/>
                    <a:pt x="17807" y="6100"/>
                    <a:pt x="4889" y="19018"/>
                  </a:cubicBezTo>
                  <a:cubicBezTo>
                    <a:pt x="-5517" y="29424"/>
                    <a:pt x="3813" y="43060"/>
                    <a:pt x="4530" y="54901"/>
                  </a:cubicBezTo>
                  <a:cubicBezTo>
                    <a:pt x="5248" y="66743"/>
                    <a:pt x="7042" y="78584"/>
                    <a:pt x="8836" y="90425"/>
                  </a:cubicBezTo>
                  <a:cubicBezTo>
                    <a:pt x="10989" y="104779"/>
                    <a:pt x="17807" y="117338"/>
                    <a:pt x="26060" y="129179"/>
                  </a:cubicBezTo>
                  <a:cubicBezTo>
                    <a:pt x="31802" y="137073"/>
                    <a:pt x="37184" y="138150"/>
                    <a:pt x="45437" y="133126"/>
                  </a:cubicBezTo>
                  <a:cubicBezTo>
                    <a:pt x="72708" y="117338"/>
                    <a:pt x="100338" y="101908"/>
                    <a:pt x="128327" y="87196"/>
                  </a:cubicBezTo>
                  <a:cubicBezTo>
                    <a:pt x="137657" y="82172"/>
                    <a:pt x="140886" y="77149"/>
                    <a:pt x="134427" y="6781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DA37313B-53F8-40B5-AA03-54D127F7A908}"/>
                </a:ext>
              </a:extLst>
            </p:cNvPr>
            <p:cNvSpPr/>
            <p:nvPr/>
          </p:nvSpPr>
          <p:spPr>
            <a:xfrm>
              <a:off x="7436197" y="1497762"/>
              <a:ext cx="150709" cy="118414"/>
            </a:xfrm>
            <a:custGeom>
              <a:avLst/>
              <a:gdLst>
                <a:gd name="connsiteX0" fmla="*/ 149991 w 150709"/>
                <a:gd name="connsiteY0" fmla="*/ 74054 h 118414"/>
                <a:gd name="connsiteX1" fmla="*/ 89349 w 150709"/>
                <a:gd name="connsiteY1" fmla="*/ 493 h 118414"/>
                <a:gd name="connsiteX2" fmla="*/ 0 w 150709"/>
                <a:gd name="connsiteY2" fmla="*/ 99531 h 118414"/>
                <a:gd name="connsiteX3" fmla="*/ 43419 w 150709"/>
                <a:gd name="connsiteY3" fmla="*/ 119267 h 118414"/>
                <a:gd name="connsiteX4" fmla="*/ 149991 w 150709"/>
                <a:gd name="connsiteY4" fmla="*/ 74054 h 118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9" h="118414">
                  <a:moveTo>
                    <a:pt x="149991" y="74054"/>
                  </a:moveTo>
                  <a:cubicBezTo>
                    <a:pt x="160398" y="40324"/>
                    <a:pt x="122720" y="-5248"/>
                    <a:pt x="89349" y="493"/>
                  </a:cubicBezTo>
                  <a:cubicBezTo>
                    <a:pt x="49160" y="7311"/>
                    <a:pt x="3229" y="58265"/>
                    <a:pt x="0" y="99531"/>
                  </a:cubicBezTo>
                  <a:cubicBezTo>
                    <a:pt x="8971" y="118549"/>
                    <a:pt x="25477" y="121061"/>
                    <a:pt x="43419" y="119267"/>
                  </a:cubicBezTo>
                  <a:cubicBezTo>
                    <a:pt x="83608" y="114961"/>
                    <a:pt x="119132" y="100607"/>
                    <a:pt x="149991" y="74054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C322E664-C8D4-404D-BF71-36F75C35AFEA}"/>
                </a:ext>
              </a:extLst>
            </p:cNvPr>
            <p:cNvSpPr/>
            <p:nvPr/>
          </p:nvSpPr>
          <p:spPr>
            <a:xfrm>
              <a:off x="7948111" y="2069789"/>
              <a:ext cx="204534" cy="172239"/>
            </a:xfrm>
            <a:custGeom>
              <a:avLst/>
              <a:gdLst>
                <a:gd name="connsiteX0" fmla="*/ 7314 w 204533"/>
                <a:gd name="connsiteY0" fmla="*/ 120293 h 172238"/>
                <a:gd name="connsiteX1" fmla="*/ 39609 w 204533"/>
                <a:gd name="connsiteY1" fmla="*/ 168017 h 172238"/>
                <a:gd name="connsiteX2" fmla="*/ 61498 w 204533"/>
                <a:gd name="connsiteY2" fmla="*/ 171605 h 172238"/>
                <a:gd name="connsiteX3" fmla="*/ 97022 w 204533"/>
                <a:gd name="connsiteY3" fmla="*/ 154740 h 172238"/>
                <a:gd name="connsiteX4" fmla="*/ 161612 w 204533"/>
                <a:gd name="connsiteY4" fmla="*/ 130340 h 172238"/>
                <a:gd name="connsiteX5" fmla="*/ 205030 w 204533"/>
                <a:gd name="connsiteY5" fmla="*/ 72209 h 172238"/>
                <a:gd name="connsiteX6" fmla="*/ 89846 w 204533"/>
                <a:gd name="connsiteY6" fmla="*/ 9055 h 172238"/>
                <a:gd name="connsiteX7" fmla="*/ 58986 w 204533"/>
                <a:gd name="connsiteY7" fmla="*/ 26638 h 172238"/>
                <a:gd name="connsiteX8" fmla="*/ 138 w 204533"/>
                <a:gd name="connsiteY8" fmla="*/ 104863 h 172238"/>
                <a:gd name="connsiteX9" fmla="*/ 7314 w 204533"/>
                <a:gd name="connsiteY9" fmla="*/ 120293 h 1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533" h="172238">
                  <a:moveTo>
                    <a:pt x="7314" y="120293"/>
                  </a:moveTo>
                  <a:cubicBezTo>
                    <a:pt x="10544" y="141464"/>
                    <a:pt x="26691" y="153664"/>
                    <a:pt x="39609" y="168017"/>
                  </a:cubicBezTo>
                  <a:cubicBezTo>
                    <a:pt x="46427" y="175553"/>
                    <a:pt x="52886" y="176629"/>
                    <a:pt x="61498" y="171605"/>
                  </a:cubicBezTo>
                  <a:cubicBezTo>
                    <a:pt x="72981" y="165146"/>
                    <a:pt x="85181" y="160123"/>
                    <a:pt x="97022" y="154740"/>
                  </a:cubicBezTo>
                  <a:cubicBezTo>
                    <a:pt x="121423" y="154382"/>
                    <a:pt x="140082" y="138952"/>
                    <a:pt x="161612" y="130340"/>
                  </a:cubicBezTo>
                  <a:cubicBezTo>
                    <a:pt x="187806" y="119934"/>
                    <a:pt x="208619" y="105222"/>
                    <a:pt x="205030" y="72209"/>
                  </a:cubicBezTo>
                  <a:cubicBezTo>
                    <a:pt x="189242" y="10849"/>
                    <a:pt x="141876" y="-15346"/>
                    <a:pt x="89846" y="9055"/>
                  </a:cubicBezTo>
                  <a:cubicBezTo>
                    <a:pt x="79081" y="14079"/>
                    <a:pt x="69033" y="20896"/>
                    <a:pt x="58986" y="26638"/>
                  </a:cubicBezTo>
                  <a:cubicBezTo>
                    <a:pt x="29921" y="32738"/>
                    <a:pt x="-2374" y="75798"/>
                    <a:pt x="138" y="104863"/>
                  </a:cubicBezTo>
                  <a:cubicBezTo>
                    <a:pt x="497" y="111322"/>
                    <a:pt x="1932" y="117063"/>
                    <a:pt x="7314" y="12029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230C912D-BA88-4901-8A26-6E9A9323B113}"/>
                </a:ext>
              </a:extLst>
            </p:cNvPr>
            <p:cNvSpPr/>
            <p:nvPr/>
          </p:nvSpPr>
          <p:spPr>
            <a:xfrm>
              <a:off x="8146844" y="1966373"/>
              <a:ext cx="204534" cy="150709"/>
            </a:xfrm>
            <a:custGeom>
              <a:avLst/>
              <a:gdLst>
                <a:gd name="connsiteX0" fmla="*/ 4504 w 204533"/>
                <a:gd name="connsiteY0" fmla="*/ 82688 h 150709"/>
                <a:gd name="connsiteX1" fmla="*/ 557 w 204533"/>
                <a:gd name="connsiteY1" fmla="*/ 103141 h 150709"/>
                <a:gd name="connsiteX2" fmla="*/ 65505 w 204533"/>
                <a:gd name="connsiteY2" fmla="*/ 151942 h 150709"/>
                <a:gd name="connsiteX3" fmla="*/ 93853 w 204533"/>
                <a:gd name="connsiteY3" fmla="*/ 146201 h 150709"/>
                <a:gd name="connsiteX4" fmla="*/ 174949 w 204533"/>
                <a:gd name="connsiteY4" fmla="*/ 104218 h 150709"/>
                <a:gd name="connsiteX5" fmla="*/ 194684 w 204533"/>
                <a:gd name="connsiteY5" fmla="*/ 44293 h 150709"/>
                <a:gd name="connsiteX6" fmla="*/ 173154 w 204533"/>
                <a:gd name="connsiteY6" fmla="*/ 13792 h 150709"/>
                <a:gd name="connsiteX7" fmla="*/ 140860 w 204533"/>
                <a:gd name="connsiteY7" fmla="*/ 157 h 150709"/>
                <a:gd name="connsiteX8" fmla="*/ 4504 w 204533"/>
                <a:gd name="connsiteY8" fmla="*/ 82688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533" h="150709">
                  <a:moveTo>
                    <a:pt x="4504" y="82688"/>
                  </a:moveTo>
                  <a:cubicBezTo>
                    <a:pt x="1633" y="89147"/>
                    <a:pt x="-1237" y="95606"/>
                    <a:pt x="557" y="103141"/>
                  </a:cubicBezTo>
                  <a:cubicBezTo>
                    <a:pt x="7733" y="130771"/>
                    <a:pt x="35005" y="151942"/>
                    <a:pt x="65505" y="151942"/>
                  </a:cubicBezTo>
                  <a:cubicBezTo>
                    <a:pt x="74476" y="152301"/>
                    <a:pt x="84164" y="150148"/>
                    <a:pt x="93853" y="146201"/>
                  </a:cubicBezTo>
                  <a:cubicBezTo>
                    <a:pt x="122201" y="134359"/>
                    <a:pt x="148395" y="118930"/>
                    <a:pt x="174949" y="104218"/>
                  </a:cubicBezTo>
                  <a:cubicBezTo>
                    <a:pt x="211549" y="84482"/>
                    <a:pt x="211908" y="82688"/>
                    <a:pt x="194684" y="44293"/>
                  </a:cubicBezTo>
                  <a:cubicBezTo>
                    <a:pt x="189661" y="32810"/>
                    <a:pt x="182484" y="22404"/>
                    <a:pt x="173154" y="13792"/>
                  </a:cubicBezTo>
                  <a:cubicBezTo>
                    <a:pt x="164184" y="5180"/>
                    <a:pt x="153419" y="874"/>
                    <a:pt x="140860" y="157"/>
                  </a:cubicBezTo>
                  <a:cubicBezTo>
                    <a:pt x="87753" y="-2714"/>
                    <a:pt x="26034" y="34245"/>
                    <a:pt x="4504" y="82688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xmlns="" id="{728EE0A8-BB3D-4309-B401-FF0E9DEF8048}"/>
                </a:ext>
              </a:extLst>
            </p:cNvPr>
            <p:cNvSpPr/>
            <p:nvPr/>
          </p:nvSpPr>
          <p:spPr>
            <a:xfrm>
              <a:off x="8052021" y="1817256"/>
              <a:ext cx="204534" cy="161474"/>
            </a:xfrm>
            <a:custGeom>
              <a:avLst/>
              <a:gdLst>
                <a:gd name="connsiteX0" fmla="*/ 3519 w 204533"/>
                <a:gd name="connsiteY0" fmla="*/ 76431 h 161474"/>
                <a:gd name="connsiteX1" fmla="*/ 3519 w 204533"/>
                <a:gd name="connsiteY1" fmla="*/ 99755 h 161474"/>
                <a:gd name="connsiteX2" fmla="*/ 37967 w 204533"/>
                <a:gd name="connsiteY2" fmla="*/ 156450 h 161474"/>
                <a:gd name="connsiteX3" fmla="*/ 56626 w 204533"/>
                <a:gd name="connsiteY3" fmla="*/ 162192 h 161474"/>
                <a:gd name="connsiteX4" fmla="*/ 195494 w 204533"/>
                <a:gd name="connsiteY4" fmla="*/ 87555 h 161474"/>
                <a:gd name="connsiteX5" fmla="*/ 204465 w 204533"/>
                <a:gd name="connsiteY5" fmla="*/ 72125 h 161474"/>
                <a:gd name="connsiteX6" fmla="*/ 121575 w 204533"/>
                <a:gd name="connsiteY6" fmla="*/ 0 h 161474"/>
                <a:gd name="connsiteX7" fmla="*/ 3519 w 204533"/>
                <a:gd name="connsiteY7" fmla="*/ 7643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61474">
                  <a:moveTo>
                    <a:pt x="3519" y="76431"/>
                  </a:moveTo>
                  <a:cubicBezTo>
                    <a:pt x="-428" y="84325"/>
                    <a:pt x="-1863" y="91502"/>
                    <a:pt x="3519" y="99755"/>
                  </a:cubicBezTo>
                  <a:cubicBezTo>
                    <a:pt x="15360" y="118414"/>
                    <a:pt x="26843" y="137432"/>
                    <a:pt x="37967" y="156450"/>
                  </a:cubicBezTo>
                  <a:cubicBezTo>
                    <a:pt x="42632" y="164703"/>
                    <a:pt x="47655" y="167215"/>
                    <a:pt x="56626" y="162192"/>
                  </a:cubicBezTo>
                  <a:cubicBezTo>
                    <a:pt x="102915" y="137073"/>
                    <a:pt x="149204" y="112314"/>
                    <a:pt x="195494" y="87555"/>
                  </a:cubicBezTo>
                  <a:cubicBezTo>
                    <a:pt x="201594" y="84325"/>
                    <a:pt x="205541" y="80737"/>
                    <a:pt x="204465" y="72125"/>
                  </a:cubicBezTo>
                  <a:cubicBezTo>
                    <a:pt x="199441" y="33012"/>
                    <a:pt x="164275" y="718"/>
                    <a:pt x="121575" y="0"/>
                  </a:cubicBezTo>
                  <a:cubicBezTo>
                    <a:pt x="71697" y="5382"/>
                    <a:pt x="28637" y="26195"/>
                    <a:pt x="3519" y="7643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xmlns="" id="{8409A237-5727-4D8B-B7D9-D62BEB51C884}"/>
                </a:ext>
              </a:extLst>
            </p:cNvPr>
            <p:cNvSpPr/>
            <p:nvPr/>
          </p:nvSpPr>
          <p:spPr>
            <a:xfrm>
              <a:off x="7771521" y="1765880"/>
              <a:ext cx="200945" cy="161474"/>
            </a:xfrm>
            <a:custGeom>
              <a:avLst/>
              <a:gdLst>
                <a:gd name="connsiteX0" fmla="*/ 32478 w 200945"/>
                <a:gd name="connsiteY0" fmla="*/ 154361 h 161474"/>
                <a:gd name="connsiteX1" fmla="*/ 54008 w 200945"/>
                <a:gd name="connsiteY1" fmla="*/ 160820 h 161474"/>
                <a:gd name="connsiteX2" fmla="*/ 195388 w 200945"/>
                <a:gd name="connsiteY2" fmla="*/ 82953 h 161474"/>
                <a:gd name="connsiteX3" fmla="*/ 204000 w 200945"/>
                <a:gd name="connsiteY3" fmla="*/ 69318 h 161474"/>
                <a:gd name="connsiteX4" fmla="*/ 115010 w 200945"/>
                <a:gd name="connsiteY4" fmla="*/ 63 h 161474"/>
                <a:gd name="connsiteX5" fmla="*/ 4131 w 200945"/>
                <a:gd name="connsiteY5" fmla="*/ 71830 h 161474"/>
                <a:gd name="connsiteX6" fmla="*/ 4490 w 200945"/>
                <a:gd name="connsiteY6" fmla="*/ 102330 h 161474"/>
                <a:gd name="connsiteX7" fmla="*/ 32478 w 200945"/>
                <a:gd name="connsiteY7" fmla="*/ 154361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945" h="161474">
                  <a:moveTo>
                    <a:pt x="32478" y="154361"/>
                  </a:moveTo>
                  <a:cubicBezTo>
                    <a:pt x="37861" y="164767"/>
                    <a:pt x="43961" y="166202"/>
                    <a:pt x="54008" y="160820"/>
                  </a:cubicBezTo>
                  <a:cubicBezTo>
                    <a:pt x="101015" y="134625"/>
                    <a:pt x="148381" y="108789"/>
                    <a:pt x="195388" y="82953"/>
                  </a:cubicBezTo>
                  <a:cubicBezTo>
                    <a:pt x="200770" y="80083"/>
                    <a:pt x="205435" y="77212"/>
                    <a:pt x="204000" y="69318"/>
                  </a:cubicBezTo>
                  <a:cubicBezTo>
                    <a:pt x="196823" y="34870"/>
                    <a:pt x="172781" y="-1731"/>
                    <a:pt x="115010" y="63"/>
                  </a:cubicBezTo>
                  <a:cubicBezTo>
                    <a:pt x="75538" y="5087"/>
                    <a:pt x="29608" y="20876"/>
                    <a:pt x="4131" y="71830"/>
                  </a:cubicBezTo>
                  <a:cubicBezTo>
                    <a:pt x="-893" y="82236"/>
                    <a:pt x="-1969" y="91565"/>
                    <a:pt x="4490" y="102330"/>
                  </a:cubicBezTo>
                  <a:cubicBezTo>
                    <a:pt x="14178" y="119554"/>
                    <a:pt x="23508" y="136778"/>
                    <a:pt x="32478" y="15436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xmlns="" id="{4BF148C0-01C7-47C6-942E-7F8BB5B79783}"/>
                </a:ext>
              </a:extLst>
            </p:cNvPr>
            <p:cNvSpPr/>
            <p:nvPr/>
          </p:nvSpPr>
          <p:spPr>
            <a:xfrm>
              <a:off x="7672603" y="2029452"/>
              <a:ext cx="211710" cy="161474"/>
            </a:xfrm>
            <a:custGeom>
              <a:avLst/>
              <a:gdLst>
                <a:gd name="connsiteX0" fmla="*/ 145032 w 211710"/>
                <a:gd name="connsiteY0" fmla="*/ 120800 h 161474"/>
                <a:gd name="connsiteX1" fmla="*/ 197062 w 211710"/>
                <a:gd name="connsiteY1" fmla="*/ 89940 h 161474"/>
                <a:gd name="connsiteX2" fmla="*/ 211415 w 211710"/>
                <a:gd name="connsiteY2" fmla="*/ 66257 h 161474"/>
                <a:gd name="connsiteX3" fmla="*/ 190244 w 211710"/>
                <a:gd name="connsiteY3" fmla="*/ 31092 h 161474"/>
                <a:gd name="connsiteX4" fmla="*/ 168356 w 211710"/>
                <a:gd name="connsiteY4" fmla="*/ 11356 h 161474"/>
                <a:gd name="connsiteX5" fmla="*/ 86901 w 211710"/>
                <a:gd name="connsiteY5" fmla="*/ 2744 h 161474"/>
                <a:gd name="connsiteX6" fmla="*/ 47430 w 211710"/>
                <a:gd name="connsiteY6" fmla="*/ 22480 h 161474"/>
                <a:gd name="connsiteX7" fmla="*/ 64 w 211710"/>
                <a:gd name="connsiteY7" fmla="*/ 96040 h 161474"/>
                <a:gd name="connsiteX8" fmla="*/ 37023 w 211710"/>
                <a:gd name="connsiteY8" fmla="*/ 155247 h 161474"/>
                <a:gd name="connsiteX9" fmla="*/ 57118 w 211710"/>
                <a:gd name="connsiteY9" fmla="*/ 159912 h 161474"/>
                <a:gd name="connsiteX10" fmla="*/ 118837 w 211710"/>
                <a:gd name="connsiteY10" fmla="*/ 127617 h 161474"/>
                <a:gd name="connsiteX11" fmla="*/ 145032 w 211710"/>
                <a:gd name="connsiteY11" fmla="*/ 120800 h 1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710" h="161474">
                  <a:moveTo>
                    <a:pt x="145032" y="120800"/>
                  </a:moveTo>
                  <a:cubicBezTo>
                    <a:pt x="162256" y="110035"/>
                    <a:pt x="180197" y="100705"/>
                    <a:pt x="197062" y="89940"/>
                  </a:cubicBezTo>
                  <a:cubicBezTo>
                    <a:pt x="206033" y="84199"/>
                    <a:pt x="214645" y="78458"/>
                    <a:pt x="211415" y="66257"/>
                  </a:cubicBezTo>
                  <a:cubicBezTo>
                    <a:pt x="207827" y="52622"/>
                    <a:pt x="209621" y="35398"/>
                    <a:pt x="190244" y="31092"/>
                  </a:cubicBezTo>
                  <a:cubicBezTo>
                    <a:pt x="184144" y="23556"/>
                    <a:pt x="179121" y="13868"/>
                    <a:pt x="168356" y="11356"/>
                  </a:cubicBezTo>
                  <a:cubicBezTo>
                    <a:pt x="141443" y="4897"/>
                    <a:pt x="115249" y="-4791"/>
                    <a:pt x="86901" y="2744"/>
                  </a:cubicBezTo>
                  <a:cubicBezTo>
                    <a:pt x="73624" y="9203"/>
                    <a:pt x="59271" y="14227"/>
                    <a:pt x="47430" y="22480"/>
                  </a:cubicBezTo>
                  <a:cubicBezTo>
                    <a:pt x="21594" y="40063"/>
                    <a:pt x="-1371" y="60157"/>
                    <a:pt x="64" y="96040"/>
                  </a:cubicBezTo>
                  <a:cubicBezTo>
                    <a:pt x="12264" y="115776"/>
                    <a:pt x="25182" y="135153"/>
                    <a:pt x="37023" y="155247"/>
                  </a:cubicBezTo>
                  <a:cubicBezTo>
                    <a:pt x="42765" y="164936"/>
                    <a:pt x="48147" y="164936"/>
                    <a:pt x="57118" y="159912"/>
                  </a:cubicBezTo>
                  <a:cubicBezTo>
                    <a:pt x="77213" y="148430"/>
                    <a:pt x="98025" y="138382"/>
                    <a:pt x="118837" y="127617"/>
                  </a:cubicBezTo>
                  <a:cubicBezTo>
                    <a:pt x="127808" y="127617"/>
                    <a:pt x="136779" y="125823"/>
                    <a:pt x="145032" y="12080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xmlns="" id="{FB326C90-1892-457D-964F-53EC87706CC8}"/>
                </a:ext>
              </a:extLst>
            </p:cNvPr>
            <p:cNvSpPr/>
            <p:nvPr/>
          </p:nvSpPr>
          <p:spPr>
            <a:xfrm>
              <a:off x="7861270" y="1924142"/>
              <a:ext cx="204534" cy="143532"/>
            </a:xfrm>
            <a:custGeom>
              <a:avLst/>
              <a:gdLst>
                <a:gd name="connsiteX0" fmla="*/ 30642 w 204533"/>
                <a:gd name="connsiteY0" fmla="*/ 130660 h 143532"/>
                <a:gd name="connsiteX1" fmla="*/ 33513 w 204533"/>
                <a:gd name="connsiteY1" fmla="*/ 132813 h 143532"/>
                <a:gd name="connsiteX2" fmla="*/ 66167 w 204533"/>
                <a:gd name="connsiteY2" fmla="*/ 139989 h 143532"/>
                <a:gd name="connsiteX3" fmla="*/ 200011 w 204533"/>
                <a:gd name="connsiteY3" fmla="*/ 80782 h 143532"/>
                <a:gd name="connsiteX4" fmla="*/ 205034 w 204533"/>
                <a:gd name="connsiteY4" fmla="*/ 68582 h 143532"/>
                <a:gd name="connsiteX5" fmla="*/ 138650 w 204533"/>
                <a:gd name="connsiteY5" fmla="*/ 404 h 143532"/>
                <a:gd name="connsiteX6" fmla="*/ 32078 w 204533"/>
                <a:gd name="connsiteY6" fmla="*/ 33775 h 143532"/>
                <a:gd name="connsiteX7" fmla="*/ 30642 w 204533"/>
                <a:gd name="connsiteY7" fmla="*/ 130660 h 1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533" h="143532">
                  <a:moveTo>
                    <a:pt x="30642" y="130660"/>
                  </a:moveTo>
                  <a:cubicBezTo>
                    <a:pt x="31360" y="131377"/>
                    <a:pt x="32436" y="132095"/>
                    <a:pt x="33513" y="132813"/>
                  </a:cubicBezTo>
                  <a:cubicBezTo>
                    <a:pt x="43919" y="148242"/>
                    <a:pt x="51454" y="149678"/>
                    <a:pt x="66167" y="139989"/>
                  </a:cubicBezTo>
                  <a:cubicBezTo>
                    <a:pt x="115685" y="131019"/>
                    <a:pt x="155874" y="101594"/>
                    <a:pt x="200011" y="80782"/>
                  </a:cubicBezTo>
                  <a:cubicBezTo>
                    <a:pt x="205034" y="78270"/>
                    <a:pt x="205752" y="73964"/>
                    <a:pt x="205034" y="68582"/>
                  </a:cubicBezTo>
                  <a:cubicBezTo>
                    <a:pt x="201805" y="34852"/>
                    <a:pt x="171304" y="2198"/>
                    <a:pt x="138650" y="404"/>
                  </a:cubicBezTo>
                  <a:cubicBezTo>
                    <a:pt x="99179" y="-2108"/>
                    <a:pt x="61143" y="6863"/>
                    <a:pt x="32078" y="33775"/>
                  </a:cubicBezTo>
                  <a:cubicBezTo>
                    <a:pt x="-9906" y="72888"/>
                    <a:pt x="-10982" y="94059"/>
                    <a:pt x="30642" y="130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xmlns="" id="{DE1E9115-3E8A-4CEB-AAD0-0C5BC1E0E54F}"/>
                </a:ext>
              </a:extLst>
            </p:cNvPr>
            <p:cNvSpPr/>
            <p:nvPr/>
          </p:nvSpPr>
          <p:spPr>
            <a:xfrm>
              <a:off x="7976206" y="1687437"/>
              <a:ext cx="190180" cy="139944"/>
            </a:xfrm>
            <a:custGeom>
              <a:avLst/>
              <a:gdLst>
                <a:gd name="connsiteX0" fmla="*/ 20127 w 190180"/>
                <a:gd name="connsiteY0" fmla="*/ 46929 h 139944"/>
                <a:gd name="connsiteX1" fmla="*/ 3621 w 190180"/>
                <a:gd name="connsiteY1" fmla="*/ 76712 h 139944"/>
                <a:gd name="connsiteX2" fmla="*/ 1109 w 190180"/>
                <a:gd name="connsiteY2" fmla="*/ 95372 h 139944"/>
                <a:gd name="connsiteX3" fmla="*/ 74310 w 190180"/>
                <a:gd name="connsiteY3" fmla="*/ 142020 h 139944"/>
                <a:gd name="connsiteX4" fmla="*/ 153971 w 190180"/>
                <a:gd name="connsiteY4" fmla="*/ 107213 h 139944"/>
                <a:gd name="connsiteX5" fmla="*/ 191289 w 190180"/>
                <a:gd name="connsiteY5" fmla="*/ 46929 h 139944"/>
                <a:gd name="connsiteX6" fmla="*/ 163659 w 190180"/>
                <a:gd name="connsiteY6" fmla="*/ 10329 h 139944"/>
                <a:gd name="connsiteX7" fmla="*/ 108758 w 190180"/>
                <a:gd name="connsiteY7" fmla="*/ 2793 h 139944"/>
                <a:gd name="connsiteX8" fmla="*/ 33762 w 190180"/>
                <a:gd name="connsiteY8" fmla="*/ 23964 h 139944"/>
                <a:gd name="connsiteX9" fmla="*/ 20127 w 190180"/>
                <a:gd name="connsiteY9" fmla="*/ 46929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180" h="139944">
                  <a:moveTo>
                    <a:pt x="20127" y="46929"/>
                  </a:moveTo>
                  <a:cubicBezTo>
                    <a:pt x="14744" y="56977"/>
                    <a:pt x="9003" y="66665"/>
                    <a:pt x="3621" y="76712"/>
                  </a:cubicBezTo>
                  <a:cubicBezTo>
                    <a:pt x="750" y="82454"/>
                    <a:pt x="-1403" y="88195"/>
                    <a:pt x="1109" y="95372"/>
                  </a:cubicBezTo>
                  <a:cubicBezTo>
                    <a:pt x="11156" y="128025"/>
                    <a:pt x="40580" y="147402"/>
                    <a:pt x="74310" y="142020"/>
                  </a:cubicBezTo>
                  <a:cubicBezTo>
                    <a:pt x="103734" y="137355"/>
                    <a:pt x="130647" y="125872"/>
                    <a:pt x="153971" y="107213"/>
                  </a:cubicBezTo>
                  <a:cubicBezTo>
                    <a:pt x="172989" y="91783"/>
                    <a:pt x="189854" y="73842"/>
                    <a:pt x="191289" y="46929"/>
                  </a:cubicBezTo>
                  <a:cubicBezTo>
                    <a:pt x="195236" y="26117"/>
                    <a:pt x="188060" y="16429"/>
                    <a:pt x="163659" y="10329"/>
                  </a:cubicBezTo>
                  <a:cubicBezTo>
                    <a:pt x="145359" y="7817"/>
                    <a:pt x="127058" y="5305"/>
                    <a:pt x="108758" y="2793"/>
                  </a:cubicBezTo>
                  <a:cubicBezTo>
                    <a:pt x="78975" y="-6895"/>
                    <a:pt x="57086" y="10687"/>
                    <a:pt x="33762" y="23964"/>
                  </a:cubicBezTo>
                  <a:cubicBezTo>
                    <a:pt x="25150" y="28988"/>
                    <a:pt x="20127" y="36523"/>
                    <a:pt x="20127" y="4692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xmlns="" id="{4EB8388C-13DA-4DB7-9666-2C21CFF95651}"/>
                </a:ext>
              </a:extLst>
            </p:cNvPr>
            <p:cNvSpPr/>
            <p:nvPr/>
          </p:nvSpPr>
          <p:spPr>
            <a:xfrm>
              <a:off x="7691071" y="1625139"/>
              <a:ext cx="197357" cy="150709"/>
            </a:xfrm>
            <a:custGeom>
              <a:avLst/>
              <a:gdLst>
                <a:gd name="connsiteX0" fmla="*/ 69510 w 197357"/>
                <a:gd name="connsiteY0" fmla="*/ 152646 h 150709"/>
                <a:gd name="connsiteX1" fmla="*/ 182900 w 197357"/>
                <a:gd name="connsiteY1" fmla="*/ 80162 h 150709"/>
                <a:gd name="connsiteX2" fmla="*/ 194024 w 197357"/>
                <a:gd name="connsiteY2" fmla="*/ 42843 h 150709"/>
                <a:gd name="connsiteX3" fmla="*/ 186130 w 197357"/>
                <a:gd name="connsiteY3" fmla="*/ 25261 h 150709"/>
                <a:gd name="connsiteX4" fmla="*/ 99293 w 197357"/>
                <a:gd name="connsiteY4" fmla="*/ 4090 h 150709"/>
                <a:gd name="connsiteX5" fmla="*/ 71304 w 197357"/>
                <a:gd name="connsiteY5" fmla="*/ 15931 h 150709"/>
                <a:gd name="connsiteX6" fmla="*/ 57668 w 197357"/>
                <a:gd name="connsiteY6" fmla="*/ 26696 h 150709"/>
                <a:gd name="connsiteX7" fmla="*/ 6714 w 197357"/>
                <a:gd name="connsiteY7" fmla="*/ 67244 h 150709"/>
                <a:gd name="connsiteX8" fmla="*/ 614 w 197357"/>
                <a:gd name="connsiteY8" fmla="*/ 92003 h 150709"/>
                <a:gd name="connsiteX9" fmla="*/ 69510 w 197357"/>
                <a:gd name="connsiteY9" fmla="*/ 152646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7357" h="150709">
                  <a:moveTo>
                    <a:pt x="69510" y="152646"/>
                  </a:moveTo>
                  <a:cubicBezTo>
                    <a:pt x="117593" y="145469"/>
                    <a:pt x="157064" y="123580"/>
                    <a:pt x="182900" y="80162"/>
                  </a:cubicBezTo>
                  <a:cubicBezTo>
                    <a:pt x="197971" y="70115"/>
                    <a:pt x="201918" y="58273"/>
                    <a:pt x="194024" y="42843"/>
                  </a:cubicBezTo>
                  <a:cubicBezTo>
                    <a:pt x="191153" y="37102"/>
                    <a:pt x="189359" y="30643"/>
                    <a:pt x="186130" y="25261"/>
                  </a:cubicBezTo>
                  <a:cubicBezTo>
                    <a:pt x="161370" y="1219"/>
                    <a:pt x="132305" y="-5240"/>
                    <a:pt x="99293" y="4090"/>
                  </a:cubicBezTo>
                  <a:cubicBezTo>
                    <a:pt x="89604" y="6960"/>
                    <a:pt x="80992" y="12343"/>
                    <a:pt x="71304" y="15931"/>
                  </a:cubicBezTo>
                  <a:cubicBezTo>
                    <a:pt x="66280" y="18802"/>
                    <a:pt x="63768" y="24543"/>
                    <a:pt x="57668" y="26696"/>
                  </a:cubicBezTo>
                  <a:cubicBezTo>
                    <a:pt x="35780" y="33873"/>
                    <a:pt x="21785" y="51455"/>
                    <a:pt x="6714" y="67244"/>
                  </a:cubicBezTo>
                  <a:cubicBezTo>
                    <a:pt x="-104" y="74420"/>
                    <a:pt x="-821" y="82674"/>
                    <a:pt x="614" y="92003"/>
                  </a:cubicBezTo>
                  <a:cubicBezTo>
                    <a:pt x="-1539" y="127886"/>
                    <a:pt x="31474" y="158387"/>
                    <a:pt x="69510" y="15264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xmlns="" id="{D4EDB0CA-DC5E-48C6-A010-B8971F0F4C26}"/>
                </a:ext>
              </a:extLst>
            </p:cNvPr>
            <p:cNvSpPr/>
            <p:nvPr/>
          </p:nvSpPr>
          <p:spPr>
            <a:xfrm>
              <a:off x="8215579" y="2125245"/>
              <a:ext cx="183004" cy="150709"/>
            </a:xfrm>
            <a:custGeom>
              <a:avLst/>
              <a:gdLst>
                <a:gd name="connsiteX0" fmla="*/ 38394 w 183003"/>
                <a:gd name="connsiteY0" fmla="*/ 53713 h 150709"/>
                <a:gd name="connsiteX1" fmla="*/ 30141 w 183003"/>
                <a:gd name="connsiteY1" fmla="*/ 55507 h 150709"/>
                <a:gd name="connsiteX2" fmla="*/ 2870 w 183003"/>
                <a:gd name="connsiteY2" fmla="*/ 93543 h 150709"/>
                <a:gd name="connsiteX3" fmla="*/ 28705 w 183003"/>
                <a:gd name="connsiteY3" fmla="*/ 137320 h 150709"/>
                <a:gd name="connsiteX4" fmla="*/ 53465 w 183003"/>
                <a:gd name="connsiteY4" fmla="*/ 150238 h 150709"/>
                <a:gd name="connsiteX5" fmla="*/ 56335 w 183003"/>
                <a:gd name="connsiteY5" fmla="*/ 151315 h 150709"/>
                <a:gd name="connsiteX6" fmla="*/ 181567 w 183003"/>
                <a:gd name="connsiteY6" fmla="*/ 96414 h 150709"/>
                <a:gd name="connsiteX7" fmla="*/ 155373 w 183003"/>
                <a:gd name="connsiteY7" fmla="*/ 8500 h 150709"/>
                <a:gd name="connsiteX8" fmla="*/ 129537 w 183003"/>
                <a:gd name="connsiteY8" fmla="*/ 3835 h 150709"/>
                <a:gd name="connsiteX9" fmla="*/ 38394 w 183003"/>
                <a:gd name="connsiteY9" fmla="*/ 53713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003" h="150709">
                  <a:moveTo>
                    <a:pt x="38394" y="53713"/>
                  </a:moveTo>
                  <a:cubicBezTo>
                    <a:pt x="35882" y="55866"/>
                    <a:pt x="33011" y="55507"/>
                    <a:pt x="30141" y="55507"/>
                  </a:cubicBezTo>
                  <a:cubicBezTo>
                    <a:pt x="4305" y="55866"/>
                    <a:pt x="-5384" y="69501"/>
                    <a:pt x="2870" y="93543"/>
                  </a:cubicBezTo>
                  <a:cubicBezTo>
                    <a:pt x="8611" y="109690"/>
                    <a:pt x="18658" y="123685"/>
                    <a:pt x="28705" y="137320"/>
                  </a:cubicBezTo>
                  <a:cubicBezTo>
                    <a:pt x="34447" y="145574"/>
                    <a:pt x="42341" y="151315"/>
                    <a:pt x="53465" y="150238"/>
                  </a:cubicBezTo>
                  <a:cubicBezTo>
                    <a:pt x="54541" y="150597"/>
                    <a:pt x="55618" y="150597"/>
                    <a:pt x="56335" y="151315"/>
                  </a:cubicBezTo>
                  <a:cubicBezTo>
                    <a:pt x="110878" y="161721"/>
                    <a:pt x="149990" y="137320"/>
                    <a:pt x="181567" y="96414"/>
                  </a:cubicBezTo>
                  <a:cubicBezTo>
                    <a:pt x="192691" y="61248"/>
                    <a:pt x="177262" y="33977"/>
                    <a:pt x="155373" y="8500"/>
                  </a:cubicBezTo>
                  <a:cubicBezTo>
                    <a:pt x="147478" y="-830"/>
                    <a:pt x="140661" y="-2624"/>
                    <a:pt x="129537" y="3835"/>
                  </a:cubicBezTo>
                  <a:cubicBezTo>
                    <a:pt x="99395" y="21059"/>
                    <a:pt x="68894" y="36848"/>
                    <a:pt x="38394" y="53713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xmlns="" id="{D94E8CB3-9471-43D9-AA03-7BC79A0ED497}"/>
                </a:ext>
              </a:extLst>
            </p:cNvPr>
            <p:cNvSpPr/>
            <p:nvPr/>
          </p:nvSpPr>
          <p:spPr>
            <a:xfrm>
              <a:off x="7600193" y="1892475"/>
              <a:ext cx="175827" cy="150709"/>
            </a:xfrm>
            <a:custGeom>
              <a:avLst/>
              <a:gdLst>
                <a:gd name="connsiteX0" fmla="*/ 122710 w 175827"/>
                <a:gd name="connsiteY0" fmla="*/ 124649 h 150709"/>
                <a:gd name="connsiteX1" fmla="*/ 158235 w 175827"/>
                <a:gd name="connsiteY1" fmla="*/ 97737 h 150709"/>
                <a:gd name="connsiteX2" fmla="*/ 168641 w 175827"/>
                <a:gd name="connsiteY2" fmla="*/ 23818 h 150709"/>
                <a:gd name="connsiteX3" fmla="*/ 113022 w 175827"/>
                <a:gd name="connsiteY3" fmla="*/ 1929 h 150709"/>
                <a:gd name="connsiteX4" fmla="*/ 55609 w 175827"/>
                <a:gd name="connsiteY4" fmla="*/ 22024 h 150709"/>
                <a:gd name="connsiteX5" fmla="*/ 1426 w 175827"/>
                <a:gd name="connsiteY5" fmla="*/ 110296 h 150709"/>
                <a:gd name="connsiteX6" fmla="*/ 13267 w 175827"/>
                <a:gd name="connsiteY6" fmla="*/ 117114 h 150709"/>
                <a:gd name="connsiteX7" fmla="*/ 60992 w 175827"/>
                <a:gd name="connsiteY7" fmla="*/ 146897 h 150709"/>
                <a:gd name="connsiteX8" fmla="*/ 77498 w 175827"/>
                <a:gd name="connsiteY8" fmla="*/ 149409 h 150709"/>
                <a:gd name="connsiteX9" fmla="*/ 122710 w 175827"/>
                <a:gd name="connsiteY9" fmla="*/ 124649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827" h="150709">
                  <a:moveTo>
                    <a:pt x="122710" y="124649"/>
                  </a:moveTo>
                  <a:cubicBezTo>
                    <a:pt x="134552" y="115679"/>
                    <a:pt x="147470" y="107426"/>
                    <a:pt x="158235" y="97737"/>
                  </a:cubicBezTo>
                  <a:cubicBezTo>
                    <a:pt x="179047" y="79437"/>
                    <a:pt x="182276" y="51089"/>
                    <a:pt x="168641" y="23818"/>
                  </a:cubicBezTo>
                  <a:cubicBezTo>
                    <a:pt x="157158" y="853"/>
                    <a:pt x="146034" y="-3094"/>
                    <a:pt x="113022" y="1929"/>
                  </a:cubicBezTo>
                  <a:cubicBezTo>
                    <a:pt x="92569" y="5159"/>
                    <a:pt x="73909" y="12694"/>
                    <a:pt x="55609" y="22024"/>
                  </a:cubicBezTo>
                  <a:cubicBezTo>
                    <a:pt x="19367" y="40324"/>
                    <a:pt x="-6469" y="65084"/>
                    <a:pt x="1426" y="110296"/>
                  </a:cubicBezTo>
                  <a:cubicBezTo>
                    <a:pt x="4655" y="113885"/>
                    <a:pt x="8243" y="117473"/>
                    <a:pt x="13267" y="117114"/>
                  </a:cubicBezTo>
                  <a:cubicBezTo>
                    <a:pt x="36591" y="115679"/>
                    <a:pt x="51662" y="126444"/>
                    <a:pt x="60992" y="146897"/>
                  </a:cubicBezTo>
                  <a:cubicBezTo>
                    <a:pt x="64939" y="155509"/>
                    <a:pt x="71398" y="152638"/>
                    <a:pt x="77498" y="149409"/>
                  </a:cubicBezTo>
                  <a:cubicBezTo>
                    <a:pt x="92569" y="141156"/>
                    <a:pt x="107640" y="132903"/>
                    <a:pt x="122710" y="124649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xmlns="" id="{5DC7D74B-23E3-4D14-9F78-97B5C3C63300}"/>
                </a:ext>
              </a:extLst>
            </p:cNvPr>
            <p:cNvSpPr/>
            <p:nvPr/>
          </p:nvSpPr>
          <p:spPr>
            <a:xfrm>
              <a:off x="7530044" y="1739838"/>
              <a:ext cx="190180" cy="147121"/>
            </a:xfrm>
            <a:custGeom>
              <a:avLst/>
              <a:gdLst>
                <a:gd name="connsiteX0" fmla="*/ 186400 w 190180"/>
                <a:gd name="connsiteY0" fmla="*/ 107201 h 147120"/>
                <a:gd name="connsiteX1" fmla="*/ 187476 w 190180"/>
                <a:gd name="connsiteY1" fmla="*/ 93206 h 147120"/>
                <a:gd name="connsiteX2" fmla="*/ 136522 w 190180"/>
                <a:gd name="connsiteY2" fmla="*/ 6728 h 147120"/>
                <a:gd name="connsiteX3" fmla="*/ 120734 w 190180"/>
                <a:gd name="connsiteY3" fmla="*/ 2422 h 147120"/>
                <a:gd name="connsiteX4" fmla="*/ 8061 w 190180"/>
                <a:gd name="connsiteY4" fmla="*/ 65218 h 147120"/>
                <a:gd name="connsiteX5" fmla="*/ 525 w 190180"/>
                <a:gd name="connsiteY5" fmla="*/ 81365 h 147120"/>
                <a:gd name="connsiteX6" fmla="*/ 88798 w 190180"/>
                <a:gd name="connsiteY6" fmla="*/ 147749 h 147120"/>
                <a:gd name="connsiteX7" fmla="*/ 186400 w 190180"/>
                <a:gd name="connsiteY7" fmla="*/ 107201 h 14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180" h="147120">
                  <a:moveTo>
                    <a:pt x="186400" y="107201"/>
                  </a:moveTo>
                  <a:cubicBezTo>
                    <a:pt x="192500" y="102895"/>
                    <a:pt x="190347" y="98230"/>
                    <a:pt x="187476" y="93206"/>
                  </a:cubicBezTo>
                  <a:cubicBezTo>
                    <a:pt x="170253" y="64500"/>
                    <a:pt x="153388" y="35793"/>
                    <a:pt x="136522" y="6728"/>
                  </a:cubicBezTo>
                  <a:cubicBezTo>
                    <a:pt x="132217" y="-449"/>
                    <a:pt x="127910" y="-1884"/>
                    <a:pt x="120734" y="2422"/>
                  </a:cubicBezTo>
                  <a:cubicBezTo>
                    <a:pt x="83415" y="23593"/>
                    <a:pt x="45738" y="44405"/>
                    <a:pt x="8061" y="65218"/>
                  </a:cubicBezTo>
                  <a:cubicBezTo>
                    <a:pt x="1602" y="68806"/>
                    <a:pt x="-1269" y="73112"/>
                    <a:pt x="525" y="81365"/>
                  </a:cubicBezTo>
                  <a:cubicBezTo>
                    <a:pt x="9137" y="117248"/>
                    <a:pt x="46456" y="147390"/>
                    <a:pt x="88798" y="147749"/>
                  </a:cubicBezTo>
                  <a:cubicBezTo>
                    <a:pt x="121810" y="145596"/>
                    <a:pt x="154823" y="128372"/>
                    <a:pt x="186400" y="107201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7D7A1605-3A6C-495D-B5F0-E382CB233A14}"/>
                </a:ext>
              </a:extLst>
            </p:cNvPr>
            <p:cNvSpPr/>
            <p:nvPr/>
          </p:nvSpPr>
          <p:spPr>
            <a:xfrm>
              <a:off x="7478936" y="1615703"/>
              <a:ext cx="179416" cy="150709"/>
            </a:xfrm>
            <a:custGeom>
              <a:avLst/>
              <a:gdLst>
                <a:gd name="connsiteX0" fmla="*/ 71369 w 179415"/>
                <a:gd name="connsiteY0" fmla="*/ 148805 h 150709"/>
                <a:gd name="connsiteX1" fmla="*/ 157848 w 179415"/>
                <a:gd name="connsiteY1" fmla="*/ 93186 h 150709"/>
                <a:gd name="connsiteX2" fmla="*/ 175072 w 179415"/>
                <a:gd name="connsiteY2" fmla="*/ 77038 h 150709"/>
                <a:gd name="connsiteX3" fmla="*/ 172201 w 179415"/>
                <a:gd name="connsiteY3" fmla="*/ 22137 h 150709"/>
                <a:gd name="connsiteX4" fmla="*/ 142418 w 179415"/>
                <a:gd name="connsiteY4" fmla="*/ 2402 h 150709"/>
                <a:gd name="connsiteX5" fmla="*/ 71010 w 179415"/>
                <a:gd name="connsiteY5" fmla="*/ 12808 h 150709"/>
                <a:gd name="connsiteX6" fmla="*/ 59169 w 179415"/>
                <a:gd name="connsiteY6" fmla="*/ 14961 h 150709"/>
                <a:gd name="connsiteX7" fmla="*/ 25798 w 179415"/>
                <a:gd name="connsiteY7" fmla="*/ 29314 h 150709"/>
                <a:gd name="connsiteX8" fmla="*/ 11086 w 179415"/>
                <a:gd name="connsiteY8" fmla="*/ 39002 h 150709"/>
                <a:gd name="connsiteX9" fmla="*/ 4986 w 179415"/>
                <a:gd name="connsiteY9" fmla="*/ 64121 h 150709"/>
                <a:gd name="connsiteX10" fmla="*/ 21492 w 179415"/>
                <a:gd name="connsiteY10" fmla="*/ 93186 h 150709"/>
                <a:gd name="connsiteX11" fmla="*/ 51992 w 179415"/>
                <a:gd name="connsiteY11" fmla="*/ 143063 h 150709"/>
                <a:gd name="connsiteX12" fmla="*/ 71369 w 179415"/>
                <a:gd name="connsiteY12" fmla="*/ 148805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415" h="150709">
                  <a:moveTo>
                    <a:pt x="71369" y="148805"/>
                  </a:moveTo>
                  <a:cubicBezTo>
                    <a:pt x="101152" y="131581"/>
                    <a:pt x="132012" y="116151"/>
                    <a:pt x="157848" y="93186"/>
                  </a:cubicBezTo>
                  <a:cubicBezTo>
                    <a:pt x="167177" y="91751"/>
                    <a:pt x="171483" y="84933"/>
                    <a:pt x="175072" y="77038"/>
                  </a:cubicBezTo>
                  <a:cubicBezTo>
                    <a:pt x="184042" y="58020"/>
                    <a:pt x="180454" y="40079"/>
                    <a:pt x="172201" y="22137"/>
                  </a:cubicBezTo>
                  <a:cubicBezTo>
                    <a:pt x="164665" y="11731"/>
                    <a:pt x="160001" y="-6569"/>
                    <a:pt x="142418" y="2402"/>
                  </a:cubicBezTo>
                  <a:cubicBezTo>
                    <a:pt x="119094" y="13884"/>
                    <a:pt x="96129" y="18190"/>
                    <a:pt x="71010" y="12808"/>
                  </a:cubicBezTo>
                  <a:cubicBezTo>
                    <a:pt x="66705" y="12449"/>
                    <a:pt x="61322" y="13525"/>
                    <a:pt x="59169" y="14961"/>
                  </a:cubicBezTo>
                  <a:cubicBezTo>
                    <a:pt x="48763" y="21420"/>
                    <a:pt x="32616" y="14602"/>
                    <a:pt x="25798" y="29314"/>
                  </a:cubicBezTo>
                  <a:cubicBezTo>
                    <a:pt x="20774" y="32543"/>
                    <a:pt x="16109" y="36491"/>
                    <a:pt x="11086" y="39002"/>
                  </a:cubicBezTo>
                  <a:cubicBezTo>
                    <a:pt x="-756" y="45103"/>
                    <a:pt x="-3626" y="52279"/>
                    <a:pt x="4986" y="64121"/>
                  </a:cubicBezTo>
                  <a:cubicBezTo>
                    <a:pt x="11445" y="73091"/>
                    <a:pt x="18621" y="82062"/>
                    <a:pt x="21492" y="93186"/>
                  </a:cubicBezTo>
                  <a:cubicBezTo>
                    <a:pt x="34051" y="108257"/>
                    <a:pt x="42304" y="126198"/>
                    <a:pt x="51992" y="143063"/>
                  </a:cubicBezTo>
                  <a:cubicBezTo>
                    <a:pt x="57016" y="152393"/>
                    <a:pt x="62040" y="154187"/>
                    <a:pt x="71369" y="148805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xmlns="" id="{6A64690E-9608-4E54-A5F4-9365918E59C1}"/>
                </a:ext>
              </a:extLst>
            </p:cNvPr>
            <p:cNvSpPr/>
            <p:nvPr/>
          </p:nvSpPr>
          <p:spPr>
            <a:xfrm>
              <a:off x="8002940" y="2287237"/>
              <a:ext cx="427009" cy="315771"/>
            </a:xfrm>
            <a:custGeom>
              <a:avLst/>
              <a:gdLst>
                <a:gd name="connsiteX0" fmla="*/ 419684 w 427008"/>
                <a:gd name="connsiteY0" fmla="*/ 24847 h 315771"/>
                <a:gd name="connsiteX1" fmla="*/ 406049 w 427008"/>
                <a:gd name="connsiteY1" fmla="*/ 11212 h 315771"/>
                <a:gd name="connsiteX2" fmla="*/ 362630 w 427008"/>
                <a:gd name="connsiteY2" fmla="*/ 14441 h 315771"/>
                <a:gd name="connsiteX3" fmla="*/ 349712 w 427008"/>
                <a:gd name="connsiteY3" fmla="*/ 31306 h 315771"/>
                <a:gd name="connsiteX4" fmla="*/ 146614 w 427008"/>
                <a:gd name="connsiteY4" fmla="*/ 168738 h 315771"/>
                <a:gd name="connsiteX5" fmla="*/ 14923 w 427008"/>
                <a:gd name="connsiteY5" fmla="*/ 201392 h 315771"/>
                <a:gd name="connsiteX6" fmla="*/ 2364 w 427008"/>
                <a:gd name="connsiteY6" fmla="*/ 216463 h 315771"/>
                <a:gd name="connsiteX7" fmla="*/ 85254 w 427008"/>
                <a:gd name="connsiteY7" fmla="*/ 312988 h 315771"/>
                <a:gd name="connsiteX8" fmla="*/ 110372 w 427008"/>
                <a:gd name="connsiteY8" fmla="*/ 314783 h 315771"/>
                <a:gd name="connsiteX9" fmla="*/ 415737 w 427008"/>
                <a:gd name="connsiteY9" fmla="*/ 149003 h 315771"/>
                <a:gd name="connsiteX10" fmla="*/ 426502 w 427008"/>
                <a:gd name="connsiteY10" fmla="*/ 136085 h 315771"/>
                <a:gd name="connsiteX11" fmla="*/ 419684 w 427008"/>
                <a:gd name="connsiteY11" fmla="*/ 24847 h 31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008" h="315771">
                  <a:moveTo>
                    <a:pt x="419684" y="24847"/>
                  </a:moveTo>
                  <a:cubicBezTo>
                    <a:pt x="415020" y="20182"/>
                    <a:pt x="411072" y="15159"/>
                    <a:pt x="406049" y="11212"/>
                  </a:cubicBezTo>
                  <a:cubicBezTo>
                    <a:pt x="386313" y="-4577"/>
                    <a:pt x="378778" y="-3859"/>
                    <a:pt x="362630" y="14441"/>
                  </a:cubicBezTo>
                  <a:cubicBezTo>
                    <a:pt x="358324" y="20182"/>
                    <a:pt x="354377" y="26282"/>
                    <a:pt x="349712" y="31306"/>
                  </a:cubicBezTo>
                  <a:cubicBezTo>
                    <a:pt x="291940" y="91590"/>
                    <a:pt x="224121" y="137520"/>
                    <a:pt x="146614" y="168738"/>
                  </a:cubicBezTo>
                  <a:cubicBezTo>
                    <a:pt x="104272" y="185962"/>
                    <a:pt x="60494" y="197086"/>
                    <a:pt x="14923" y="201392"/>
                  </a:cubicBezTo>
                  <a:cubicBezTo>
                    <a:pt x="7029" y="202110"/>
                    <a:pt x="-5172" y="201033"/>
                    <a:pt x="2364" y="216463"/>
                  </a:cubicBezTo>
                  <a:cubicBezTo>
                    <a:pt x="21741" y="255934"/>
                    <a:pt x="47935" y="289306"/>
                    <a:pt x="85254" y="312988"/>
                  </a:cubicBezTo>
                  <a:cubicBezTo>
                    <a:pt x="93507" y="318371"/>
                    <a:pt x="101401" y="319447"/>
                    <a:pt x="110372" y="314783"/>
                  </a:cubicBezTo>
                  <a:cubicBezTo>
                    <a:pt x="214792" y="264546"/>
                    <a:pt x="317776" y="211080"/>
                    <a:pt x="415737" y="149003"/>
                  </a:cubicBezTo>
                  <a:cubicBezTo>
                    <a:pt x="420761" y="145773"/>
                    <a:pt x="426861" y="142903"/>
                    <a:pt x="426502" y="136085"/>
                  </a:cubicBezTo>
                  <a:cubicBezTo>
                    <a:pt x="425067" y="99125"/>
                    <a:pt x="433320" y="61089"/>
                    <a:pt x="419684" y="24847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A38B977C-A25F-47E4-98BC-D1F10033F082}"/>
                </a:ext>
              </a:extLst>
            </p:cNvPr>
            <p:cNvSpPr/>
            <p:nvPr/>
          </p:nvSpPr>
          <p:spPr>
            <a:xfrm>
              <a:off x="8032358" y="2217277"/>
              <a:ext cx="218887" cy="190180"/>
            </a:xfrm>
            <a:custGeom>
              <a:avLst/>
              <a:gdLst>
                <a:gd name="connsiteX0" fmla="*/ 26411 w 218886"/>
                <a:gd name="connsiteY0" fmla="*/ 157602 h 190180"/>
                <a:gd name="connsiteX1" fmla="*/ 102483 w 218886"/>
                <a:gd name="connsiteY1" fmla="*/ 189179 h 190180"/>
                <a:gd name="connsiteX2" fmla="*/ 189321 w 218886"/>
                <a:gd name="connsiteY2" fmla="*/ 147914 h 190180"/>
                <a:gd name="connsiteX3" fmla="*/ 218027 w 218886"/>
                <a:gd name="connsiteY3" fmla="*/ 69689 h 190180"/>
                <a:gd name="connsiteX4" fmla="*/ 174250 w 218886"/>
                <a:gd name="connsiteY4" fmla="*/ 9405 h 190180"/>
                <a:gd name="connsiteX5" fmla="*/ 143390 w 218886"/>
                <a:gd name="connsiteY5" fmla="*/ 4381 h 190180"/>
                <a:gd name="connsiteX6" fmla="*/ 92795 w 218886"/>
                <a:gd name="connsiteY6" fmla="*/ 30576 h 190180"/>
                <a:gd name="connsiteX7" fmla="*/ 11340 w 218886"/>
                <a:gd name="connsiteY7" fmla="*/ 75789 h 190180"/>
                <a:gd name="connsiteX8" fmla="*/ 575 w 218886"/>
                <a:gd name="connsiteY8" fmla="*/ 93730 h 190180"/>
                <a:gd name="connsiteX9" fmla="*/ 26411 w 218886"/>
                <a:gd name="connsiteY9" fmla="*/ 157602 h 1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886" h="190180">
                  <a:moveTo>
                    <a:pt x="26411" y="157602"/>
                  </a:moveTo>
                  <a:cubicBezTo>
                    <a:pt x="45070" y="183797"/>
                    <a:pt x="70189" y="195280"/>
                    <a:pt x="102483" y="189179"/>
                  </a:cubicBezTo>
                  <a:cubicBezTo>
                    <a:pt x="135137" y="183079"/>
                    <a:pt x="163126" y="166932"/>
                    <a:pt x="189321" y="147914"/>
                  </a:cubicBezTo>
                  <a:cubicBezTo>
                    <a:pt x="215515" y="128537"/>
                    <a:pt x="228074" y="102701"/>
                    <a:pt x="218027" y="69689"/>
                  </a:cubicBezTo>
                  <a:cubicBezTo>
                    <a:pt x="207262" y="46724"/>
                    <a:pt x="191832" y="27705"/>
                    <a:pt x="174250" y="9405"/>
                  </a:cubicBezTo>
                  <a:cubicBezTo>
                    <a:pt x="164561" y="-642"/>
                    <a:pt x="155949" y="-3154"/>
                    <a:pt x="143390" y="4381"/>
                  </a:cubicBezTo>
                  <a:cubicBezTo>
                    <a:pt x="127243" y="14070"/>
                    <a:pt x="109660" y="21964"/>
                    <a:pt x="92795" y="30576"/>
                  </a:cubicBezTo>
                  <a:cubicBezTo>
                    <a:pt x="65524" y="45647"/>
                    <a:pt x="38612" y="60718"/>
                    <a:pt x="11340" y="75789"/>
                  </a:cubicBezTo>
                  <a:cubicBezTo>
                    <a:pt x="4164" y="79736"/>
                    <a:pt x="-1936" y="83324"/>
                    <a:pt x="575" y="93730"/>
                  </a:cubicBezTo>
                  <a:cubicBezTo>
                    <a:pt x="5958" y="115978"/>
                    <a:pt x="12776" y="138225"/>
                    <a:pt x="26411" y="157602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5B5AE59C-6271-4ECC-BF40-E3B6FC23361D}"/>
                </a:ext>
              </a:extLst>
            </p:cNvPr>
            <p:cNvSpPr/>
            <p:nvPr/>
          </p:nvSpPr>
          <p:spPr>
            <a:xfrm>
              <a:off x="7747012" y="2182112"/>
              <a:ext cx="204534" cy="139944"/>
            </a:xfrm>
            <a:custGeom>
              <a:avLst/>
              <a:gdLst>
                <a:gd name="connsiteX0" fmla="*/ 186525 w 204533"/>
                <a:gd name="connsiteY0" fmla="*/ 94806 h 139944"/>
                <a:gd name="connsiteX1" fmla="*/ 187602 w 204533"/>
                <a:gd name="connsiteY1" fmla="*/ 22323 h 139944"/>
                <a:gd name="connsiteX2" fmla="*/ 119424 w 204533"/>
                <a:gd name="connsiteY2" fmla="*/ 2946 h 139944"/>
                <a:gd name="connsiteX3" fmla="*/ 11416 w 204533"/>
                <a:gd name="connsiteY3" fmla="*/ 58564 h 139944"/>
                <a:gd name="connsiteX4" fmla="*/ 292 w 204533"/>
                <a:gd name="connsiteY4" fmla="*/ 73994 h 139944"/>
                <a:gd name="connsiteX5" fmla="*/ 63805 w 204533"/>
                <a:gd name="connsiteY5" fmla="*/ 141813 h 139944"/>
                <a:gd name="connsiteX6" fmla="*/ 186525 w 204533"/>
                <a:gd name="connsiteY6" fmla="*/ 94806 h 1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533" h="139944">
                  <a:moveTo>
                    <a:pt x="186525" y="94806"/>
                  </a:moveTo>
                  <a:cubicBezTo>
                    <a:pt x="210926" y="64306"/>
                    <a:pt x="210208" y="53541"/>
                    <a:pt x="187602" y="22323"/>
                  </a:cubicBezTo>
                  <a:cubicBezTo>
                    <a:pt x="168943" y="1510"/>
                    <a:pt x="145977" y="-4231"/>
                    <a:pt x="119424" y="2946"/>
                  </a:cubicBezTo>
                  <a:cubicBezTo>
                    <a:pt x="83541" y="21605"/>
                    <a:pt x="47299" y="39905"/>
                    <a:pt x="11416" y="58564"/>
                  </a:cubicBezTo>
                  <a:cubicBezTo>
                    <a:pt x="5316" y="61794"/>
                    <a:pt x="-1502" y="63947"/>
                    <a:pt x="292" y="73994"/>
                  </a:cubicBezTo>
                  <a:cubicBezTo>
                    <a:pt x="5316" y="104854"/>
                    <a:pt x="33304" y="138225"/>
                    <a:pt x="63805" y="141813"/>
                  </a:cubicBezTo>
                  <a:cubicBezTo>
                    <a:pt x="111888" y="147196"/>
                    <a:pt x="154948" y="134278"/>
                    <a:pt x="186525" y="94806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xmlns="" id="{DB7026AD-C48D-4AC9-9A44-B7F78C212D31}"/>
                </a:ext>
              </a:extLst>
            </p:cNvPr>
            <p:cNvSpPr/>
            <p:nvPr/>
          </p:nvSpPr>
          <p:spPr>
            <a:xfrm>
              <a:off x="8159601" y="2486087"/>
              <a:ext cx="258358" cy="179416"/>
            </a:xfrm>
            <a:custGeom>
              <a:avLst/>
              <a:gdLst>
                <a:gd name="connsiteX0" fmla="*/ 238623 w 258358"/>
                <a:gd name="connsiteY0" fmla="*/ 30 h 179415"/>
                <a:gd name="connsiteX1" fmla="*/ 230728 w 258358"/>
                <a:gd name="connsiteY1" fmla="*/ 12230 h 179415"/>
                <a:gd name="connsiteX2" fmla="*/ 213146 w 258358"/>
                <a:gd name="connsiteY2" fmla="*/ 42731 h 179415"/>
                <a:gd name="connsiteX3" fmla="*/ 161474 w 258358"/>
                <a:gd name="connsiteY3" fmla="*/ 77537 h 179415"/>
                <a:gd name="connsiteX4" fmla="*/ 35883 w 258358"/>
                <a:gd name="connsiteY4" fmla="*/ 129927 h 179415"/>
                <a:gd name="connsiteX5" fmla="*/ 0 w 258358"/>
                <a:gd name="connsiteY5" fmla="*/ 156480 h 179415"/>
                <a:gd name="connsiteX6" fmla="*/ 94014 w 258358"/>
                <a:gd name="connsiteY6" fmla="*/ 175498 h 179415"/>
                <a:gd name="connsiteX7" fmla="*/ 158962 w 258358"/>
                <a:gd name="connsiteY7" fmla="*/ 175139 h 179415"/>
                <a:gd name="connsiteX8" fmla="*/ 260153 w 258358"/>
                <a:gd name="connsiteY8" fmla="*/ 33042 h 179415"/>
                <a:gd name="connsiteX9" fmla="*/ 255847 w 258358"/>
                <a:gd name="connsiteY9" fmla="*/ 8642 h 179415"/>
                <a:gd name="connsiteX10" fmla="*/ 238623 w 258358"/>
                <a:gd name="connsiteY10" fmla="*/ 30 h 1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358" h="179415">
                  <a:moveTo>
                    <a:pt x="238623" y="30"/>
                  </a:moveTo>
                  <a:cubicBezTo>
                    <a:pt x="231087" y="389"/>
                    <a:pt x="231446" y="6848"/>
                    <a:pt x="230728" y="12230"/>
                  </a:cubicBezTo>
                  <a:cubicBezTo>
                    <a:pt x="228216" y="24430"/>
                    <a:pt x="221758" y="34119"/>
                    <a:pt x="213146" y="42731"/>
                  </a:cubicBezTo>
                  <a:cubicBezTo>
                    <a:pt x="198075" y="57802"/>
                    <a:pt x="180133" y="68208"/>
                    <a:pt x="161474" y="77537"/>
                  </a:cubicBezTo>
                  <a:cubicBezTo>
                    <a:pt x="120926" y="97991"/>
                    <a:pt x="76790" y="110191"/>
                    <a:pt x="35883" y="129927"/>
                  </a:cubicBezTo>
                  <a:cubicBezTo>
                    <a:pt x="24400" y="135309"/>
                    <a:pt x="11483" y="139615"/>
                    <a:pt x="0" y="156480"/>
                  </a:cubicBezTo>
                  <a:cubicBezTo>
                    <a:pt x="36960" y="150739"/>
                    <a:pt x="64948" y="165092"/>
                    <a:pt x="94014" y="175498"/>
                  </a:cubicBezTo>
                  <a:cubicBezTo>
                    <a:pt x="115544" y="183034"/>
                    <a:pt x="137432" y="183034"/>
                    <a:pt x="158962" y="175139"/>
                  </a:cubicBezTo>
                  <a:cubicBezTo>
                    <a:pt x="216016" y="153610"/>
                    <a:pt x="258358" y="94044"/>
                    <a:pt x="260153" y="33042"/>
                  </a:cubicBezTo>
                  <a:cubicBezTo>
                    <a:pt x="260511" y="24789"/>
                    <a:pt x="260511" y="16177"/>
                    <a:pt x="255847" y="8642"/>
                  </a:cubicBezTo>
                  <a:cubicBezTo>
                    <a:pt x="251541" y="2542"/>
                    <a:pt x="245799" y="-329"/>
                    <a:pt x="238623" y="3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xmlns="" id="{9FA21003-D894-4E55-8859-1BE359283A67}"/>
                </a:ext>
              </a:extLst>
            </p:cNvPr>
            <p:cNvSpPr/>
            <p:nvPr/>
          </p:nvSpPr>
          <p:spPr>
            <a:xfrm>
              <a:off x="7870194" y="2319672"/>
              <a:ext cx="168651" cy="150709"/>
            </a:xfrm>
            <a:custGeom>
              <a:avLst/>
              <a:gdLst>
                <a:gd name="connsiteX0" fmla="*/ 168839 w 168650"/>
                <a:gd name="connsiteY0" fmla="*/ 75660 h 150709"/>
                <a:gd name="connsiteX1" fmla="*/ 141209 w 168650"/>
                <a:gd name="connsiteY1" fmla="*/ 8918 h 150709"/>
                <a:gd name="connsiteX2" fmla="*/ 117885 w 168650"/>
                <a:gd name="connsiteY2" fmla="*/ 3535 h 150709"/>
                <a:gd name="connsiteX3" fmla="*/ 16336 w 168650"/>
                <a:gd name="connsiteY3" fmla="*/ 60589 h 150709"/>
                <a:gd name="connsiteX4" fmla="*/ 12030 w 168650"/>
                <a:gd name="connsiteY4" fmla="*/ 92525 h 150709"/>
                <a:gd name="connsiteX5" fmla="*/ 34278 w 168650"/>
                <a:gd name="connsiteY5" fmla="*/ 110467 h 150709"/>
                <a:gd name="connsiteX6" fmla="*/ 65496 w 168650"/>
                <a:gd name="connsiteY6" fmla="*/ 134150 h 150709"/>
                <a:gd name="connsiteX7" fmla="*/ 121474 w 168650"/>
                <a:gd name="connsiteY7" fmla="*/ 141685 h 150709"/>
                <a:gd name="connsiteX8" fmla="*/ 152692 w 168650"/>
                <a:gd name="connsiteY8" fmla="*/ 118002 h 150709"/>
                <a:gd name="connsiteX9" fmla="*/ 168839 w 168650"/>
                <a:gd name="connsiteY9" fmla="*/ 75660 h 1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650" h="150709">
                  <a:moveTo>
                    <a:pt x="168839" y="75660"/>
                  </a:moveTo>
                  <a:cubicBezTo>
                    <a:pt x="167763" y="50183"/>
                    <a:pt x="155563" y="29371"/>
                    <a:pt x="141209" y="8918"/>
                  </a:cubicBezTo>
                  <a:cubicBezTo>
                    <a:pt x="134392" y="-771"/>
                    <a:pt x="128650" y="-2565"/>
                    <a:pt x="117885" y="3535"/>
                  </a:cubicBezTo>
                  <a:cubicBezTo>
                    <a:pt x="84514" y="23271"/>
                    <a:pt x="50425" y="41571"/>
                    <a:pt x="16336" y="60589"/>
                  </a:cubicBezTo>
                  <a:cubicBezTo>
                    <a:pt x="-4476" y="72072"/>
                    <a:pt x="-4835" y="74943"/>
                    <a:pt x="12030" y="92525"/>
                  </a:cubicBezTo>
                  <a:cubicBezTo>
                    <a:pt x="18489" y="99343"/>
                    <a:pt x="26383" y="105084"/>
                    <a:pt x="34278" y="110467"/>
                  </a:cubicBezTo>
                  <a:cubicBezTo>
                    <a:pt x="45043" y="118002"/>
                    <a:pt x="56166" y="124820"/>
                    <a:pt x="65496" y="134150"/>
                  </a:cubicBezTo>
                  <a:cubicBezTo>
                    <a:pt x="89897" y="158192"/>
                    <a:pt x="89897" y="158192"/>
                    <a:pt x="121474" y="141685"/>
                  </a:cubicBezTo>
                  <a:cubicBezTo>
                    <a:pt x="133315" y="135585"/>
                    <a:pt x="143721" y="127691"/>
                    <a:pt x="152692" y="118002"/>
                  </a:cubicBezTo>
                  <a:cubicBezTo>
                    <a:pt x="163457" y="105802"/>
                    <a:pt x="169557" y="91808"/>
                    <a:pt x="168839" y="75660"/>
                  </a:cubicBezTo>
                  <a:close/>
                </a:path>
              </a:pathLst>
            </a:custGeom>
            <a:grpFill/>
            <a:ln w="35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64" y="4085013"/>
            <a:ext cx="1772857" cy="604803"/>
          </a:xfrm>
          <a:prstGeom prst="rect">
            <a:avLst/>
          </a:prstGeom>
        </p:spPr>
      </p:pic>
      <p:pic>
        <p:nvPicPr>
          <p:cNvPr id="2052" name="Picture 4" descr="C:\Users\ahmed\Desktop\supabas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0526">
            <a:off x="8192212" y="4686286"/>
            <a:ext cx="2006679" cy="2006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ahmed\Desktop\android studi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17" y="1415036"/>
            <a:ext cx="1213260" cy="121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ahmed\Desktop\firebas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601" y="5151898"/>
            <a:ext cx="1344036" cy="134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49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D59EC876-354B-49C3-AC78-69064245FC1B}"/>
              </a:ext>
            </a:extLst>
          </p:cNvPr>
          <p:cNvCxnSpPr>
            <a:cxnSpLocks/>
          </p:cNvCxnSpPr>
          <p:nvPr/>
        </p:nvCxnSpPr>
        <p:spPr>
          <a:xfrm flipV="1">
            <a:off x="870438" y="2160767"/>
            <a:ext cx="10221968" cy="2444134"/>
          </a:xfrm>
          <a:prstGeom prst="line">
            <a:avLst/>
          </a:prstGeom>
          <a:ln w="317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AA27E2C5-E89E-4948-AF49-122215C2BAD4}"/>
              </a:ext>
            </a:extLst>
          </p:cNvPr>
          <p:cNvSpPr txBox="1"/>
          <p:nvPr/>
        </p:nvSpPr>
        <p:spPr>
          <a:xfrm rot="20925171">
            <a:off x="8707918" y="2787328"/>
            <a:ext cx="2424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accent1"/>
                </a:solidFill>
                <a:cs typeface="Arial" pitchFamily="34" charset="0"/>
              </a:rPr>
              <a:t>Выполнены все поставленные задачи.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B3CEA02B-C05F-4AA5-A942-29DEADBD0B3A}"/>
              </a:ext>
            </a:extLst>
          </p:cNvPr>
          <p:cNvSpPr/>
          <p:nvPr/>
        </p:nvSpPr>
        <p:spPr>
          <a:xfrm>
            <a:off x="1592408" y="4220804"/>
            <a:ext cx="368424" cy="368424"/>
          </a:xfrm>
          <a:prstGeom prst="ellipse">
            <a:avLst/>
          </a:prstGeom>
          <a:solidFill>
            <a:schemeClr val="tx1"/>
          </a:solidFill>
          <a:ln w="412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xmlns="" id="{7954BEFF-A65B-4D97-BA1E-FD4A808126BF}"/>
              </a:ext>
            </a:extLst>
          </p:cNvPr>
          <p:cNvSpPr/>
          <p:nvPr/>
        </p:nvSpPr>
        <p:spPr>
          <a:xfrm>
            <a:off x="5641252" y="3259002"/>
            <a:ext cx="368424" cy="368424"/>
          </a:xfrm>
          <a:prstGeom prst="ellipse">
            <a:avLst/>
          </a:prstGeom>
          <a:solidFill>
            <a:schemeClr val="tx1"/>
          </a:solidFill>
          <a:ln w="412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xmlns="" id="{C137ACB1-1308-4D86-8E42-273491F090F4}"/>
              </a:ext>
            </a:extLst>
          </p:cNvPr>
          <p:cNvSpPr/>
          <p:nvPr/>
        </p:nvSpPr>
        <p:spPr>
          <a:xfrm>
            <a:off x="9551681" y="2306021"/>
            <a:ext cx="368424" cy="368424"/>
          </a:xfrm>
          <a:prstGeom prst="ellipse">
            <a:avLst/>
          </a:prstGeom>
          <a:solidFill>
            <a:schemeClr val="tx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70" name="Graphic 3">
            <a:extLst>
              <a:ext uri="{FF2B5EF4-FFF2-40B4-BE49-F238E27FC236}">
                <a16:creationId xmlns:a16="http://schemas.microsoft.com/office/drawing/2014/main" xmlns="" id="{31118DA8-709B-4C90-ABC9-2A70E2190A4B}"/>
              </a:ext>
            </a:extLst>
          </p:cNvPr>
          <p:cNvGrpSpPr/>
          <p:nvPr/>
        </p:nvGrpSpPr>
        <p:grpSpPr>
          <a:xfrm flipH="1">
            <a:off x="6180362" y="1439279"/>
            <a:ext cx="1388744" cy="1602569"/>
            <a:chOff x="5653615" y="-84"/>
            <a:chExt cx="2013942" cy="2324030"/>
          </a:xfrm>
          <a:solidFill>
            <a:schemeClr val="bg1"/>
          </a:solidFill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30C7A574-7EA0-41CC-8CA2-1851526CC4B6}"/>
                </a:ext>
              </a:extLst>
            </p:cNvPr>
            <p:cNvSpPr/>
            <p:nvPr/>
          </p:nvSpPr>
          <p:spPr>
            <a:xfrm>
              <a:off x="6199103" y="-84"/>
              <a:ext cx="1468455" cy="1524084"/>
            </a:xfrm>
            <a:custGeom>
              <a:avLst/>
              <a:gdLst>
                <a:gd name="connsiteX0" fmla="*/ 1443037 w 1468455"/>
                <a:gd name="connsiteY0" fmla="*/ 158200 h 1524084"/>
                <a:gd name="connsiteX1" fmla="*/ 1276350 w 1468455"/>
                <a:gd name="connsiteY1" fmla="*/ 17230 h 1524084"/>
                <a:gd name="connsiteX2" fmla="*/ 1166812 w 1468455"/>
                <a:gd name="connsiteY2" fmla="*/ 51520 h 1524084"/>
                <a:gd name="connsiteX3" fmla="*/ 633412 w 1468455"/>
                <a:gd name="connsiteY3" fmla="*/ 810662 h 1524084"/>
                <a:gd name="connsiteX4" fmla="*/ 564833 w 1468455"/>
                <a:gd name="connsiteY4" fmla="*/ 821140 h 1524084"/>
                <a:gd name="connsiteX5" fmla="*/ 0 w 1468455"/>
                <a:gd name="connsiteY5" fmla="*/ 842095 h 1524084"/>
                <a:gd name="connsiteX6" fmla="*/ 680085 w 1468455"/>
                <a:gd name="connsiteY6" fmla="*/ 1034500 h 1524084"/>
                <a:gd name="connsiteX7" fmla="*/ 921067 w 1468455"/>
                <a:gd name="connsiteY7" fmla="*/ 1524085 h 1524084"/>
                <a:gd name="connsiteX8" fmla="*/ 935355 w 1468455"/>
                <a:gd name="connsiteY8" fmla="*/ 1473602 h 1524084"/>
                <a:gd name="connsiteX9" fmla="*/ 782955 w 1468455"/>
                <a:gd name="connsiteY9" fmla="*/ 979255 h 1524084"/>
                <a:gd name="connsiteX10" fmla="*/ 774383 w 1468455"/>
                <a:gd name="connsiteY10" fmla="*/ 919247 h 1524084"/>
                <a:gd name="connsiteX11" fmla="*/ 1426845 w 1468455"/>
                <a:gd name="connsiteY11" fmla="*/ 270595 h 1524084"/>
                <a:gd name="connsiteX12" fmla="*/ 1443037 w 1468455"/>
                <a:gd name="connsiteY12" fmla="*/ 158200 h 15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8455" h="1524084">
                  <a:moveTo>
                    <a:pt x="1443037" y="158200"/>
                  </a:moveTo>
                  <a:cubicBezTo>
                    <a:pt x="1392555" y="105812"/>
                    <a:pt x="1336358" y="58187"/>
                    <a:pt x="1276350" y="17230"/>
                  </a:cubicBezTo>
                  <a:cubicBezTo>
                    <a:pt x="1227773" y="-15155"/>
                    <a:pt x="1187767" y="-868"/>
                    <a:pt x="1166812" y="51520"/>
                  </a:cubicBezTo>
                  <a:cubicBezTo>
                    <a:pt x="1049655" y="346795"/>
                    <a:pt x="865822" y="596350"/>
                    <a:pt x="633412" y="810662"/>
                  </a:cubicBezTo>
                  <a:cubicBezTo>
                    <a:pt x="609600" y="832570"/>
                    <a:pt x="594360" y="834475"/>
                    <a:pt x="564833" y="821140"/>
                  </a:cubicBezTo>
                  <a:cubicBezTo>
                    <a:pt x="373380" y="736367"/>
                    <a:pt x="184785" y="744940"/>
                    <a:pt x="0" y="842095"/>
                  </a:cubicBezTo>
                  <a:cubicBezTo>
                    <a:pt x="257175" y="800185"/>
                    <a:pt x="485775" y="855430"/>
                    <a:pt x="680085" y="1034500"/>
                  </a:cubicBezTo>
                  <a:cubicBezTo>
                    <a:pt x="824865" y="1164992"/>
                    <a:pt x="899160" y="1330727"/>
                    <a:pt x="921067" y="1524085"/>
                  </a:cubicBezTo>
                  <a:cubicBezTo>
                    <a:pt x="936308" y="1508845"/>
                    <a:pt x="933450" y="1489795"/>
                    <a:pt x="935355" y="1473602"/>
                  </a:cubicBezTo>
                  <a:cubicBezTo>
                    <a:pt x="953453" y="1287865"/>
                    <a:pt x="901065" y="1123082"/>
                    <a:pt x="782955" y="979255"/>
                  </a:cubicBezTo>
                  <a:cubicBezTo>
                    <a:pt x="752475" y="963062"/>
                    <a:pt x="758190" y="944012"/>
                    <a:pt x="774383" y="919247"/>
                  </a:cubicBezTo>
                  <a:cubicBezTo>
                    <a:pt x="945833" y="656357"/>
                    <a:pt x="1161098" y="438235"/>
                    <a:pt x="1426845" y="270595"/>
                  </a:cubicBezTo>
                  <a:cubicBezTo>
                    <a:pt x="1474470" y="240115"/>
                    <a:pt x="1483042" y="199157"/>
                    <a:pt x="1443037" y="158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84B22AD8-5C98-4F5E-9384-46D4A83B6642}"/>
                </a:ext>
              </a:extLst>
            </p:cNvPr>
            <p:cNvSpPr/>
            <p:nvPr/>
          </p:nvSpPr>
          <p:spPr>
            <a:xfrm>
              <a:off x="5653615" y="928303"/>
              <a:ext cx="1396834" cy="1395642"/>
            </a:xfrm>
            <a:custGeom>
              <a:avLst/>
              <a:gdLst>
                <a:gd name="connsiteX0" fmla="*/ 1136990 w 1396834"/>
                <a:gd name="connsiteY0" fmla="*/ 153737 h 1395642"/>
                <a:gd name="connsiteX1" fmla="*/ 1086508 w 1396834"/>
                <a:gd name="connsiteY1" fmla="*/ 118494 h 1395642"/>
                <a:gd name="connsiteX2" fmla="*/ 131150 w 1396834"/>
                <a:gd name="connsiteY2" fmla="*/ 289944 h 1395642"/>
                <a:gd name="connsiteX3" fmla="*/ 2563 w 1396834"/>
                <a:gd name="connsiteY3" fmla="*/ 775719 h 1395642"/>
                <a:gd name="connsiteX4" fmla="*/ 818855 w 1396834"/>
                <a:gd name="connsiteY4" fmla="*/ 1386272 h 1395642"/>
                <a:gd name="connsiteX5" fmla="*/ 1389403 w 1396834"/>
                <a:gd name="connsiteY5" fmla="*/ 603317 h 1395642"/>
                <a:gd name="connsiteX6" fmla="*/ 1136990 w 1396834"/>
                <a:gd name="connsiteY6" fmla="*/ 153737 h 1395642"/>
                <a:gd name="connsiteX7" fmla="*/ 194015 w 1396834"/>
                <a:gd name="connsiteY7" fmla="*/ 643322 h 1395642"/>
                <a:gd name="connsiteX8" fmla="*/ 184490 w 1396834"/>
                <a:gd name="connsiteY8" fmla="*/ 669992 h 1395642"/>
                <a:gd name="connsiteX9" fmla="*/ 188300 w 1396834"/>
                <a:gd name="connsiteY9" fmla="*/ 943359 h 1395642"/>
                <a:gd name="connsiteX10" fmla="*/ 115910 w 1396834"/>
                <a:gd name="connsiteY10" fmla="*/ 756669 h 1395642"/>
                <a:gd name="connsiteX11" fmla="*/ 247355 w 1396834"/>
                <a:gd name="connsiteY11" fmla="*/ 298517 h 1395642"/>
                <a:gd name="connsiteX12" fmla="*/ 775992 w 1396834"/>
                <a:gd name="connsiteY12" fmla="*/ 118494 h 1395642"/>
                <a:gd name="connsiteX13" fmla="*/ 796948 w 1396834"/>
                <a:gd name="connsiteY13" fmla="*/ 132782 h 1395642"/>
                <a:gd name="connsiteX14" fmla="*/ 435950 w 1396834"/>
                <a:gd name="connsiteY14" fmla="*/ 270894 h 1395642"/>
                <a:gd name="connsiteX15" fmla="*/ 194015 w 1396834"/>
                <a:gd name="connsiteY15" fmla="*/ 643322 h 1395642"/>
                <a:gd name="connsiteX16" fmla="*/ 695030 w 1396834"/>
                <a:gd name="connsiteY16" fmla="*/ 908117 h 1395642"/>
                <a:gd name="connsiteX17" fmla="*/ 487385 w 1396834"/>
                <a:gd name="connsiteY17" fmla="*/ 694757 h 1395642"/>
                <a:gd name="connsiteX18" fmla="*/ 699792 w 1396834"/>
                <a:gd name="connsiteY18" fmla="*/ 487112 h 1395642"/>
                <a:gd name="connsiteX19" fmla="*/ 908390 w 1396834"/>
                <a:gd name="connsiteY19" fmla="*/ 699519 h 1395642"/>
                <a:gd name="connsiteX20" fmla="*/ 695030 w 1396834"/>
                <a:gd name="connsiteY20" fmla="*/ 908117 h 139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96834" h="1395642">
                  <a:moveTo>
                    <a:pt x="1136990" y="153737"/>
                  </a:moveTo>
                  <a:cubicBezTo>
                    <a:pt x="1119845" y="142307"/>
                    <a:pt x="1103653" y="129924"/>
                    <a:pt x="1086508" y="118494"/>
                  </a:cubicBezTo>
                  <a:cubicBezTo>
                    <a:pt x="774088" y="-91056"/>
                    <a:pt x="350225" y="-15808"/>
                    <a:pt x="131150" y="289944"/>
                  </a:cubicBezTo>
                  <a:cubicBezTo>
                    <a:pt x="27328" y="435677"/>
                    <a:pt x="-10772" y="598554"/>
                    <a:pt x="2563" y="775719"/>
                  </a:cubicBezTo>
                  <a:cubicBezTo>
                    <a:pt x="58760" y="1198629"/>
                    <a:pt x="438807" y="1448184"/>
                    <a:pt x="818855" y="1386272"/>
                  </a:cubicBezTo>
                  <a:cubicBezTo>
                    <a:pt x="1176042" y="1328169"/>
                    <a:pt x="1445600" y="961457"/>
                    <a:pt x="1389403" y="603317"/>
                  </a:cubicBezTo>
                  <a:cubicBezTo>
                    <a:pt x="1360828" y="421389"/>
                    <a:pt x="1277008" y="272799"/>
                    <a:pt x="1136990" y="153737"/>
                  </a:cubicBezTo>
                  <a:close/>
                  <a:moveTo>
                    <a:pt x="194015" y="643322"/>
                  </a:moveTo>
                  <a:cubicBezTo>
                    <a:pt x="192110" y="652847"/>
                    <a:pt x="188300" y="661419"/>
                    <a:pt x="184490" y="669992"/>
                  </a:cubicBezTo>
                  <a:cubicBezTo>
                    <a:pt x="174013" y="759527"/>
                    <a:pt x="166392" y="849062"/>
                    <a:pt x="188300" y="943359"/>
                  </a:cubicBezTo>
                  <a:cubicBezTo>
                    <a:pt x="152105" y="905259"/>
                    <a:pt x="122578" y="824297"/>
                    <a:pt x="115910" y="756669"/>
                  </a:cubicBezTo>
                  <a:cubicBezTo>
                    <a:pt x="85430" y="582362"/>
                    <a:pt x="132103" y="428057"/>
                    <a:pt x="247355" y="298517"/>
                  </a:cubicBezTo>
                  <a:cubicBezTo>
                    <a:pt x="388325" y="140402"/>
                    <a:pt x="567395" y="84204"/>
                    <a:pt x="775992" y="118494"/>
                  </a:cubicBezTo>
                  <a:cubicBezTo>
                    <a:pt x="783613" y="119447"/>
                    <a:pt x="791233" y="121352"/>
                    <a:pt x="796948" y="132782"/>
                  </a:cubicBezTo>
                  <a:cubicBezTo>
                    <a:pt x="662645" y="143259"/>
                    <a:pt x="541678" y="188979"/>
                    <a:pt x="435950" y="270894"/>
                  </a:cubicBezTo>
                  <a:cubicBezTo>
                    <a:pt x="313078" y="368049"/>
                    <a:pt x="233067" y="492827"/>
                    <a:pt x="194015" y="643322"/>
                  </a:cubicBezTo>
                  <a:close/>
                  <a:moveTo>
                    <a:pt x="695030" y="908117"/>
                  </a:moveTo>
                  <a:cubicBezTo>
                    <a:pt x="577873" y="907164"/>
                    <a:pt x="486432" y="812867"/>
                    <a:pt x="487385" y="694757"/>
                  </a:cubicBezTo>
                  <a:cubicBezTo>
                    <a:pt x="488338" y="576647"/>
                    <a:pt x="580730" y="486159"/>
                    <a:pt x="699792" y="487112"/>
                  </a:cubicBezTo>
                  <a:cubicBezTo>
                    <a:pt x="816950" y="488064"/>
                    <a:pt x="909342" y="581409"/>
                    <a:pt x="908390" y="699519"/>
                  </a:cubicBezTo>
                  <a:cubicBezTo>
                    <a:pt x="907437" y="816677"/>
                    <a:pt x="812188" y="909069"/>
                    <a:pt x="695030" y="9081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4D4F6027-AC32-4FEA-9926-20C956C965CC}"/>
              </a:ext>
            </a:extLst>
          </p:cNvPr>
          <p:cNvSpPr txBox="1"/>
          <p:nvPr/>
        </p:nvSpPr>
        <p:spPr>
          <a:xfrm rot="20824437">
            <a:off x="546030" y="4720028"/>
            <a:ext cx="2829599" cy="707886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bg1"/>
                </a:solidFill>
                <a:cs typeface="Arial" pitchFamily="34" charset="0"/>
              </a:rPr>
              <a:t>Обе части системы реализованы.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0FF39BAE-E9D8-4D39-8D6D-FF2067EB635B}"/>
              </a:ext>
            </a:extLst>
          </p:cNvPr>
          <p:cNvSpPr txBox="1"/>
          <p:nvPr/>
        </p:nvSpPr>
        <p:spPr>
          <a:xfrm rot="20825260">
            <a:off x="4570492" y="3749551"/>
            <a:ext cx="2821860" cy="707886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bg1"/>
                </a:solidFill>
                <a:cs typeface="Arial" pitchFamily="34" charset="0"/>
              </a:rPr>
              <a:t>Работают согласно требованиям.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0B94D02B-345C-41B0-B407-D58218E5F9FA}"/>
              </a:ext>
            </a:extLst>
          </p:cNvPr>
          <p:cNvGrpSpPr/>
          <p:nvPr/>
        </p:nvGrpSpPr>
        <p:grpSpPr>
          <a:xfrm flipH="1">
            <a:off x="107262" y="1921283"/>
            <a:ext cx="5071100" cy="4959518"/>
            <a:chOff x="7602888" y="3079795"/>
            <a:chExt cx="3520981" cy="34435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F3938BF4-E0CC-49D9-80B1-4408A41FBB1A}"/>
                </a:ext>
              </a:extLst>
            </p:cNvPr>
            <p:cNvSpPr/>
            <p:nvPr/>
          </p:nvSpPr>
          <p:spPr>
            <a:xfrm>
              <a:off x="8236029" y="3960678"/>
              <a:ext cx="2887840" cy="2556892"/>
            </a:xfrm>
            <a:custGeom>
              <a:avLst/>
              <a:gdLst>
                <a:gd name="connsiteX0" fmla="*/ 2502386 w 2887263"/>
                <a:gd name="connsiteY0" fmla="*/ 1111120 h 2567484"/>
                <a:gd name="connsiteX1" fmla="*/ 2493192 w 2887263"/>
                <a:gd name="connsiteY1" fmla="*/ 1191110 h 2567484"/>
                <a:gd name="connsiteX2" fmla="*/ 2465609 w 2887263"/>
                <a:gd name="connsiteY2" fmla="*/ 1303739 h 2567484"/>
                <a:gd name="connsiteX3" fmla="*/ 2453657 w 2887263"/>
                <a:gd name="connsiteY3" fmla="*/ 1324886 h 2567484"/>
                <a:gd name="connsiteX4" fmla="*/ 2454117 w 2887263"/>
                <a:gd name="connsiteY4" fmla="*/ 1328564 h 2567484"/>
                <a:gd name="connsiteX5" fmla="*/ 2453197 w 2887263"/>
                <a:gd name="connsiteY5" fmla="*/ 1345573 h 2567484"/>
                <a:gd name="connsiteX6" fmla="*/ 2487675 w 2887263"/>
                <a:gd name="connsiteY6" fmla="*/ 1308796 h 2567484"/>
                <a:gd name="connsiteX7" fmla="*/ 2519396 w 2887263"/>
                <a:gd name="connsiteY7" fmla="*/ 1277536 h 2567484"/>
                <a:gd name="connsiteX8" fmla="*/ 2527210 w 2887263"/>
                <a:gd name="connsiteY8" fmla="*/ 1254091 h 2567484"/>
                <a:gd name="connsiteX9" fmla="*/ 2506983 w 2887263"/>
                <a:gd name="connsiteY9" fmla="*/ 1139623 h 2567484"/>
                <a:gd name="connsiteX10" fmla="*/ 2502386 w 2887263"/>
                <a:gd name="connsiteY10" fmla="*/ 1111120 h 2567484"/>
                <a:gd name="connsiteX11" fmla="*/ 2084510 w 2887263"/>
                <a:gd name="connsiteY11" fmla="*/ 0 h 2567484"/>
                <a:gd name="connsiteX12" fmla="*/ 2147031 w 2887263"/>
                <a:gd name="connsiteY12" fmla="*/ 103435 h 2567484"/>
                <a:gd name="connsiteX13" fmla="*/ 2146811 w 2887263"/>
                <a:gd name="connsiteY13" fmla="*/ 106364 h 2567484"/>
                <a:gd name="connsiteX14" fmla="*/ 2155764 w 2887263"/>
                <a:gd name="connsiteY14" fmla="*/ 114927 h 2567484"/>
                <a:gd name="connsiteX15" fmla="*/ 2185645 w 2887263"/>
                <a:gd name="connsiteY15" fmla="*/ 115387 h 2567484"/>
                <a:gd name="connsiteX16" fmla="*/ 2343326 w 2887263"/>
                <a:gd name="connsiteY16" fmla="*/ 156761 h 2567484"/>
                <a:gd name="connsiteX17" fmla="*/ 2510201 w 2887263"/>
                <a:gd name="connsiteY17" fmla="*/ 225258 h 2567484"/>
                <a:gd name="connsiteX18" fmla="*/ 2626968 w 2887263"/>
                <a:gd name="connsiteY18" fmla="*/ 307086 h 2567484"/>
                <a:gd name="connsiteX19" fmla="*/ 2693166 w 2887263"/>
                <a:gd name="connsiteY19" fmla="*/ 393052 h 2567484"/>
                <a:gd name="connsiteX20" fmla="*/ 2731322 w 2887263"/>
                <a:gd name="connsiteY20" fmla="*/ 470284 h 2567484"/>
                <a:gd name="connsiteX21" fmla="*/ 2762123 w 2887263"/>
                <a:gd name="connsiteY21" fmla="*/ 572339 h 2567484"/>
                <a:gd name="connsiteX22" fmla="*/ 2785108 w 2887263"/>
                <a:gd name="connsiteY22" fmla="*/ 676694 h 2567484"/>
                <a:gd name="connsiteX23" fmla="*/ 2804876 w 2887263"/>
                <a:gd name="connsiteY23" fmla="*/ 790242 h 2567484"/>
                <a:gd name="connsiteX24" fmla="*/ 2823264 w 2887263"/>
                <a:gd name="connsiteY24" fmla="*/ 893218 h 2567484"/>
                <a:gd name="connsiteX25" fmla="*/ 2830160 w 2887263"/>
                <a:gd name="connsiteY25" fmla="*/ 948843 h 2567484"/>
                <a:gd name="connsiteX26" fmla="*/ 2853145 w 2887263"/>
                <a:gd name="connsiteY26" fmla="*/ 1132727 h 2567484"/>
                <a:gd name="connsiteX27" fmla="*/ 2870614 w 2887263"/>
                <a:gd name="connsiteY27" fmla="*/ 1276157 h 2567484"/>
                <a:gd name="connsiteX28" fmla="*/ 2880728 w 2887263"/>
                <a:gd name="connsiteY28" fmla="*/ 1365800 h 2567484"/>
                <a:gd name="connsiteX29" fmla="*/ 2887164 w 2887263"/>
                <a:gd name="connsiteY29" fmla="*/ 1435217 h 2567484"/>
                <a:gd name="connsiteX30" fmla="*/ 2873373 w 2887263"/>
                <a:gd name="connsiteY30" fmla="*/ 1455444 h 2567484"/>
                <a:gd name="connsiteX31" fmla="*/ 2661446 w 2887263"/>
                <a:gd name="connsiteY31" fmla="*/ 1554282 h 2567484"/>
                <a:gd name="connsiteX32" fmla="*/ 2448600 w 2887263"/>
                <a:gd name="connsiteY32" fmla="*/ 1652200 h 2567484"/>
                <a:gd name="connsiteX33" fmla="*/ 2447681 w 2887263"/>
                <a:gd name="connsiteY33" fmla="*/ 1794251 h 2567484"/>
                <a:gd name="connsiteX34" fmla="*/ 2452278 w 2887263"/>
                <a:gd name="connsiteY34" fmla="*/ 2138114 h 2567484"/>
                <a:gd name="connsiteX35" fmla="*/ 2458714 w 2887263"/>
                <a:gd name="connsiteY35" fmla="*/ 2567484 h 2567484"/>
                <a:gd name="connsiteX36" fmla="*/ 1263006 w 2887263"/>
                <a:gd name="connsiteY36" fmla="*/ 2567484 h 2567484"/>
                <a:gd name="connsiteX37" fmla="*/ 1282774 w 2887263"/>
                <a:gd name="connsiteY37" fmla="*/ 2310506 h 2567484"/>
                <a:gd name="connsiteX38" fmla="*/ 1307598 w 2887263"/>
                <a:gd name="connsiteY38" fmla="*/ 2093982 h 2567484"/>
                <a:gd name="connsiteX39" fmla="*/ 1331503 w 2887263"/>
                <a:gd name="connsiteY39" fmla="*/ 1937680 h 2567484"/>
                <a:gd name="connsiteX40" fmla="*/ 1373796 w 2887263"/>
                <a:gd name="connsiteY40" fmla="*/ 1729431 h 2567484"/>
                <a:gd name="connsiteX41" fmla="*/ 1407355 w 2887263"/>
                <a:gd name="connsiteY41" fmla="*/ 1629674 h 2567484"/>
                <a:gd name="connsiteX42" fmla="*/ 1414711 w 2887263"/>
                <a:gd name="connsiteY42" fmla="*/ 1601632 h 2567484"/>
                <a:gd name="connsiteX43" fmla="*/ 1407355 w 2887263"/>
                <a:gd name="connsiteY43" fmla="*/ 1593817 h 2567484"/>
                <a:gd name="connsiteX44" fmla="*/ 1380692 w 2887263"/>
                <a:gd name="connsiteY44" fmla="*/ 1481188 h 2567484"/>
                <a:gd name="connsiteX45" fmla="*/ 1359086 w 2887263"/>
                <a:gd name="connsiteY45" fmla="*/ 1385108 h 2567484"/>
                <a:gd name="connsiteX46" fmla="*/ 1320470 w 2887263"/>
                <a:gd name="connsiteY46" fmla="*/ 1223290 h 2567484"/>
                <a:gd name="connsiteX47" fmla="*/ 1297484 w 2887263"/>
                <a:gd name="connsiteY47" fmla="*/ 1117556 h 2567484"/>
                <a:gd name="connsiteX48" fmla="*/ 1288750 w 2887263"/>
                <a:gd name="connsiteY48" fmla="*/ 1097329 h 2567484"/>
                <a:gd name="connsiteX49" fmla="*/ 1247836 w 2887263"/>
                <a:gd name="connsiteY49" fmla="*/ 1174561 h 2567484"/>
                <a:gd name="connsiteX50" fmla="*/ 1186694 w 2887263"/>
                <a:gd name="connsiteY50" fmla="*/ 1272479 h 2567484"/>
                <a:gd name="connsiteX51" fmla="*/ 1127391 w 2887263"/>
                <a:gd name="connsiteY51" fmla="*/ 1352928 h 2567484"/>
                <a:gd name="connsiteX52" fmla="*/ 962355 w 2887263"/>
                <a:gd name="connsiteY52" fmla="*/ 1517045 h 2567484"/>
                <a:gd name="connsiteX53" fmla="*/ 851105 w 2887263"/>
                <a:gd name="connsiteY53" fmla="*/ 1597954 h 2567484"/>
                <a:gd name="connsiteX54" fmla="*/ 766059 w 2887263"/>
                <a:gd name="connsiteY54" fmla="*/ 1646683 h 2567484"/>
                <a:gd name="connsiteX55" fmla="*/ 494829 w 2887263"/>
                <a:gd name="connsiteY55" fmla="*/ 1763910 h 2567484"/>
                <a:gd name="connsiteX56" fmla="*/ 387717 w 2887263"/>
                <a:gd name="connsiteY56" fmla="*/ 1787815 h 2567484"/>
                <a:gd name="connsiteX57" fmla="*/ 272789 w 2887263"/>
                <a:gd name="connsiteY57" fmla="*/ 1802066 h 2567484"/>
                <a:gd name="connsiteX58" fmla="*/ 104995 w 2887263"/>
                <a:gd name="connsiteY58" fmla="*/ 1814937 h 2567484"/>
                <a:gd name="connsiteX59" fmla="*/ 82929 w 2887263"/>
                <a:gd name="connsiteY59" fmla="*/ 1797928 h 2567484"/>
                <a:gd name="connsiteX60" fmla="*/ 77872 w 2887263"/>
                <a:gd name="connsiteY60" fmla="*/ 1793791 h 2567484"/>
                <a:gd name="connsiteX61" fmla="*/ 61322 w 2887263"/>
                <a:gd name="connsiteY61" fmla="*/ 1768966 h 2567484"/>
                <a:gd name="connsiteX62" fmla="*/ 15811 w 2887263"/>
                <a:gd name="connsiteY62" fmla="*/ 1648063 h 2567484"/>
                <a:gd name="connsiteX63" fmla="*/ 5237 w 2887263"/>
                <a:gd name="connsiteY63" fmla="*/ 1623238 h 2567484"/>
                <a:gd name="connsiteX64" fmla="*/ 1100 w 2887263"/>
                <a:gd name="connsiteY64" fmla="*/ 1602091 h 2567484"/>
                <a:gd name="connsiteX65" fmla="*/ 48450 w 2887263"/>
                <a:gd name="connsiteY65" fmla="*/ 1582784 h 2567484"/>
                <a:gd name="connsiteX66" fmla="*/ 308187 w 2887263"/>
                <a:gd name="connsiteY66" fmla="*/ 1494979 h 2567484"/>
                <a:gd name="connsiteX67" fmla="*/ 378063 w 2887263"/>
                <a:gd name="connsiteY67" fmla="*/ 1465098 h 2567484"/>
                <a:gd name="connsiteX68" fmla="*/ 418058 w 2887263"/>
                <a:gd name="connsiteY68" fmla="*/ 1449008 h 2567484"/>
                <a:gd name="connsiteX69" fmla="*/ 576658 w 2887263"/>
                <a:gd name="connsiteY69" fmla="*/ 1360284 h 2567484"/>
                <a:gd name="connsiteX70" fmla="*/ 783528 w 2887263"/>
                <a:gd name="connsiteY70" fmla="*/ 1223290 h 2567484"/>
                <a:gd name="connsiteX71" fmla="*/ 835935 w 2887263"/>
                <a:gd name="connsiteY71" fmla="*/ 1160310 h 2567484"/>
                <a:gd name="connsiteX72" fmla="*/ 888342 w 2887263"/>
                <a:gd name="connsiteY72" fmla="*/ 1061472 h 2567484"/>
                <a:gd name="connsiteX73" fmla="*/ 1003729 w 2887263"/>
                <a:gd name="connsiteY73" fmla="*/ 840351 h 2567484"/>
                <a:gd name="connsiteX74" fmla="*/ 1096131 w 2887263"/>
                <a:gd name="connsiteY74" fmla="*/ 633021 h 2567484"/>
                <a:gd name="connsiteX75" fmla="*/ 1145780 w 2887263"/>
                <a:gd name="connsiteY75" fmla="*/ 473042 h 2567484"/>
                <a:gd name="connsiteX76" fmla="*/ 1238182 w 2887263"/>
                <a:gd name="connsiteY76" fmla="*/ 338347 h 2567484"/>
                <a:gd name="connsiteX77" fmla="*/ 1398621 w 2887263"/>
                <a:gd name="connsiteY77" fmla="*/ 254220 h 2567484"/>
                <a:gd name="connsiteX78" fmla="*/ 1538832 w 2887263"/>
                <a:gd name="connsiteY78" fmla="*/ 180666 h 2567484"/>
                <a:gd name="connsiteX79" fmla="*/ 1593998 w 2887263"/>
                <a:gd name="connsiteY79" fmla="*/ 139752 h 2567484"/>
                <a:gd name="connsiteX80" fmla="*/ 1659736 w 2887263"/>
                <a:gd name="connsiteY80" fmla="*/ 69416 h 2567484"/>
                <a:gd name="connsiteX81" fmla="*/ 1666345 w 2887263"/>
                <a:gd name="connsiteY81" fmla="*/ 75594 h 2567484"/>
                <a:gd name="connsiteX82" fmla="*/ 1666461 w 2887263"/>
                <a:gd name="connsiteY82" fmla="*/ 72635 h 2567484"/>
                <a:gd name="connsiteX83" fmla="*/ 1661576 w 2887263"/>
                <a:gd name="connsiteY83" fmla="*/ 66658 h 2567484"/>
                <a:gd name="connsiteX84" fmla="*/ 1686860 w 2887263"/>
                <a:gd name="connsiteY84" fmla="*/ 58843 h 2567484"/>
                <a:gd name="connsiteX85" fmla="*/ 1778802 w 2887263"/>
                <a:gd name="connsiteY85" fmla="*/ 149866 h 2567484"/>
                <a:gd name="connsiteX86" fmla="*/ 1913038 w 2887263"/>
                <a:gd name="connsiteY86" fmla="*/ 225718 h 2567484"/>
                <a:gd name="connsiteX87" fmla="*/ 1956806 w 2887263"/>
                <a:gd name="connsiteY87" fmla="*/ 244411 h 2567484"/>
                <a:gd name="connsiteX88" fmla="*/ 1967743 w 2887263"/>
                <a:gd name="connsiteY88" fmla="*/ 241348 h 2567484"/>
                <a:gd name="connsiteX89" fmla="*/ 1970387 w 2887263"/>
                <a:gd name="connsiteY89" fmla="*/ 240645 h 2567484"/>
                <a:gd name="connsiteX90" fmla="*/ 2020150 w 2887263"/>
                <a:gd name="connsiteY90" fmla="*/ 197216 h 2567484"/>
                <a:gd name="connsiteX91" fmla="*/ 2083131 w 2887263"/>
                <a:gd name="connsiteY91" fmla="*/ 104354 h 2567484"/>
                <a:gd name="connsiteX92" fmla="*/ 2084970 w 2887263"/>
                <a:gd name="connsiteY92" fmla="*/ 51947 h 2567484"/>
                <a:gd name="connsiteX93" fmla="*/ 2084510 w 2887263"/>
                <a:gd name="connsiteY93" fmla="*/ 0 h 2567484"/>
                <a:gd name="connsiteX0" fmla="*/ 2502386 w 2887263"/>
                <a:gd name="connsiteY0" fmla="*/ 1111120 h 2567484"/>
                <a:gd name="connsiteX1" fmla="*/ 2493192 w 2887263"/>
                <a:gd name="connsiteY1" fmla="*/ 1191110 h 2567484"/>
                <a:gd name="connsiteX2" fmla="*/ 2465609 w 2887263"/>
                <a:gd name="connsiteY2" fmla="*/ 1303739 h 2567484"/>
                <a:gd name="connsiteX3" fmla="*/ 2453657 w 2887263"/>
                <a:gd name="connsiteY3" fmla="*/ 1324886 h 2567484"/>
                <a:gd name="connsiteX4" fmla="*/ 2454117 w 2887263"/>
                <a:gd name="connsiteY4" fmla="*/ 1328564 h 2567484"/>
                <a:gd name="connsiteX5" fmla="*/ 2453197 w 2887263"/>
                <a:gd name="connsiteY5" fmla="*/ 1345573 h 2567484"/>
                <a:gd name="connsiteX6" fmla="*/ 2487675 w 2887263"/>
                <a:gd name="connsiteY6" fmla="*/ 1308796 h 2567484"/>
                <a:gd name="connsiteX7" fmla="*/ 2519396 w 2887263"/>
                <a:gd name="connsiteY7" fmla="*/ 1277536 h 2567484"/>
                <a:gd name="connsiteX8" fmla="*/ 2527210 w 2887263"/>
                <a:gd name="connsiteY8" fmla="*/ 1254091 h 2567484"/>
                <a:gd name="connsiteX9" fmla="*/ 2506983 w 2887263"/>
                <a:gd name="connsiteY9" fmla="*/ 1139623 h 2567484"/>
                <a:gd name="connsiteX10" fmla="*/ 2502386 w 2887263"/>
                <a:gd name="connsiteY10" fmla="*/ 1111120 h 2567484"/>
                <a:gd name="connsiteX11" fmla="*/ 2084510 w 2887263"/>
                <a:gd name="connsiteY11" fmla="*/ 0 h 2567484"/>
                <a:gd name="connsiteX12" fmla="*/ 2147031 w 2887263"/>
                <a:gd name="connsiteY12" fmla="*/ 103435 h 2567484"/>
                <a:gd name="connsiteX13" fmla="*/ 2146811 w 2887263"/>
                <a:gd name="connsiteY13" fmla="*/ 106364 h 2567484"/>
                <a:gd name="connsiteX14" fmla="*/ 2155764 w 2887263"/>
                <a:gd name="connsiteY14" fmla="*/ 114927 h 2567484"/>
                <a:gd name="connsiteX15" fmla="*/ 2185645 w 2887263"/>
                <a:gd name="connsiteY15" fmla="*/ 115387 h 2567484"/>
                <a:gd name="connsiteX16" fmla="*/ 2343326 w 2887263"/>
                <a:gd name="connsiteY16" fmla="*/ 156761 h 2567484"/>
                <a:gd name="connsiteX17" fmla="*/ 2510201 w 2887263"/>
                <a:gd name="connsiteY17" fmla="*/ 225258 h 2567484"/>
                <a:gd name="connsiteX18" fmla="*/ 2626968 w 2887263"/>
                <a:gd name="connsiteY18" fmla="*/ 307086 h 2567484"/>
                <a:gd name="connsiteX19" fmla="*/ 2693166 w 2887263"/>
                <a:gd name="connsiteY19" fmla="*/ 393052 h 2567484"/>
                <a:gd name="connsiteX20" fmla="*/ 2731322 w 2887263"/>
                <a:gd name="connsiteY20" fmla="*/ 470284 h 2567484"/>
                <a:gd name="connsiteX21" fmla="*/ 2762123 w 2887263"/>
                <a:gd name="connsiteY21" fmla="*/ 572339 h 2567484"/>
                <a:gd name="connsiteX22" fmla="*/ 2785108 w 2887263"/>
                <a:gd name="connsiteY22" fmla="*/ 676694 h 2567484"/>
                <a:gd name="connsiteX23" fmla="*/ 2804876 w 2887263"/>
                <a:gd name="connsiteY23" fmla="*/ 790242 h 2567484"/>
                <a:gd name="connsiteX24" fmla="*/ 2823264 w 2887263"/>
                <a:gd name="connsiteY24" fmla="*/ 893218 h 2567484"/>
                <a:gd name="connsiteX25" fmla="*/ 2830160 w 2887263"/>
                <a:gd name="connsiteY25" fmla="*/ 948843 h 2567484"/>
                <a:gd name="connsiteX26" fmla="*/ 2853145 w 2887263"/>
                <a:gd name="connsiteY26" fmla="*/ 1132727 h 2567484"/>
                <a:gd name="connsiteX27" fmla="*/ 2870614 w 2887263"/>
                <a:gd name="connsiteY27" fmla="*/ 1276157 h 2567484"/>
                <a:gd name="connsiteX28" fmla="*/ 2880728 w 2887263"/>
                <a:gd name="connsiteY28" fmla="*/ 1365800 h 2567484"/>
                <a:gd name="connsiteX29" fmla="*/ 2887164 w 2887263"/>
                <a:gd name="connsiteY29" fmla="*/ 1435217 h 2567484"/>
                <a:gd name="connsiteX30" fmla="*/ 2873373 w 2887263"/>
                <a:gd name="connsiteY30" fmla="*/ 1455444 h 2567484"/>
                <a:gd name="connsiteX31" fmla="*/ 2661446 w 2887263"/>
                <a:gd name="connsiteY31" fmla="*/ 1554282 h 2567484"/>
                <a:gd name="connsiteX32" fmla="*/ 2448600 w 2887263"/>
                <a:gd name="connsiteY32" fmla="*/ 1652200 h 2567484"/>
                <a:gd name="connsiteX33" fmla="*/ 2447681 w 2887263"/>
                <a:gd name="connsiteY33" fmla="*/ 1794251 h 2567484"/>
                <a:gd name="connsiteX34" fmla="*/ 2452278 w 2887263"/>
                <a:gd name="connsiteY34" fmla="*/ 2138114 h 2567484"/>
                <a:gd name="connsiteX35" fmla="*/ 2458714 w 2887263"/>
                <a:gd name="connsiteY35" fmla="*/ 2567484 h 2567484"/>
                <a:gd name="connsiteX36" fmla="*/ 1263006 w 2887263"/>
                <a:gd name="connsiteY36" fmla="*/ 2567484 h 2567484"/>
                <a:gd name="connsiteX37" fmla="*/ 1282774 w 2887263"/>
                <a:gd name="connsiteY37" fmla="*/ 2310506 h 2567484"/>
                <a:gd name="connsiteX38" fmla="*/ 1307598 w 2887263"/>
                <a:gd name="connsiteY38" fmla="*/ 2093982 h 2567484"/>
                <a:gd name="connsiteX39" fmla="*/ 1331503 w 2887263"/>
                <a:gd name="connsiteY39" fmla="*/ 1937680 h 2567484"/>
                <a:gd name="connsiteX40" fmla="*/ 1373796 w 2887263"/>
                <a:gd name="connsiteY40" fmla="*/ 1729431 h 2567484"/>
                <a:gd name="connsiteX41" fmla="*/ 1407355 w 2887263"/>
                <a:gd name="connsiteY41" fmla="*/ 1629674 h 2567484"/>
                <a:gd name="connsiteX42" fmla="*/ 1414711 w 2887263"/>
                <a:gd name="connsiteY42" fmla="*/ 1601632 h 2567484"/>
                <a:gd name="connsiteX43" fmla="*/ 1407355 w 2887263"/>
                <a:gd name="connsiteY43" fmla="*/ 1593817 h 2567484"/>
                <a:gd name="connsiteX44" fmla="*/ 1380692 w 2887263"/>
                <a:gd name="connsiteY44" fmla="*/ 1481188 h 2567484"/>
                <a:gd name="connsiteX45" fmla="*/ 1359086 w 2887263"/>
                <a:gd name="connsiteY45" fmla="*/ 1385108 h 2567484"/>
                <a:gd name="connsiteX46" fmla="*/ 1320470 w 2887263"/>
                <a:gd name="connsiteY46" fmla="*/ 1223290 h 2567484"/>
                <a:gd name="connsiteX47" fmla="*/ 1297484 w 2887263"/>
                <a:gd name="connsiteY47" fmla="*/ 1117556 h 2567484"/>
                <a:gd name="connsiteX48" fmla="*/ 1288750 w 2887263"/>
                <a:gd name="connsiteY48" fmla="*/ 1097329 h 2567484"/>
                <a:gd name="connsiteX49" fmla="*/ 1247836 w 2887263"/>
                <a:gd name="connsiteY49" fmla="*/ 1174561 h 2567484"/>
                <a:gd name="connsiteX50" fmla="*/ 1186694 w 2887263"/>
                <a:gd name="connsiteY50" fmla="*/ 1272479 h 2567484"/>
                <a:gd name="connsiteX51" fmla="*/ 1127391 w 2887263"/>
                <a:gd name="connsiteY51" fmla="*/ 1352928 h 2567484"/>
                <a:gd name="connsiteX52" fmla="*/ 962355 w 2887263"/>
                <a:gd name="connsiteY52" fmla="*/ 1517045 h 2567484"/>
                <a:gd name="connsiteX53" fmla="*/ 851105 w 2887263"/>
                <a:gd name="connsiteY53" fmla="*/ 1597954 h 2567484"/>
                <a:gd name="connsiteX54" fmla="*/ 766059 w 2887263"/>
                <a:gd name="connsiteY54" fmla="*/ 1646683 h 2567484"/>
                <a:gd name="connsiteX55" fmla="*/ 494829 w 2887263"/>
                <a:gd name="connsiteY55" fmla="*/ 1763910 h 2567484"/>
                <a:gd name="connsiteX56" fmla="*/ 387717 w 2887263"/>
                <a:gd name="connsiteY56" fmla="*/ 1787815 h 2567484"/>
                <a:gd name="connsiteX57" fmla="*/ 272789 w 2887263"/>
                <a:gd name="connsiteY57" fmla="*/ 1802066 h 2567484"/>
                <a:gd name="connsiteX58" fmla="*/ 104995 w 2887263"/>
                <a:gd name="connsiteY58" fmla="*/ 1814937 h 2567484"/>
                <a:gd name="connsiteX59" fmla="*/ 82929 w 2887263"/>
                <a:gd name="connsiteY59" fmla="*/ 1797928 h 2567484"/>
                <a:gd name="connsiteX60" fmla="*/ 77872 w 2887263"/>
                <a:gd name="connsiteY60" fmla="*/ 1793791 h 2567484"/>
                <a:gd name="connsiteX61" fmla="*/ 61322 w 2887263"/>
                <a:gd name="connsiteY61" fmla="*/ 1768966 h 2567484"/>
                <a:gd name="connsiteX62" fmla="*/ 15811 w 2887263"/>
                <a:gd name="connsiteY62" fmla="*/ 1648063 h 2567484"/>
                <a:gd name="connsiteX63" fmla="*/ 5237 w 2887263"/>
                <a:gd name="connsiteY63" fmla="*/ 1623238 h 2567484"/>
                <a:gd name="connsiteX64" fmla="*/ 1100 w 2887263"/>
                <a:gd name="connsiteY64" fmla="*/ 1602091 h 2567484"/>
                <a:gd name="connsiteX65" fmla="*/ 48450 w 2887263"/>
                <a:gd name="connsiteY65" fmla="*/ 1582784 h 2567484"/>
                <a:gd name="connsiteX66" fmla="*/ 308187 w 2887263"/>
                <a:gd name="connsiteY66" fmla="*/ 1494979 h 2567484"/>
                <a:gd name="connsiteX67" fmla="*/ 378063 w 2887263"/>
                <a:gd name="connsiteY67" fmla="*/ 1465098 h 2567484"/>
                <a:gd name="connsiteX68" fmla="*/ 418058 w 2887263"/>
                <a:gd name="connsiteY68" fmla="*/ 1449008 h 2567484"/>
                <a:gd name="connsiteX69" fmla="*/ 576658 w 2887263"/>
                <a:gd name="connsiteY69" fmla="*/ 1360284 h 2567484"/>
                <a:gd name="connsiteX70" fmla="*/ 783528 w 2887263"/>
                <a:gd name="connsiteY70" fmla="*/ 1223290 h 2567484"/>
                <a:gd name="connsiteX71" fmla="*/ 835935 w 2887263"/>
                <a:gd name="connsiteY71" fmla="*/ 1160310 h 2567484"/>
                <a:gd name="connsiteX72" fmla="*/ 888342 w 2887263"/>
                <a:gd name="connsiteY72" fmla="*/ 1061472 h 2567484"/>
                <a:gd name="connsiteX73" fmla="*/ 1003729 w 2887263"/>
                <a:gd name="connsiteY73" fmla="*/ 840351 h 2567484"/>
                <a:gd name="connsiteX74" fmla="*/ 1096131 w 2887263"/>
                <a:gd name="connsiteY74" fmla="*/ 633021 h 2567484"/>
                <a:gd name="connsiteX75" fmla="*/ 1145780 w 2887263"/>
                <a:gd name="connsiteY75" fmla="*/ 473042 h 2567484"/>
                <a:gd name="connsiteX76" fmla="*/ 1238182 w 2887263"/>
                <a:gd name="connsiteY76" fmla="*/ 338347 h 2567484"/>
                <a:gd name="connsiteX77" fmla="*/ 1398621 w 2887263"/>
                <a:gd name="connsiteY77" fmla="*/ 254220 h 2567484"/>
                <a:gd name="connsiteX78" fmla="*/ 1538832 w 2887263"/>
                <a:gd name="connsiteY78" fmla="*/ 180666 h 2567484"/>
                <a:gd name="connsiteX79" fmla="*/ 1593998 w 2887263"/>
                <a:gd name="connsiteY79" fmla="*/ 139752 h 2567484"/>
                <a:gd name="connsiteX80" fmla="*/ 1659736 w 2887263"/>
                <a:gd name="connsiteY80" fmla="*/ 69416 h 2567484"/>
                <a:gd name="connsiteX81" fmla="*/ 1666345 w 2887263"/>
                <a:gd name="connsiteY81" fmla="*/ 75594 h 2567484"/>
                <a:gd name="connsiteX82" fmla="*/ 1666461 w 2887263"/>
                <a:gd name="connsiteY82" fmla="*/ 72635 h 2567484"/>
                <a:gd name="connsiteX83" fmla="*/ 1661576 w 2887263"/>
                <a:gd name="connsiteY83" fmla="*/ 66658 h 2567484"/>
                <a:gd name="connsiteX84" fmla="*/ 1686860 w 2887263"/>
                <a:gd name="connsiteY84" fmla="*/ 58843 h 2567484"/>
                <a:gd name="connsiteX85" fmla="*/ 1778802 w 2887263"/>
                <a:gd name="connsiteY85" fmla="*/ 149866 h 2567484"/>
                <a:gd name="connsiteX86" fmla="*/ 1913038 w 2887263"/>
                <a:gd name="connsiteY86" fmla="*/ 225718 h 2567484"/>
                <a:gd name="connsiteX87" fmla="*/ 1956806 w 2887263"/>
                <a:gd name="connsiteY87" fmla="*/ 244411 h 2567484"/>
                <a:gd name="connsiteX88" fmla="*/ 1967743 w 2887263"/>
                <a:gd name="connsiteY88" fmla="*/ 241348 h 2567484"/>
                <a:gd name="connsiteX89" fmla="*/ 1970387 w 2887263"/>
                <a:gd name="connsiteY89" fmla="*/ 240645 h 2567484"/>
                <a:gd name="connsiteX90" fmla="*/ 2020150 w 2887263"/>
                <a:gd name="connsiteY90" fmla="*/ 197216 h 2567484"/>
                <a:gd name="connsiteX91" fmla="*/ 2083131 w 2887263"/>
                <a:gd name="connsiteY91" fmla="*/ 104354 h 2567484"/>
                <a:gd name="connsiteX92" fmla="*/ 2084510 w 2887263"/>
                <a:gd name="connsiteY92" fmla="*/ 0 h 2567484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155764 w 2887263"/>
                <a:gd name="connsiteY14" fmla="*/ 104335 h 2556892"/>
                <a:gd name="connsiteX15" fmla="*/ 2185645 w 2887263"/>
                <a:gd name="connsiteY15" fmla="*/ 104795 h 2556892"/>
                <a:gd name="connsiteX16" fmla="*/ 2343326 w 2887263"/>
                <a:gd name="connsiteY16" fmla="*/ 146169 h 2556892"/>
                <a:gd name="connsiteX17" fmla="*/ 2510201 w 2887263"/>
                <a:gd name="connsiteY17" fmla="*/ 214666 h 2556892"/>
                <a:gd name="connsiteX18" fmla="*/ 2626968 w 2887263"/>
                <a:gd name="connsiteY18" fmla="*/ 296494 h 2556892"/>
                <a:gd name="connsiteX19" fmla="*/ 2693166 w 2887263"/>
                <a:gd name="connsiteY19" fmla="*/ 382460 h 2556892"/>
                <a:gd name="connsiteX20" fmla="*/ 2731322 w 2887263"/>
                <a:gd name="connsiteY20" fmla="*/ 459692 h 2556892"/>
                <a:gd name="connsiteX21" fmla="*/ 2762123 w 2887263"/>
                <a:gd name="connsiteY21" fmla="*/ 561747 h 2556892"/>
                <a:gd name="connsiteX22" fmla="*/ 2785108 w 2887263"/>
                <a:gd name="connsiteY22" fmla="*/ 666102 h 2556892"/>
                <a:gd name="connsiteX23" fmla="*/ 2804876 w 2887263"/>
                <a:gd name="connsiteY23" fmla="*/ 779650 h 2556892"/>
                <a:gd name="connsiteX24" fmla="*/ 2823264 w 2887263"/>
                <a:gd name="connsiteY24" fmla="*/ 882626 h 2556892"/>
                <a:gd name="connsiteX25" fmla="*/ 2830160 w 2887263"/>
                <a:gd name="connsiteY25" fmla="*/ 938251 h 2556892"/>
                <a:gd name="connsiteX26" fmla="*/ 2853145 w 2887263"/>
                <a:gd name="connsiteY26" fmla="*/ 1122135 h 2556892"/>
                <a:gd name="connsiteX27" fmla="*/ 2870614 w 2887263"/>
                <a:gd name="connsiteY27" fmla="*/ 1265565 h 2556892"/>
                <a:gd name="connsiteX28" fmla="*/ 2880728 w 2887263"/>
                <a:gd name="connsiteY28" fmla="*/ 1355208 h 2556892"/>
                <a:gd name="connsiteX29" fmla="*/ 2887164 w 2887263"/>
                <a:gd name="connsiteY29" fmla="*/ 1424625 h 2556892"/>
                <a:gd name="connsiteX30" fmla="*/ 2873373 w 2887263"/>
                <a:gd name="connsiteY30" fmla="*/ 1444852 h 2556892"/>
                <a:gd name="connsiteX31" fmla="*/ 2661446 w 2887263"/>
                <a:gd name="connsiteY31" fmla="*/ 1543690 h 2556892"/>
                <a:gd name="connsiteX32" fmla="*/ 2448600 w 2887263"/>
                <a:gd name="connsiteY32" fmla="*/ 1641608 h 2556892"/>
                <a:gd name="connsiteX33" fmla="*/ 2447681 w 2887263"/>
                <a:gd name="connsiteY33" fmla="*/ 1783659 h 2556892"/>
                <a:gd name="connsiteX34" fmla="*/ 2452278 w 2887263"/>
                <a:gd name="connsiteY34" fmla="*/ 2127522 h 2556892"/>
                <a:gd name="connsiteX35" fmla="*/ 2458714 w 2887263"/>
                <a:gd name="connsiteY35" fmla="*/ 2556892 h 2556892"/>
                <a:gd name="connsiteX36" fmla="*/ 1263006 w 2887263"/>
                <a:gd name="connsiteY36" fmla="*/ 2556892 h 2556892"/>
                <a:gd name="connsiteX37" fmla="*/ 1282774 w 2887263"/>
                <a:gd name="connsiteY37" fmla="*/ 2299914 h 2556892"/>
                <a:gd name="connsiteX38" fmla="*/ 1307598 w 2887263"/>
                <a:gd name="connsiteY38" fmla="*/ 2083390 h 2556892"/>
                <a:gd name="connsiteX39" fmla="*/ 1331503 w 2887263"/>
                <a:gd name="connsiteY39" fmla="*/ 1927088 h 2556892"/>
                <a:gd name="connsiteX40" fmla="*/ 1373796 w 2887263"/>
                <a:gd name="connsiteY40" fmla="*/ 1718839 h 2556892"/>
                <a:gd name="connsiteX41" fmla="*/ 1407355 w 2887263"/>
                <a:gd name="connsiteY41" fmla="*/ 1619082 h 2556892"/>
                <a:gd name="connsiteX42" fmla="*/ 1414711 w 2887263"/>
                <a:gd name="connsiteY42" fmla="*/ 1591040 h 2556892"/>
                <a:gd name="connsiteX43" fmla="*/ 1407355 w 2887263"/>
                <a:gd name="connsiteY43" fmla="*/ 1583225 h 2556892"/>
                <a:gd name="connsiteX44" fmla="*/ 1380692 w 2887263"/>
                <a:gd name="connsiteY44" fmla="*/ 1470596 h 2556892"/>
                <a:gd name="connsiteX45" fmla="*/ 1359086 w 2887263"/>
                <a:gd name="connsiteY45" fmla="*/ 1374516 h 2556892"/>
                <a:gd name="connsiteX46" fmla="*/ 1320470 w 2887263"/>
                <a:gd name="connsiteY46" fmla="*/ 1212698 h 2556892"/>
                <a:gd name="connsiteX47" fmla="*/ 1297484 w 2887263"/>
                <a:gd name="connsiteY47" fmla="*/ 1106964 h 2556892"/>
                <a:gd name="connsiteX48" fmla="*/ 1288750 w 2887263"/>
                <a:gd name="connsiteY48" fmla="*/ 1086737 h 2556892"/>
                <a:gd name="connsiteX49" fmla="*/ 1247836 w 2887263"/>
                <a:gd name="connsiteY49" fmla="*/ 1163969 h 2556892"/>
                <a:gd name="connsiteX50" fmla="*/ 1186694 w 2887263"/>
                <a:gd name="connsiteY50" fmla="*/ 1261887 h 2556892"/>
                <a:gd name="connsiteX51" fmla="*/ 1127391 w 2887263"/>
                <a:gd name="connsiteY51" fmla="*/ 1342336 h 2556892"/>
                <a:gd name="connsiteX52" fmla="*/ 962355 w 2887263"/>
                <a:gd name="connsiteY52" fmla="*/ 1506453 h 2556892"/>
                <a:gd name="connsiteX53" fmla="*/ 851105 w 2887263"/>
                <a:gd name="connsiteY53" fmla="*/ 1587362 h 2556892"/>
                <a:gd name="connsiteX54" fmla="*/ 766059 w 2887263"/>
                <a:gd name="connsiteY54" fmla="*/ 1636091 h 2556892"/>
                <a:gd name="connsiteX55" fmla="*/ 494829 w 2887263"/>
                <a:gd name="connsiteY55" fmla="*/ 1753318 h 2556892"/>
                <a:gd name="connsiteX56" fmla="*/ 387717 w 2887263"/>
                <a:gd name="connsiteY56" fmla="*/ 1777223 h 2556892"/>
                <a:gd name="connsiteX57" fmla="*/ 272789 w 2887263"/>
                <a:gd name="connsiteY57" fmla="*/ 1791474 h 2556892"/>
                <a:gd name="connsiteX58" fmla="*/ 104995 w 2887263"/>
                <a:gd name="connsiteY58" fmla="*/ 1804345 h 2556892"/>
                <a:gd name="connsiteX59" fmla="*/ 82929 w 2887263"/>
                <a:gd name="connsiteY59" fmla="*/ 1787336 h 2556892"/>
                <a:gd name="connsiteX60" fmla="*/ 77872 w 2887263"/>
                <a:gd name="connsiteY60" fmla="*/ 1783199 h 2556892"/>
                <a:gd name="connsiteX61" fmla="*/ 61322 w 2887263"/>
                <a:gd name="connsiteY61" fmla="*/ 1758374 h 2556892"/>
                <a:gd name="connsiteX62" fmla="*/ 15811 w 2887263"/>
                <a:gd name="connsiteY62" fmla="*/ 1637471 h 2556892"/>
                <a:gd name="connsiteX63" fmla="*/ 5237 w 2887263"/>
                <a:gd name="connsiteY63" fmla="*/ 1612646 h 2556892"/>
                <a:gd name="connsiteX64" fmla="*/ 1100 w 2887263"/>
                <a:gd name="connsiteY64" fmla="*/ 1591499 h 2556892"/>
                <a:gd name="connsiteX65" fmla="*/ 48450 w 2887263"/>
                <a:gd name="connsiteY65" fmla="*/ 1572192 h 2556892"/>
                <a:gd name="connsiteX66" fmla="*/ 308187 w 2887263"/>
                <a:gd name="connsiteY66" fmla="*/ 1484387 h 2556892"/>
                <a:gd name="connsiteX67" fmla="*/ 378063 w 2887263"/>
                <a:gd name="connsiteY67" fmla="*/ 1454506 h 2556892"/>
                <a:gd name="connsiteX68" fmla="*/ 418058 w 2887263"/>
                <a:gd name="connsiteY68" fmla="*/ 1438416 h 2556892"/>
                <a:gd name="connsiteX69" fmla="*/ 576658 w 2887263"/>
                <a:gd name="connsiteY69" fmla="*/ 1349692 h 2556892"/>
                <a:gd name="connsiteX70" fmla="*/ 783528 w 2887263"/>
                <a:gd name="connsiteY70" fmla="*/ 1212698 h 2556892"/>
                <a:gd name="connsiteX71" fmla="*/ 835935 w 2887263"/>
                <a:gd name="connsiteY71" fmla="*/ 1149718 h 2556892"/>
                <a:gd name="connsiteX72" fmla="*/ 888342 w 2887263"/>
                <a:gd name="connsiteY72" fmla="*/ 1050880 h 2556892"/>
                <a:gd name="connsiteX73" fmla="*/ 1003729 w 2887263"/>
                <a:gd name="connsiteY73" fmla="*/ 829759 h 2556892"/>
                <a:gd name="connsiteX74" fmla="*/ 1096131 w 2887263"/>
                <a:gd name="connsiteY74" fmla="*/ 622429 h 2556892"/>
                <a:gd name="connsiteX75" fmla="*/ 1145780 w 2887263"/>
                <a:gd name="connsiteY75" fmla="*/ 462450 h 2556892"/>
                <a:gd name="connsiteX76" fmla="*/ 1238182 w 2887263"/>
                <a:gd name="connsiteY76" fmla="*/ 327755 h 2556892"/>
                <a:gd name="connsiteX77" fmla="*/ 1398621 w 2887263"/>
                <a:gd name="connsiteY77" fmla="*/ 243628 h 2556892"/>
                <a:gd name="connsiteX78" fmla="*/ 1538832 w 2887263"/>
                <a:gd name="connsiteY78" fmla="*/ 170074 h 2556892"/>
                <a:gd name="connsiteX79" fmla="*/ 1593998 w 2887263"/>
                <a:gd name="connsiteY79" fmla="*/ 129160 h 2556892"/>
                <a:gd name="connsiteX80" fmla="*/ 1659736 w 2887263"/>
                <a:gd name="connsiteY80" fmla="*/ 58824 h 2556892"/>
                <a:gd name="connsiteX81" fmla="*/ 1666345 w 2887263"/>
                <a:gd name="connsiteY81" fmla="*/ 65002 h 2556892"/>
                <a:gd name="connsiteX82" fmla="*/ 1666461 w 2887263"/>
                <a:gd name="connsiteY82" fmla="*/ 62043 h 2556892"/>
                <a:gd name="connsiteX83" fmla="*/ 1661576 w 2887263"/>
                <a:gd name="connsiteY83" fmla="*/ 56066 h 2556892"/>
                <a:gd name="connsiteX84" fmla="*/ 1686860 w 2887263"/>
                <a:gd name="connsiteY84" fmla="*/ 48251 h 2556892"/>
                <a:gd name="connsiteX85" fmla="*/ 1778802 w 2887263"/>
                <a:gd name="connsiteY85" fmla="*/ 139274 h 2556892"/>
                <a:gd name="connsiteX86" fmla="*/ 1913038 w 2887263"/>
                <a:gd name="connsiteY86" fmla="*/ 215126 h 2556892"/>
                <a:gd name="connsiteX87" fmla="*/ 1956806 w 2887263"/>
                <a:gd name="connsiteY87" fmla="*/ 233819 h 2556892"/>
                <a:gd name="connsiteX88" fmla="*/ 1967743 w 2887263"/>
                <a:gd name="connsiteY88" fmla="*/ 230756 h 2556892"/>
                <a:gd name="connsiteX89" fmla="*/ 1970387 w 2887263"/>
                <a:gd name="connsiteY89" fmla="*/ 230053 h 2556892"/>
                <a:gd name="connsiteX90" fmla="*/ 2020150 w 2887263"/>
                <a:gd name="connsiteY90" fmla="*/ 186624 h 2556892"/>
                <a:gd name="connsiteX91" fmla="*/ 2083131 w 2887263"/>
                <a:gd name="connsiteY91" fmla="*/ 93762 h 2556892"/>
                <a:gd name="connsiteX92" fmla="*/ 2088041 w 2887263"/>
                <a:gd name="connsiteY92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155764 w 2887263"/>
                <a:gd name="connsiteY14" fmla="*/ 104335 h 2556892"/>
                <a:gd name="connsiteX15" fmla="*/ 2343326 w 2887263"/>
                <a:gd name="connsiteY15" fmla="*/ 146169 h 2556892"/>
                <a:gd name="connsiteX16" fmla="*/ 2510201 w 2887263"/>
                <a:gd name="connsiteY16" fmla="*/ 214666 h 2556892"/>
                <a:gd name="connsiteX17" fmla="*/ 2626968 w 2887263"/>
                <a:gd name="connsiteY17" fmla="*/ 296494 h 2556892"/>
                <a:gd name="connsiteX18" fmla="*/ 2693166 w 2887263"/>
                <a:gd name="connsiteY18" fmla="*/ 382460 h 2556892"/>
                <a:gd name="connsiteX19" fmla="*/ 2731322 w 2887263"/>
                <a:gd name="connsiteY19" fmla="*/ 459692 h 2556892"/>
                <a:gd name="connsiteX20" fmla="*/ 2762123 w 2887263"/>
                <a:gd name="connsiteY20" fmla="*/ 561747 h 2556892"/>
                <a:gd name="connsiteX21" fmla="*/ 2785108 w 2887263"/>
                <a:gd name="connsiteY21" fmla="*/ 666102 h 2556892"/>
                <a:gd name="connsiteX22" fmla="*/ 2804876 w 2887263"/>
                <a:gd name="connsiteY22" fmla="*/ 779650 h 2556892"/>
                <a:gd name="connsiteX23" fmla="*/ 2823264 w 2887263"/>
                <a:gd name="connsiteY23" fmla="*/ 882626 h 2556892"/>
                <a:gd name="connsiteX24" fmla="*/ 2830160 w 2887263"/>
                <a:gd name="connsiteY24" fmla="*/ 938251 h 2556892"/>
                <a:gd name="connsiteX25" fmla="*/ 2853145 w 2887263"/>
                <a:gd name="connsiteY25" fmla="*/ 1122135 h 2556892"/>
                <a:gd name="connsiteX26" fmla="*/ 2870614 w 2887263"/>
                <a:gd name="connsiteY26" fmla="*/ 1265565 h 2556892"/>
                <a:gd name="connsiteX27" fmla="*/ 2880728 w 2887263"/>
                <a:gd name="connsiteY27" fmla="*/ 1355208 h 2556892"/>
                <a:gd name="connsiteX28" fmla="*/ 2887164 w 2887263"/>
                <a:gd name="connsiteY28" fmla="*/ 1424625 h 2556892"/>
                <a:gd name="connsiteX29" fmla="*/ 2873373 w 2887263"/>
                <a:gd name="connsiteY29" fmla="*/ 1444852 h 2556892"/>
                <a:gd name="connsiteX30" fmla="*/ 2661446 w 2887263"/>
                <a:gd name="connsiteY30" fmla="*/ 1543690 h 2556892"/>
                <a:gd name="connsiteX31" fmla="*/ 2448600 w 2887263"/>
                <a:gd name="connsiteY31" fmla="*/ 1641608 h 2556892"/>
                <a:gd name="connsiteX32" fmla="*/ 2447681 w 2887263"/>
                <a:gd name="connsiteY32" fmla="*/ 1783659 h 2556892"/>
                <a:gd name="connsiteX33" fmla="*/ 2452278 w 2887263"/>
                <a:gd name="connsiteY33" fmla="*/ 2127522 h 2556892"/>
                <a:gd name="connsiteX34" fmla="*/ 2458714 w 2887263"/>
                <a:gd name="connsiteY34" fmla="*/ 2556892 h 2556892"/>
                <a:gd name="connsiteX35" fmla="*/ 1263006 w 2887263"/>
                <a:gd name="connsiteY35" fmla="*/ 2556892 h 2556892"/>
                <a:gd name="connsiteX36" fmla="*/ 1282774 w 2887263"/>
                <a:gd name="connsiteY36" fmla="*/ 2299914 h 2556892"/>
                <a:gd name="connsiteX37" fmla="*/ 1307598 w 2887263"/>
                <a:gd name="connsiteY37" fmla="*/ 2083390 h 2556892"/>
                <a:gd name="connsiteX38" fmla="*/ 1331503 w 2887263"/>
                <a:gd name="connsiteY38" fmla="*/ 1927088 h 2556892"/>
                <a:gd name="connsiteX39" fmla="*/ 1373796 w 2887263"/>
                <a:gd name="connsiteY39" fmla="*/ 1718839 h 2556892"/>
                <a:gd name="connsiteX40" fmla="*/ 1407355 w 2887263"/>
                <a:gd name="connsiteY40" fmla="*/ 1619082 h 2556892"/>
                <a:gd name="connsiteX41" fmla="*/ 1414711 w 2887263"/>
                <a:gd name="connsiteY41" fmla="*/ 1591040 h 2556892"/>
                <a:gd name="connsiteX42" fmla="*/ 1407355 w 2887263"/>
                <a:gd name="connsiteY42" fmla="*/ 1583225 h 2556892"/>
                <a:gd name="connsiteX43" fmla="*/ 1380692 w 2887263"/>
                <a:gd name="connsiteY43" fmla="*/ 1470596 h 2556892"/>
                <a:gd name="connsiteX44" fmla="*/ 1359086 w 2887263"/>
                <a:gd name="connsiteY44" fmla="*/ 1374516 h 2556892"/>
                <a:gd name="connsiteX45" fmla="*/ 1320470 w 2887263"/>
                <a:gd name="connsiteY45" fmla="*/ 1212698 h 2556892"/>
                <a:gd name="connsiteX46" fmla="*/ 1297484 w 2887263"/>
                <a:gd name="connsiteY46" fmla="*/ 1106964 h 2556892"/>
                <a:gd name="connsiteX47" fmla="*/ 1288750 w 2887263"/>
                <a:gd name="connsiteY47" fmla="*/ 1086737 h 2556892"/>
                <a:gd name="connsiteX48" fmla="*/ 1247836 w 2887263"/>
                <a:gd name="connsiteY48" fmla="*/ 1163969 h 2556892"/>
                <a:gd name="connsiteX49" fmla="*/ 1186694 w 2887263"/>
                <a:gd name="connsiteY49" fmla="*/ 1261887 h 2556892"/>
                <a:gd name="connsiteX50" fmla="*/ 1127391 w 2887263"/>
                <a:gd name="connsiteY50" fmla="*/ 1342336 h 2556892"/>
                <a:gd name="connsiteX51" fmla="*/ 962355 w 2887263"/>
                <a:gd name="connsiteY51" fmla="*/ 1506453 h 2556892"/>
                <a:gd name="connsiteX52" fmla="*/ 851105 w 2887263"/>
                <a:gd name="connsiteY52" fmla="*/ 1587362 h 2556892"/>
                <a:gd name="connsiteX53" fmla="*/ 766059 w 2887263"/>
                <a:gd name="connsiteY53" fmla="*/ 1636091 h 2556892"/>
                <a:gd name="connsiteX54" fmla="*/ 494829 w 2887263"/>
                <a:gd name="connsiteY54" fmla="*/ 1753318 h 2556892"/>
                <a:gd name="connsiteX55" fmla="*/ 387717 w 2887263"/>
                <a:gd name="connsiteY55" fmla="*/ 1777223 h 2556892"/>
                <a:gd name="connsiteX56" fmla="*/ 272789 w 2887263"/>
                <a:gd name="connsiteY56" fmla="*/ 1791474 h 2556892"/>
                <a:gd name="connsiteX57" fmla="*/ 104995 w 2887263"/>
                <a:gd name="connsiteY57" fmla="*/ 1804345 h 2556892"/>
                <a:gd name="connsiteX58" fmla="*/ 82929 w 2887263"/>
                <a:gd name="connsiteY58" fmla="*/ 1787336 h 2556892"/>
                <a:gd name="connsiteX59" fmla="*/ 77872 w 2887263"/>
                <a:gd name="connsiteY59" fmla="*/ 1783199 h 2556892"/>
                <a:gd name="connsiteX60" fmla="*/ 61322 w 2887263"/>
                <a:gd name="connsiteY60" fmla="*/ 1758374 h 2556892"/>
                <a:gd name="connsiteX61" fmla="*/ 15811 w 2887263"/>
                <a:gd name="connsiteY61" fmla="*/ 1637471 h 2556892"/>
                <a:gd name="connsiteX62" fmla="*/ 5237 w 2887263"/>
                <a:gd name="connsiteY62" fmla="*/ 1612646 h 2556892"/>
                <a:gd name="connsiteX63" fmla="*/ 1100 w 2887263"/>
                <a:gd name="connsiteY63" fmla="*/ 1591499 h 2556892"/>
                <a:gd name="connsiteX64" fmla="*/ 48450 w 2887263"/>
                <a:gd name="connsiteY64" fmla="*/ 1572192 h 2556892"/>
                <a:gd name="connsiteX65" fmla="*/ 308187 w 2887263"/>
                <a:gd name="connsiteY65" fmla="*/ 1484387 h 2556892"/>
                <a:gd name="connsiteX66" fmla="*/ 378063 w 2887263"/>
                <a:gd name="connsiteY66" fmla="*/ 1454506 h 2556892"/>
                <a:gd name="connsiteX67" fmla="*/ 418058 w 2887263"/>
                <a:gd name="connsiteY67" fmla="*/ 1438416 h 2556892"/>
                <a:gd name="connsiteX68" fmla="*/ 576658 w 2887263"/>
                <a:gd name="connsiteY68" fmla="*/ 1349692 h 2556892"/>
                <a:gd name="connsiteX69" fmla="*/ 783528 w 2887263"/>
                <a:gd name="connsiteY69" fmla="*/ 1212698 h 2556892"/>
                <a:gd name="connsiteX70" fmla="*/ 835935 w 2887263"/>
                <a:gd name="connsiteY70" fmla="*/ 1149718 h 2556892"/>
                <a:gd name="connsiteX71" fmla="*/ 888342 w 2887263"/>
                <a:gd name="connsiteY71" fmla="*/ 1050880 h 2556892"/>
                <a:gd name="connsiteX72" fmla="*/ 1003729 w 2887263"/>
                <a:gd name="connsiteY72" fmla="*/ 829759 h 2556892"/>
                <a:gd name="connsiteX73" fmla="*/ 1096131 w 2887263"/>
                <a:gd name="connsiteY73" fmla="*/ 622429 h 2556892"/>
                <a:gd name="connsiteX74" fmla="*/ 1145780 w 2887263"/>
                <a:gd name="connsiteY74" fmla="*/ 462450 h 2556892"/>
                <a:gd name="connsiteX75" fmla="*/ 1238182 w 2887263"/>
                <a:gd name="connsiteY75" fmla="*/ 327755 h 2556892"/>
                <a:gd name="connsiteX76" fmla="*/ 1398621 w 2887263"/>
                <a:gd name="connsiteY76" fmla="*/ 243628 h 2556892"/>
                <a:gd name="connsiteX77" fmla="*/ 1538832 w 2887263"/>
                <a:gd name="connsiteY77" fmla="*/ 170074 h 2556892"/>
                <a:gd name="connsiteX78" fmla="*/ 1593998 w 2887263"/>
                <a:gd name="connsiteY78" fmla="*/ 129160 h 2556892"/>
                <a:gd name="connsiteX79" fmla="*/ 1659736 w 2887263"/>
                <a:gd name="connsiteY79" fmla="*/ 58824 h 2556892"/>
                <a:gd name="connsiteX80" fmla="*/ 1666345 w 2887263"/>
                <a:gd name="connsiteY80" fmla="*/ 65002 h 2556892"/>
                <a:gd name="connsiteX81" fmla="*/ 1666461 w 2887263"/>
                <a:gd name="connsiteY81" fmla="*/ 62043 h 2556892"/>
                <a:gd name="connsiteX82" fmla="*/ 1661576 w 2887263"/>
                <a:gd name="connsiteY82" fmla="*/ 56066 h 2556892"/>
                <a:gd name="connsiteX83" fmla="*/ 1686860 w 2887263"/>
                <a:gd name="connsiteY83" fmla="*/ 48251 h 2556892"/>
                <a:gd name="connsiteX84" fmla="*/ 1778802 w 2887263"/>
                <a:gd name="connsiteY84" fmla="*/ 139274 h 2556892"/>
                <a:gd name="connsiteX85" fmla="*/ 1913038 w 2887263"/>
                <a:gd name="connsiteY85" fmla="*/ 215126 h 2556892"/>
                <a:gd name="connsiteX86" fmla="*/ 1956806 w 2887263"/>
                <a:gd name="connsiteY86" fmla="*/ 233819 h 2556892"/>
                <a:gd name="connsiteX87" fmla="*/ 1967743 w 2887263"/>
                <a:gd name="connsiteY87" fmla="*/ 230756 h 2556892"/>
                <a:gd name="connsiteX88" fmla="*/ 1970387 w 2887263"/>
                <a:gd name="connsiteY88" fmla="*/ 230053 h 2556892"/>
                <a:gd name="connsiteX89" fmla="*/ 2020150 w 2887263"/>
                <a:gd name="connsiteY89" fmla="*/ 186624 h 2556892"/>
                <a:gd name="connsiteX90" fmla="*/ 2083131 w 2887263"/>
                <a:gd name="connsiteY90" fmla="*/ 93762 h 2556892"/>
                <a:gd name="connsiteX91" fmla="*/ 2088041 w 2887263"/>
                <a:gd name="connsiteY91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59736 w 2887263"/>
                <a:gd name="connsiteY78" fmla="*/ 58824 h 2556892"/>
                <a:gd name="connsiteX79" fmla="*/ 1666345 w 2887263"/>
                <a:gd name="connsiteY79" fmla="*/ 65002 h 2556892"/>
                <a:gd name="connsiteX80" fmla="*/ 1666461 w 2887263"/>
                <a:gd name="connsiteY80" fmla="*/ 62043 h 2556892"/>
                <a:gd name="connsiteX81" fmla="*/ 1661576 w 2887263"/>
                <a:gd name="connsiteY81" fmla="*/ 56066 h 2556892"/>
                <a:gd name="connsiteX82" fmla="*/ 1686860 w 2887263"/>
                <a:gd name="connsiteY82" fmla="*/ 48251 h 2556892"/>
                <a:gd name="connsiteX83" fmla="*/ 1778802 w 2887263"/>
                <a:gd name="connsiteY83" fmla="*/ 139274 h 2556892"/>
                <a:gd name="connsiteX84" fmla="*/ 1913038 w 2887263"/>
                <a:gd name="connsiteY84" fmla="*/ 215126 h 2556892"/>
                <a:gd name="connsiteX85" fmla="*/ 1956806 w 2887263"/>
                <a:gd name="connsiteY85" fmla="*/ 233819 h 2556892"/>
                <a:gd name="connsiteX86" fmla="*/ 1967743 w 2887263"/>
                <a:gd name="connsiteY86" fmla="*/ 230756 h 2556892"/>
                <a:gd name="connsiteX87" fmla="*/ 1970387 w 2887263"/>
                <a:gd name="connsiteY87" fmla="*/ 230053 h 2556892"/>
                <a:gd name="connsiteX88" fmla="*/ 2020150 w 2887263"/>
                <a:gd name="connsiteY88" fmla="*/ 186624 h 2556892"/>
                <a:gd name="connsiteX89" fmla="*/ 2083131 w 2887263"/>
                <a:gd name="connsiteY89" fmla="*/ 93762 h 2556892"/>
                <a:gd name="connsiteX90" fmla="*/ 2088041 w 2887263"/>
                <a:gd name="connsiteY90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59736 w 2887263"/>
                <a:gd name="connsiteY78" fmla="*/ 58824 h 2556892"/>
                <a:gd name="connsiteX79" fmla="*/ 1666345 w 2887263"/>
                <a:gd name="connsiteY79" fmla="*/ 65002 h 2556892"/>
                <a:gd name="connsiteX80" fmla="*/ 1666461 w 2887263"/>
                <a:gd name="connsiteY80" fmla="*/ 62043 h 2556892"/>
                <a:gd name="connsiteX81" fmla="*/ 1686860 w 2887263"/>
                <a:gd name="connsiteY81" fmla="*/ 48251 h 2556892"/>
                <a:gd name="connsiteX82" fmla="*/ 1778802 w 2887263"/>
                <a:gd name="connsiteY82" fmla="*/ 139274 h 2556892"/>
                <a:gd name="connsiteX83" fmla="*/ 1913038 w 2887263"/>
                <a:gd name="connsiteY83" fmla="*/ 215126 h 2556892"/>
                <a:gd name="connsiteX84" fmla="*/ 1956806 w 2887263"/>
                <a:gd name="connsiteY84" fmla="*/ 233819 h 2556892"/>
                <a:gd name="connsiteX85" fmla="*/ 1967743 w 2887263"/>
                <a:gd name="connsiteY85" fmla="*/ 230756 h 2556892"/>
                <a:gd name="connsiteX86" fmla="*/ 1970387 w 2887263"/>
                <a:gd name="connsiteY86" fmla="*/ 230053 h 2556892"/>
                <a:gd name="connsiteX87" fmla="*/ 2020150 w 2887263"/>
                <a:gd name="connsiteY87" fmla="*/ 186624 h 2556892"/>
                <a:gd name="connsiteX88" fmla="*/ 2083131 w 2887263"/>
                <a:gd name="connsiteY88" fmla="*/ 93762 h 2556892"/>
                <a:gd name="connsiteX89" fmla="*/ 2088041 w 2887263"/>
                <a:gd name="connsiteY89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59736 w 2887263"/>
                <a:gd name="connsiteY78" fmla="*/ 58824 h 2556892"/>
                <a:gd name="connsiteX79" fmla="*/ 1666345 w 2887263"/>
                <a:gd name="connsiteY79" fmla="*/ 65002 h 2556892"/>
                <a:gd name="connsiteX80" fmla="*/ 1686860 w 2887263"/>
                <a:gd name="connsiteY80" fmla="*/ 48251 h 2556892"/>
                <a:gd name="connsiteX81" fmla="*/ 1778802 w 2887263"/>
                <a:gd name="connsiteY81" fmla="*/ 139274 h 2556892"/>
                <a:gd name="connsiteX82" fmla="*/ 1913038 w 2887263"/>
                <a:gd name="connsiteY82" fmla="*/ 215126 h 2556892"/>
                <a:gd name="connsiteX83" fmla="*/ 1956806 w 2887263"/>
                <a:gd name="connsiteY83" fmla="*/ 233819 h 2556892"/>
                <a:gd name="connsiteX84" fmla="*/ 1967743 w 2887263"/>
                <a:gd name="connsiteY84" fmla="*/ 230756 h 2556892"/>
                <a:gd name="connsiteX85" fmla="*/ 1970387 w 2887263"/>
                <a:gd name="connsiteY85" fmla="*/ 230053 h 2556892"/>
                <a:gd name="connsiteX86" fmla="*/ 2020150 w 2887263"/>
                <a:gd name="connsiteY86" fmla="*/ 186624 h 2556892"/>
                <a:gd name="connsiteX87" fmla="*/ 2083131 w 2887263"/>
                <a:gd name="connsiteY87" fmla="*/ 93762 h 2556892"/>
                <a:gd name="connsiteX88" fmla="*/ 2088041 w 2887263"/>
                <a:gd name="connsiteY88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59736 w 2887263"/>
                <a:gd name="connsiteY78" fmla="*/ 58824 h 2556892"/>
                <a:gd name="connsiteX79" fmla="*/ 1686860 w 2887263"/>
                <a:gd name="connsiteY79" fmla="*/ 48251 h 2556892"/>
                <a:gd name="connsiteX80" fmla="*/ 1778802 w 2887263"/>
                <a:gd name="connsiteY80" fmla="*/ 139274 h 2556892"/>
                <a:gd name="connsiteX81" fmla="*/ 1913038 w 2887263"/>
                <a:gd name="connsiteY81" fmla="*/ 215126 h 2556892"/>
                <a:gd name="connsiteX82" fmla="*/ 1956806 w 2887263"/>
                <a:gd name="connsiteY82" fmla="*/ 233819 h 2556892"/>
                <a:gd name="connsiteX83" fmla="*/ 1967743 w 2887263"/>
                <a:gd name="connsiteY83" fmla="*/ 230756 h 2556892"/>
                <a:gd name="connsiteX84" fmla="*/ 1970387 w 2887263"/>
                <a:gd name="connsiteY84" fmla="*/ 230053 h 2556892"/>
                <a:gd name="connsiteX85" fmla="*/ 2020150 w 2887263"/>
                <a:gd name="connsiteY85" fmla="*/ 186624 h 2556892"/>
                <a:gd name="connsiteX86" fmla="*/ 2083131 w 2887263"/>
                <a:gd name="connsiteY86" fmla="*/ 93762 h 2556892"/>
                <a:gd name="connsiteX87" fmla="*/ 2088041 w 2887263"/>
                <a:gd name="connsiteY87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59736 w 2887263"/>
                <a:gd name="connsiteY78" fmla="*/ 58824 h 2556892"/>
                <a:gd name="connsiteX79" fmla="*/ 1684362 w 2887263"/>
                <a:gd name="connsiteY79" fmla="*/ 35759 h 2556892"/>
                <a:gd name="connsiteX80" fmla="*/ 1778802 w 2887263"/>
                <a:gd name="connsiteY80" fmla="*/ 139274 h 2556892"/>
                <a:gd name="connsiteX81" fmla="*/ 1913038 w 2887263"/>
                <a:gd name="connsiteY81" fmla="*/ 215126 h 2556892"/>
                <a:gd name="connsiteX82" fmla="*/ 1956806 w 2887263"/>
                <a:gd name="connsiteY82" fmla="*/ 233819 h 2556892"/>
                <a:gd name="connsiteX83" fmla="*/ 1967743 w 2887263"/>
                <a:gd name="connsiteY83" fmla="*/ 230756 h 2556892"/>
                <a:gd name="connsiteX84" fmla="*/ 1970387 w 2887263"/>
                <a:gd name="connsiteY84" fmla="*/ 230053 h 2556892"/>
                <a:gd name="connsiteX85" fmla="*/ 2020150 w 2887263"/>
                <a:gd name="connsiteY85" fmla="*/ 186624 h 2556892"/>
                <a:gd name="connsiteX86" fmla="*/ 2083131 w 2887263"/>
                <a:gd name="connsiteY86" fmla="*/ 93762 h 2556892"/>
                <a:gd name="connsiteX87" fmla="*/ 2088041 w 2887263"/>
                <a:gd name="connsiteY87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84362 w 2887263"/>
                <a:gd name="connsiteY78" fmla="*/ 35759 h 2556892"/>
                <a:gd name="connsiteX79" fmla="*/ 1778802 w 2887263"/>
                <a:gd name="connsiteY79" fmla="*/ 139274 h 2556892"/>
                <a:gd name="connsiteX80" fmla="*/ 1913038 w 2887263"/>
                <a:gd name="connsiteY80" fmla="*/ 215126 h 2556892"/>
                <a:gd name="connsiteX81" fmla="*/ 1956806 w 2887263"/>
                <a:gd name="connsiteY81" fmla="*/ 233819 h 2556892"/>
                <a:gd name="connsiteX82" fmla="*/ 1967743 w 2887263"/>
                <a:gd name="connsiteY82" fmla="*/ 230756 h 2556892"/>
                <a:gd name="connsiteX83" fmla="*/ 1970387 w 2887263"/>
                <a:gd name="connsiteY83" fmla="*/ 230053 h 2556892"/>
                <a:gd name="connsiteX84" fmla="*/ 2020150 w 2887263"/>
                <a:gd name="connsiteY84" fmla="*/ 186624 h 2556892"/>
                <a:gd name="connsiteX85" fmla="*/ 2083131 w 2887263"/>
                <a:gd name="connsiteY85" fmla="*/ 93762 h 2556892"/>
                <a:gd name="connsiteX86" fmla="*/ 2088041 w 2887263"/>
                <a:gd name="connsiteY86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84362 w 2887263"/>
                <a:gd name="connsiteY78" fmla="*/ 35759 h 2556892"/>
                <a:gd name="connsiteX79" fmla="*/ 1778802 w 2887263"/>
                <a:gd name="connsiteY79" fmla="*/ 139274 h 2556892"/>
                <a:gd name="connsiteX80" fmla="*/ 1913038 w 2887263"/>
                <a:gd name="connsiteY80" fmla="*/ 215126 h 2556892"/>
                <a:gd name="connsiteX81" fmla="*/ 1956806 w 2887263"/>
                <a:gd name="connsiteY81" fmla="*/ 233819 h 2556892"/>
                <a:gd name="connsiteX82" fmla="*/ 1967743 w 2887263"/>
                <a:gd name="connsiteY82" fmla="*/ 230756 h 2556892"/>
                <a:gd name="connsiteX83" fmla="*/ 1970387 w 2887263"/>
                <a:gd name="connsiteY83" fmla="*/ 230053 h 2556892"/>
                <a:gd name="connsiteX84" fmla="*/ 2020150 w 2887263"/>
                <a:gd name="connsiteY84" fmla="*/ 186624 h 2556892"/>
                <a:gd name="connsiteX85" fmla="*/ 2083131 w 2887263"/>
                <a:gd name="connsiteY85" fmla="*/ 93762 h 2556892"/>
                <a:gd name="connsiteX86" fmla="*/ 2088041 w 2887263"/>
                <a:gd name="connsiteY86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378063 w 2887263"/>
                <a:gd name="connsiteY65" fmla="*/ 1454506 h 2556892"/>
                <a:gd name="connsiteX66" fmla="*/ 418058 w 2887263"/>
                <a:gd name="connsiteY66" fmla="*/ 1438416 h 2556892"/>
                <a:gd name="connsiteX67" fmla="*/ 576658 w 2887263"/>
                <a:gd name="connsiteY67" fmla="*/ 1349692 h 2556892"/>
                <a:gd name="connsiteX68" fmla="*/ 783528 w 2887263"/>
                <a:gd name="connsiteY68" fmla="*/ 1212698 h 2556892"/>
                <a:gd name="connsiteX69" fmla="*/ 835935 w 2887263"/>
                <a:gd name="connsiteY69" fmla="*/ 1149718 h 2556892"/>
                <a:gd name="connsiteX70" fmla="*/ 888342 w 2887263"/>
                <a:gd name="connsiteY70" fmla="*/ 1050880 h 2556892"/>
                <a:gd name="connsiteX71" fmla="*/ 1003729 w 2887263"/>
                <a:gd name="connsiteY71" fmla="*/ 829759 h 2556892"/>
                <a:gd name="connsiteX72" fmla="*/ 1096131 w 2887263"/>
                <a:gd name="connsiteY72" fmla="*/ 622429 h 2556892"/>
                <a:gd name="connsiteX73" fmla="*/ 1145780 w 2887263"/>
                <a:gd name="connsiteY73" fmla="*/ 462450 h 2556892"/>
                <a:gd name="connsiteX74" fmla="*/ 1238182 w 2887263"/>
                <a:gd name="connsiteY74" fmla="*/ 327755 h 2556892"/>
                <a:gd name="connsiteX75" fmla="*/ 1398621 w 2887263"/>
                <a:gd name="connsiteY75" fmla="*/ 243628 h 2556892"/>
                <a:gd name="connsiteX76" fmla="*/ 1538832 w 2887263"/>
                <a:gd name="connsiteY76" fmla="*/ 170074 h 2556892"/>
                <a:gd name="connsiteX77" fmla="*/ 1593998 w 2887263"/>
                <a:gd name="connsiteY77" fmla="*/ 129160 h 2556892"/>
                <a:gd name="connsiteX78" fmla="*/ 1684362 w 2887263"/>
                <a:gd name="connsiteY78" fmla="*/ 35759 h 2556892"/>
                <a:gd name="connsiteX79" fmla="*/ 1778802 w 2887263"/>
                <a:gd name="connsiteY79" fmla="*/ 139274 h 2556892"/>
                <a:gd name="connsiteX80" fmla="*/ 1913038 w 2887263"/>
                <a:gd name="connsiteY80" fmla="*/ 215126 h 2556892"/>
                <a:gd name="connsiteX81" fmla="*/ 1956806 w 2887263"/>
                <a:gd name="connsiteY81" fmla="*/ 233819 h 2556892"/>
                <a:gd name="connsiteX82" fmla="*/ 1967743 w 2887263"/>
                <a:gd name="connsiteY82" fmla="*/ 230756 h 2556892"/>
                <a:gd name="connsiteX83" fmla="*/ 1970387 w 2887263"/>
                <a:gd name="connsiteY83" fmla="*/ 230053 h 2556892"/>
                <a:gd name="connsiteX84" fmla="*/ 2020150 w 2887263"/>
                <a:gd name="connsiteY84" fmla="*/ 186624 h 2556892"/>
                <a:gd name="connsiteX85" fmla="*/ 2083131 w 2887263"/>
                <a:gd name="connsiteY85" fmla="*/ 93762 h 2556892"/>
                <a:gd name="connsiteX86" fmla="*/ 2088041 w 2887263"/>
                <a:gd name="connsiteY86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418058 w 2887263"/>
                <a:gd name="connsiteY65" fmla="*/ 1438416 h 2556892"/>
                <a:gd name="connsiteX66" fmla="*/ 576658 w 2887263"/>
                <a:gd name="connsiteY66" fmla="*/ 1349692 h 2556892"/>
                <a:gd name="connsiteX67" fmla="*/ 783528 w 2887263"/>
                <a:gd name="connsiteY67" fmla="*/ 1212698 h 2556892"/>
                <a:gd name="connsiteX68" fmla="*/ 835935 w 2887263"/>
                <a:gd name="connsiteY68" fmla="*/ 1149718 h 2556892"/>
                <a:gd name="connsiteX69" fmla="*/ 888342 w 2887263"/>
                <a:gd name="connsiteY69" fmla="*/ 1050880 h 2556892"/>
                <a:gd name="connsiteX70" fmla="*/ 1003729 w 2887263"/>
                <a:gd name="connsiteY70" fmla="*/ 829759 h 2556892"/>
                <a:gd name="connsiteX71" fmla="*/ 1096131 w 2887263"/>
                <a:gd name="connsiteY71" fmla="*/ 622429 h 2556892"/>
                <a:gd name="connsiteX72" fmla="*/ 1145780 w 2887263"/>
                <a:gd name="connsiteY72" fmla="*/ 462450 h 2556892"/>
                <a:gd name="connsiteX73" fmla="*/ 1238182 w 2887263"/>
                <a:gd name="connsiteY73" fmla="*/ 327755 h 2556892"/>
                <a:gd name="connsiteX74" fmla="*/ 1398621 w 2887263"/>
                <a:gd name="connsiteY74" fmla="*/ 243628 h 2556892"/>
                <a:gd name="connsiteX75" fmla="*/ 1538832 w 2887263"/>
                <a:gd name="connsiteY75" fmla="*/ 170074 h 2556892"/>
                <a:gd name="connsiteX76" fmla="*/ 1593998 w 2887263"/>
                <a:gd name="connsiteY76" fmla="*/ 129160 h 2556892"/>
                <a:gd name="connsiteX77" fmla="*/ 1684362 w 2887263"/>
                <a:gd name="connsiteY77" fmla="*/ 35759 h 2556892"/>
                <a:gd name="connsiteX78" fmla="*/ 1778802 w 2887263"/>
                <a:gd name="connsiteY78" fmla="*/ 139274 h 2556892"/>
                <a:gd name="connsiteX79" fmla="*/ 1913038 w 2887263"/>
                <a:gd name="connsiteY79" fmla="*/ 215126 h 2556892"/>
                <a:gd name="connsiteX80" fmla="*/ 1956806 w 2887263"/>
                <a:gd name="connsiteY80" fmla="*/ 233819 h 2556892"/>
                <a:gd name="connsiteX81" fmla="*/ 1967743 w 2887263"/>
                <a:gd name="connsiteY81" fmla="*/ 230756 h 2556892"/>
                <a:gd name="connsiteX82" fmla="*/ 1970387 w 2887263"/>
                <a:gd name="connsiteY82" fmla="*/ 230053 h 2556892"/>
                <a:gd name="connsiteX83" fmla="*/ 2020150 w 2887263"/>
                <a:gd name="connsiteY83" fmla="*/ 186624 h 2556892"/>
                <a:gd name="connsiteX84" fmla="*/ 2083131 w 2887263"/>
                <a:gd name="connsiteY84" fmla="*/ 93762 h 2556892"/>
                <a:gd name="connsiteX85" fmla="*/ 2088041 w 2887263"/>
                <a:gd name="connsiteY85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418058 w 2887263"/>
                <a:gd name="connsiteY65" fmla="*/ 1438416 h 2556892"/>
                <a:gd name="connsiteX66" fmla="*/ 576658 w 2887263"/>
                <a:gd name="connsiteY66" fmla="*/ 1349692 h 2556892"/>
                <a:gd name="connsiteX67" fmla="*/ 783528 w 2887263"/>
                <a:gd name="connsiteY67" fmla="*/ 1212698 h 2556892"/>
                <a:gd name="connsiteX68" fmla="*/ 835935 w 2887263"/>
                <a:gd name="connsiteY68" fmla="*/ 1149718 h 2556892"/>
                <a:gd name="connsiteX69" fmla="*/ 1003729 w 2887263"/>
                <a:gd name="connsiteY69" fmla="*/ 829759 h 2556892"/>
                <a:gd name="connsiteX70" fmla="*/ 1096131 w 2887263"/>
                <a:gd name="connsiteY70" fmla="*/ 622429 h 2556892"/>
                <a:gd name="connsiteX71" fmla="*/ 1145780 w 2887263"/>
                <a:gd name="connsiteY71" fmla="*/ 462450 h 2556892"/>
                <a:gd name="connsiteX72" fmla="*/ 1238182 w 2887263"/>
                <a:gd name="connsiteY72" fmla="*/ 327755 h 2556892"/>
                <a:gd name="connsiteX73" fmla="*/ 1398621 w 2887263"/>
                <a:gd name="connsiteY73" fmla="*/ 243628 h 2556892"/>
                <a:gd name="connsiteX74" fmla="*/ 1538832 w 2887263"/>
                <a:gd name="connsiteY74" fmla="*/ 170074 h 2556892"/>
                <a:gd name="connsiteX75" fmla="*/ 1593998 w 2887263"/>
                <a:gd name="connsiteY75" fmla="*/ 129160 h 2556892"/>
                <a:gd name="connsiteX76" fmla="*/ 1684362 w 2887263"/>
                <a:gd name="connsiteY76" fmla="*/ 35759 h 2556892"/>
                <a:gd name="connsiteX77" fmla="*/ 1778802 w 2887263"/>
                <a:gd name="connsiteY77" fmla="*/ 139274 h 2556892"/>
                <a:gd name="connsiteX78" fmla="*/ 1913038 w 2887263"/>
                <a:gd name="connsiteY78" fmla="*/ 215126 h 2556892"/>
                <a:gd name="connsiteX79" fmla="*/ 1956806 w 2887263"/>
                <a:gd name="connsiteY79" fmla="*/ 233819 h 2556892"/>
                <a:gd name="connsiteX80" fmla="*/ 1967743 w 2887263"/>
                <a:gd name="connsiteY80" fmla="*/ 230756 h 2556892"/>
                <a:gd name="connsiteX81" fmla="*/ 1970387 w 2887263"/>
                <a:gd name="connsiteY81" fmla="*/ 230053 h 2556892"/>
                <a:gd name="connsiteX82" fmla="*/ 2020150 w 2887263"/>
                <a:gd name="connsiteY82" fmla="*/ 186624 h 2556892"/>
                <a:gd name="connsiteX83" fmla="*/ 2083131 w 2887263"/>
                <a:gd name="connsiteY83" fmla="*/ 93762 h 2556892"/>
                <a:gd name="connsiteX84" fmla="*/ 2088041 w 2887263"/>
                <a:gd name="connsiteY84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418058 w 2887263"/>
                <a:gd name="connsiteY65" fmla="*/ 1438416 h 2556892"/>
                <a:gd name="connsiteX66" fmla="*/ 576658 w 2887263"/>
                <a:gd name="connsiteY66" fmla="*/ 1349692 h 2556892"/>
                <a:gd name="connsiteX67" fmla="*/ 783528 w 2887263"/>
                <a:gd name="connsiteY67" fmla="*/ 1212698 h 2556892"/>
                <a:gd name="connsiteX68" fmla="*/ 835935 w 2887263"/>
                <a:gd name="connsiteY68" fmla="*/ 1149718 h 2556892"/>
                <a:gd name="connsiteX69" fmla="*/ 1003729 w 2887263"/>
                <a:gd name="connsiteY69" fmla="*/ 829759 h 2556892"/>
                <a:gd name="connsiteX70" fmla="*/ 1145780 w 2887263"/>
                <a:gd name="connsiteY70" fmla="*/ 462450 h 2556892"/>
                <a:gd name="connsiteX71" fmla="*/ 1238182 w 2887263"/>
                <a:gd name="connsiteY71" fmla="*/ 327755 h 2556892"/>
                <a:gd name="connsiteX72" fmla="*/ 1398621 w 2887263"/>
                <a:gd name="connsiteY72" fmla="*/ 243628 h 2556892"/>
                <a:gd name="connsiteX73" fmla="*/ 1538832 w 2887263"/>
                <a:gd name="connsiteY73" fmla="*/ 170074 h 2556892"/>
                <a:gd name="connsiteX74" fmla="*/ 1593998 w 2887263"/>
                <a:gd name="connsiteY74" fmla="*/ 129160 h 2556892"/>
                <a:gd name="connsiteX75" fmla="*/ 1684362 w 2887263"/>
                <a:gd name="connsiteY75" fmla="*/ 35759 h 2556892"/>
                <a:gd name="connsiteX76" fmla="*/ 1778802 w 2887263"/>
                <a:gd name="connsiteY76" fmla="*/ 139274 h 2556892"/>
                <a:gd name="connsiteX77" fmla="*/ 1913038 w 2887263"/>
                <a:gd name="connsiteY77" fmla="*/ 215126 h 2556892"/>
                <a:gd name="connsiteX78" fmla="*/ 1956806 w 2887263"/>
                <a:gd name="connsiteY78" fmla="*/ 233819 h 2556892"/>
                <a:gd name="connsiteX79" fmla="*/ 1967743 w 2887263"/>
                <a:gd name="connsiteY79" fmla="*/ 230756 h 2556892"/>
                <a:gd name="connsiteX80" fmla="*/ 1970387 w 2887263"/>
                <a:gd name="connsiteY80" fmla="*/ 230053 h 2556892"/>
                <a:gd name="connsiteX81" fmla="*/ 2020150 w 2887263"/>
                <a:gd name="connsiteY81" fmla="*/ 186624 h 2556892"/>
                <a:gd name="connsiteX82" fmla="*/ 2083131 w 2887263"/>
                <a:gd name="connsiteY82" fmla="*/ 93762 h 2556892"/>
                <a:gd name="connsiteX83" fmla="*/ 2088041 w 2887263"/>
                <a:gd name="connsiteY83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247836 w 2887263"/>
                <a:gd name="connsiteY47" fmla="*/ 1163969 h 2556892"/>
                <a:gd name="connsiteX48" fmla="*/ 1186694 w 2887263"/>
                <a:gd name="connsiteY48" fmla="*/ 1261887 h 2556892"/>
                <a:gd name="connsiteX49" fmla="*/ 1127391 w 2887263"/>
                <a:gd name="connsiteY49" fmla="*/ 1342336 h 2556892"/>
                <a:gd name="connsiteX50" fmla="*/ 962355 w 2887263"/>
                <a:gd name="connsiteY50" fmla="*/ 1506453 h 2556892"/>
                <a:gd name="connsiteX51" fmla="*/ 851105 w 2887263"/>
                <a:gd name="connsiteY51" fmla="*/ 1587362 h 2556892"/>
                <a:gd name="connsiteX52" fmla="*/ 766059 w 2887263"/>
                <a:gd name="connsiteY52" fmla="*/ 1636091 h 2556892"/>
                <a:gd name="connsiteX53" fmla="*/ 494829 w 2887263"/>
                <a:gd name="connsiteY53" fmla="*/ 1753318 h 2556892"/>
                <a:gd name="connsiteX54" fmla="*/ 387717 w 2887263"/>
                <a:gd name="connsiteY54" fmla="*/ 1777223 h 2556892"/>
                <a:gd name="connsiteX55" fmla="*/ 272789 w 2887263"/>
                <a:gd name="connsiteY55" fmla="*/ 1791474 h 2556892"/>
                <a:gd name="connsiteX56" fmla="*/ 104995 w 2887263"/>
                <a:gd name="connsiteY56" fmla="*/ 1804345 h 2556892"/>
                <a:gd name="connsiteX57" fmla="*/ 82929 w 2887263"/>
                <a:gd name="connsiteY57" fmla="*/ 1787336 h 2556892"/>
                <a:gd name="connsiteX58" fmla="*/ 77872 w 2887263"/>
                <a:gd name="connsiteY58" fmla="*/ 1783199 h 2556892"/>
                <a:gd name="connsiteX59" fmla="*/ 61322 w 2887263"/>
                <a:gd name="connsiteY59" fmla="*/ 1758374 h 2556892"/>
                <a:gd name="connsiteX60" fmla="*/ 15811 w 2887263"/>
                <a:gd name="connsiteY60" fmla="*/ 1637471 h 2556892"/>
                <a:gd name="connsiteX61" fmla="*/ 5237 w 2887263"/>
                <a:gd name="connsiteY61" fmla="*/ 1612646 h 2556892"/>
                <a:gd name="connsiteX62" fmla="*/ 1100 w 2887263"/>
                <a:gd name="connsiteY62" fmla="*/ 1591499 h 2556892"/>
                <a:gd name="connsiteX63" fmla="*/ 48450 w 2887263"/>
                <a:gd name="connsiteY63" fmla="*/ 1572192 h 2556892"/>
                <a:gd name="connsiteX64" fmla="*/ 308187 w 2887263"/>
                <a:gd name="connsiteY64" fmla="*/ 1484387 h 2556892"/>
                <a:gd name="connsiteX65" fmla="*/ 418058 w 2887263"/>
                <a:gd name="connsiteY65" fmla="*/ 1438416 h 2556892"/>
                <a:gd name="connsiteX66" fmla="*/ 576658 w 2887263"/>
                <a:gd name="connsiteY66" fmla="*/ 1349692 h 2556892"/>
                <a:gd name="connsiteX67" fmla="*/ 783528 w 2887263"/>
                <a:gd name="connsiteY67" fmla="*/ 1212698 h 2556892"/>
                <a:gd name="connsiteX68" fmla="*/ 835935 w 2887263"/>
                <a:gd name="connsiteY68" fmla="*/ 1149718 h 2556892"/>
                <a:gd name="connsiteX69" fmla="*/ 1003729 w 2887263"/>
                <a:gd name="connsiteY69" fmla="*/ 829759 h 2556892"/>
                <a:gd name="connsiteX70" fmla="*/ 1145780 w 2887263"/>
                <a:gd name="connsiteY70" fmla="*/ 462450 h 2556892"/>
                <a:gd name="connsiteX71" fmla="*/ 1238182 w 2887263"/>
                <a:gd name="connsiteY71" fmla="*/ 327755 h 2556892"/>
                <a:gd name="connsiteX72" fmla="*/ 1398621 w 2887263"/>
                <a:gd name="connsiteY72" fmla="*/ 243628 h 2556892"/>
                <a:gd name="connsiteX73" fmla="*/ 1538832 w 2887263"/>
                <a:gd name="connsiteY73" fmla="*/ 170074 h 2556892"/>
                <a:gd name="connsiteX74" fmla="*/ 1593998 w 2887263"/>
                <a:gd name="connsiteY74" fmla="*/ 129160 h 2556892"/>
                <a:gd name="connsiteX75" fmla="*/ 1684362 w 2887263"/>
                <a:gd name="connsiteY75" fmla="*/ 35759 h 2556892"/>
                <a:gd name="connsiteX76" fmla="*/ 1778802 w 2887263"/>
                <a:gd name="connsiteY76" fmla="*/ 139274 h 2556892"/>
                <a:gd name="connsiteX77" fmla="*/ 1913038 w 2887263"/>
                <a:gd name="connsiteY77" fmla="*/ 215126 h 2556892"/>
                <a:gd name="connsiteX78" fmla="*/ 1956806 w 2887263"/>
                <a:gd name="connsiteY78" fmla="*/ 233819 h 2556892"/>
                <a:gd name="connsiteX79" fmla="*/ 1967743 w 2887263"/>
                <a:gd name="connsiteY79" fmla="*/ 230756 h 2556892"/>
                <a:gd name="connsiteX80" fmla="*/ 1970387 w 2887263"/>
                <a:gd name="connsiteY80" fmla="*/ 230053 h 2556892"/>
                <a:gd name="connsiteX81" fmla="*/ 2020150 w 2887263"/>
                <a:gd name="connsiteY81" fmla="*/ 186624 h 2556892"/>
                <a:gd name="connsiteX82" fmla="*/ 2083131 w 2887263"/>
                <a:gd name="connsiteY82" fmla="*/ 93762 h 2556892"/>
                <a:gd name="connsiteX83" fmla="*/ 2088041 w 2887263"/>
                <a:gd name="connsiteY83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186694 w 2887263"/>
                <a:gd name="connsiteY47" fmla="*/ 1261887 h 2556892"/>
                <a:gd name="connsiteX48" fmla="*/ 1127391 w 2887263"/>
                <a:gd name="connsiteY48" fmla="*/ 1342336 h 2556892"/>
                <a:gd name="connsiteX49" fmla="*/ 962355 w 2887263"/>
                <a:gd name="connsiteY49" fmla="*/ 1506453 h 2556892"/>
                <a:gd name="connsiteX50" fmla="*/ 851105 w 2887263"/>
                <a:gd name="connsiteY50" fmla="*/ 1587362 h 2556892"/>
                <a:gd name="connsiteX51" fmla="*/ 766059 w 2887263"/>
                <a:gd name="connsiteY51" fmla="*/ 1636091 h 2556892"/>
                <a:gd name="connsiteX52" fmla="*/ 494829 w 2887263"/>
                <a:gd name="connsiteY52" fmla="*/ 1753318 h 2556892"/>
                <a:gd name="connsiteX53" fmla="*/ 387717 w 2887263"/>
                <a:gd name="connsiteY53" fmla="*/ 1777223 h 2556892"/>
                <a:gd name="connsiteX54" fmla="*/ 272789 w 2887263"/>
                <a:gd name="connsiteY54" fmla="*/ 1791474 h 2556892"/>
                <a:gd name="connsiteX55" fmla="*/ 104995 w 2887263"/>
                <a:gd name="connsiteY55" fmla="*/ 1804345 h 2556892"/>
                <a:gd name="connsiteX56" fmla="*/ 82929 w 2887263"/>
                <a:gd name="connsiteY56" fmla="*/ 1787336 h 2556892"/>
                <a:gd name="connsiteX57" fmla="*/ 77872 w 2887263"/>
                <a:gd name="connsiteY57" fmla="*/ 1783199 h 2556892"/>
                <a:gd name="connsiteX58" fmla="*/ 61322 w 2887263"/>
                <a:gd name="connsiteY58" fmla="*/ 1758374 h 2556892"/>
                <a:gd name="connsiteX59" fmla="*/ 15811 w 2887263"/>
                <a:gd name="connsiteY59" fmla="*/ 1637471 h 2556892"/>
                <a:gd name="connsiteX60" fmla="*/ 5237 w 2887263"/>
                <a:gd name="connsiteY60" fmla="*/ 1612646 h 2556892"/>
                <a:gd name="connsiteX61" fmla="*/ 1100 w 2887263"/>
                <a:gd name="connsiteY61" fmla="*/ 1591499 h 2556892"/>
                <a:gd name="connsiteX62" fmla="*/ 48450 w 2887263"/>
                <a:gd name="connsiteY62" fmla="*/ 1572192 h 2556892"/>
                <a:gd name="connsiteX63" fmla="*/ 308187 w 2887263"/>
                <a:gd name="connsiteY63" fmla="*/ 1484387 h 2556892"/>
                <a:gd name="connsiteX64" fmla="*/ 418058 w 2887263"/>
                <a:gd name="connsiteY64" fmla="*/ 1438416 h 2556892"/>
                <a:gd name="connsiteX65" fmla="*/ 576658 w 2887263"/>
                <a:gd name="connsiteY65" fmla="*/ 1349692 h 2556892"/>
                <a:gd name="connsiteX66" fmla="*/ 783528 w 2887263"/>
                <a:gd name="connsiteY66" fmla="*/ 1212698 h 2556892"/>
                <a:gd name="connsiteX67" fmla="*/ 835935 w 2887263"/>
                <a:gd name="connsiteY67" fmla="*/ 1149718 h 2556892"/>
                <a:gd name="connsiteX68" fmla="*/ 1003729 w 2887263"/>
                <a:gd name="connsiteY68" fmla="*/ 829759 h 2556892"/>
                <a:gd name="connsiteX69" fmla="*/ 1145780 w 2887263"/>
                <a:gd name="connsiteY69" fmla="*/ 462450 h 2556892"/>
                <a:gd name="connsiteX70" fmla="*/ 1238182 w 2887263"/>
                <a:gd name="connsiteY70" fmla="*/ 327755 h 2556892"/>
                <a:gd name="connsiteX71" fmla="*/ 1398621 w 2887263"/>
                <a:gd name="connsiteY71" fmla="*/ 243628 h 2556892"/>
                <a:gd name="connsiteX72" fmla="*/ 1538832 w 2887263"/>
                <a:gd name="connsiteY72" fmla="*/ 170074 h 2556892"/>
                <a:gd name="connsiteX73" fmla="*/ 1593998 w 2887263"/>
                <a:gd name="connsiteY73" fmla="*/ 129160 h 2556892"/>
                <a:gd name="connsiteX74" fmla="*/ 1684362 w 2887263"/>
                <a:gd name="connsiteY74" fmla="*/ 35759 h 2556892"/>
                <a:gd name="connsiteX75" fmla="*/ 1778802 w 2887263"/>
                <a:gd name="connsiteY75" fmla="*/ 139274 h 2556892"/>
                <a:gd name="connsiteX76" fmla="*/ 1913038 w 2887263"/>
                <a:gd name="connsiteY76" fmla="*/ 215126 h 2556892"/>
                <a:gd name="connsiteX77" fmla="*/ 1956806 w 2887263"/>
                <a:gd name="connsiteY77" fmla="*/ 233819 h 2556892"/>
                <a:gd name="connsiteX78" fmla="*/ 1967743 w 2887263"/>
                <a:gd name="connsiteY78" fmla="*/ 230756 h 2556892"/>
                <a:gd name="connsiteX79" fmla="*/ 1970387 w 2887263"/>
                <a:gd name="connsiteY79" fmla="*/ 230053 h 2556892"/>
                <a:gd name="connsiteX80" fmla="*/ 2020150 w 2887263"/>
                <a:gd name="connsiteY80" fmla="*/ 186624 h 2556892"/>
                <a:gd name="connsiteX81" fmla="*/ 2083131 w 2887263"/>
                <a:gd name="connsiteY81" fmla="*/ 93762 h 2556892"/>
                <a:gd name="connsiteX82" fmla="*/ 2088041 w 2887263"/>
                <a:gd name="connsiteY82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127391 w 2887263"/>
                <a:gd name="connsiteY47" fmla="*/ 1342336 h 2556892"/>
                <a:gd name="connsiteX48" fmla="*/ 962355 w 2887263"/>
                <a:gd name="connsiteY48" fmla="*/ 1506453 h 2556892"/>
                <a:gd name="connsiteX49" fmla="*/ 851105 w 2887263"/>
                <a:gd name="connsiteY49" fmla="*/ 1587362 h 2556892"/>
                <a:gd name="connsiteX50" fmla="*/ 766059 w 2887263"/>
                <a:gd name="connsiteY50" fmla="*/ 1636091 h 2556892"/>
                <a:gd name="connsiteX51" fmla="*/ 494829 w 2887263"/>
                <a:gd name="connsiteY51" fmla="*/ 1753318 h 2556892"/>
                <a:gd name="connsiteX52" fmla="*/ 387717 w 2887263"/>
                <a:gd name="connsiteY52" fmla="*/ 1777223 h 2556892"/>
                <a:gd name="connsiteX53" fmla="*/ 272789 w 2887263"/>
                <a:gd name="connsiteY53" fmla="*/ 1791474 h 2556892"/>
                <a:gd name="connsiteX54" fmla="*/ 104995 w 2887263"/>
                <a:gd name="connsiteY54" fmla="*/ 1804345 h 2556892"/>
                <a:gd name="connsiteX55" fmla="*/ 82929 w 2887263"/>
                <a:gd name="connsiteY55" fmla="*/ 1787336 h 2556892"/>
                <a:gd name="connsiteX56" fmla="*/ 77872 w 2887263"/>
                <a:gd name="connsiteY56" fmla="*/ 1783199 h 2556892"/>
                <a:gd name="connsiteX57" fmla="*/ 61322 w 2887263"/>
                <a:gd name="connsiteY57" fmla="*/ 1758374 h 2556892"/>
                <a:gd name="connsiteX58" fmla="*/ 15811 w 2887263"/>
                <a:gd name="connsiteY58" fmla="*/ 1637471 h 2556892"/>
                <a:gd name="connsiteX59" fmla="*/ 5237 w 2887263"/>
                <a:gd name="connsiteY59" fmla="*/ 1612646 h 2556892"/>
                <a:gd name="connsiteX60" fmla="*/ 1100 w 2887263"/>
                <a:gd name="connsiteY60" fmla="*/ 1591499 h 2556892"/>
                <a:gd name="connsiteX61" fmla="*/ 48450 w 2887263"/>
                <a:gd name="connsiteY61" fmla="*/ 1572192 h 2556892"/>
                <a:gd name="connsiteX62" fmla="*/ 308187 w 2887263"/>
                <a:gd name="connsiteY62" fmla="*/ 1484387 h 2556892"/>
                <a:gd name="connsiteX63" fmla="*/ 418058 w 2887263"/>
                <a:gd name="connsiteY63" fmla="*/ 1438416 h 2556892"/>
                <a:gd name="connsiteX64" fmla="*/ 576658 w 2887263"/>
                <a:gd name="connsiteY64" fmla="*/ 1349692 h 2556892"/>
                <a:gd name="connsiteX65" fmla="*/ 783528 w 2887263"/>
                <a:gd name="connsiteY65" fmla="*/ 1212698 h 2556892"/>
                <a:gd name="connsiteX66" fmla="*/ 835935 w 2887263"/>
                <a:gd name="connsiteY66" fmla="*/ 1149718 h 2556892"/>
                <a:gd name="connsiteX67" fmla="*/ 1003729 w 2887263"/>
                <a:gd name="connsiteY67" fmla="*/ 829759 h 2556892"/>
                <a:gd name="connsiteX68" fmla="*/ 1145780 w 2887263"/>
                <a:gd name="connsiteY68" fmla="*/ 462450 h 2556892"/>
                <a:gd name="connsiteX69" fmla="*/ 1238182 w 2887263"/>
                <a:gd name="connsiteY69" fmla="*/ 327755 h 2556892"/>
                <a:gd name="connsiteX70" fmla="*/ 1398621 w 2887263"/>
                <a:gd name="connsiteY70" fmla="*/ 243628 h 2556892"/>
                <a:gd name="connsiteX71" fmla="*/ 1538832 w 2887263"/>
                <a:gd name="connsiteY71" fmla="*/ 170074 h 2556892"/>
                <a:gd name="connsiteX72" fmla="*/ 1593998 w 2887263"/>
                <a:gd name="connsiteY72" fmla="*/ 129160 h 2556892"/>
                <a:gd name="connsiteX73" fmla="*/ 1684362 w 2887263"/>
                <a:gd name="connsiteY73" fmla="*/ 35759 h 2556892"/>
                <a:gd name="connsiteX74" fmla="*/ 1778802 w 2887263"/>
                <a:gd name="connsiteY74" fmla="*/ 139274 h 2556892"/>
                <a:gd name="connsiteX75" fmla="*/ 1913038 w 2887263"/>
                <a:gd name="connsiteY75" fmla="*/ 215126 h 2556892"/>
                <a:gd name="connsiteX76" fmla="*/ 1956806 w 2887263"/>
                <a:gd name="connsiteY76" fmla="*/ 233819 h 2556892"/>
                <a:gd name="connsiteX77" fmla="*/ 1967743 w 2887263"/>
                <a:gd name="connsiteY77" fmla="*/ 230756 h 2556892"/>
                <a:gd name="connsiteX78" fmla="*/ 1970387 w 2887263"/>
                <a:gd name="connsiteY78" fmla="*/ 230053 h 2556892"/>
                <a:gd name="connsiteX79" fmla="*/ 2020150 w 2887263"/>
                <a:gd name="connsiteY79" fmla="*/ 186624 h 2556892"/>
                <a:gd name="connsiteX80" fmla="*/ 2083131 w 2887263"/>
                <a:gd name="connsiteY80" fmla="*/ 93762 h 2556892"/>
                <a:gd name="connsiteX81" fmla="*/ 2088041 w 2887263"/>
                <a:gd name="connsiteY81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127391 w 2887263"/>
                <a:gd name="connsiteY47" fmla="*/ 1342336 h 2556892"/>
                <a:gd name="connsiteX48" fmla="*/ 962355 w 2887263"/>
                <a:gd name="connsiteY48" fmla="*/ 1506453 h 2556892"/>
                <a:gd name="connsiteX49" fmla="*/ 766059 w 2887263"/>
                <a:gd name="connsiteY49" fmla="*/ 1636091 h 2556892"/>
                <a:gd name="connsiteX50" fmla="*/ 494829 w 2887263"/>
                <a:gd name="connsiteY50" fmla="*/ 1753318 h 2556892"/>
                <a:gd name="connsiteX51" fmla="*/ 387717 w 2887263"/>
                <a:gd name="connsiteY51" fmla="*/ 1777223 h 2556892"/>
                <a:gd name="connsiteX52" fmla="*/ 272789 w 2887263"/>
                <a:gd name="connsiteY52" fmla="*/ 1791474 h 2556892"/>
                <a:gd name="connsiteX53" fmla="*/ 104995 w 2887263"/>
                <a:gd name="connsiteY53" fmla="*/ 1804345 h 2556892"/>
                <a:gd name="connsiteX54" fmla="*/ 82929 w 2887263"/>
                <a:gd name="connsiteY54" fmla="*/ 1787336 h 2556892"/>
                <a:gd name="connsiteX55" fmla="*/ 77872 w 2887263"/>
                <a:gd name="connsiteY55" fmla="*/ 1783199 h 2556892"/>
                <a:gd name="connsiteX56" fmla="*/ 61322 w 2887263"/>
                <a:gd name="connsiteY56" fmla="*/ 1758374 h 2556892"/>
                <a:gd name="connsiteX57" fmla="*/ 15811 w 2887263"/>
                <a:gd name="connsiteY57" fmla="*/ 1637471 h 2556892"/>
                <a:gd name="connsiteX58" fmla="*/ 5237 w 2887263"/>
                <a:gd name="connsiteY58" fmla="*/ 1612646 h 2556892"/>
                <a:gd name="connsiteX59" fmla="*/ 1100 w 2887263"/>
                <a:gd name="connsiteY59" fmla="*/ 1591499 h 2556892"/>
                <a:gd name="connsiteX60" fmla="*/ 48450 w 2887263"/>
                <a:gd name="connsiteY60" fmla="*/ 1572192 h 2556892"/>
                <a:gd name="connsiteX61" fmla="*/ 308187 w 2887263"/>
                <a:gd name="connsiteY61" fmla="*/ 1484387 h 2556892"/>
                <a:gd name="connsiteX62" fmla="*/ 418058 w 2887263"/>
                <a:gd name="connsiteY62" fmla="*/ 1438416 h 2556892"/>
                <a:gd name="connsiteX63" fmla="*/ 576658 w 2887263"/>
                <a:gd name="connsiteY63" fmla="*/ 1349692 h 2556892"/>
                <a:gd name="connsiteX64" fmla="*/ 783528 w 2887263"/>
                <a:gd name="connsiteY64" fmla="*/ 1212698 h 2556892"/>
                <a:gd name="connsiteX65" fmla="*/ 835935 w 2887263"/>
                <a:gd name="connsiteY65" fmla="*/ 1149718 h 2556892"/>
                <a:gd name="connsiteX66" fmla="*/ 1003729 w 2887263"/>
                <a:gd name="connsiteY66" fmla="*/ 829759 h 2556892"/>
                <a:gd name="connsiteX67" fmla="*/ 1145780 w 2887263"/>
                <a:gd name="connsiteY67" fmla="*/ 462450 h 2556892"/>
                <a:gd name="connsiteX68" fmla="*/ 1238182 w 2887263"/>
                <a:gd name="connsiteY68" fmla="*/ 327755 h 2556892"/>
                <a:gd name="connsiteX69" fmla="*/ 1398621 w 2887263"/>
                <a:gd name="connsiteY69" fmla="*/ 243628 h 2556892"/>
                <a:gd name="connsiteX70" fmla="*/ 1538832 w 2887263"/>
                <a:gd name="connsiteY70" fmla="*/ 170074 h 2556892"/>
                <a:gd name="connsiteX71" fmla="*/ 1593998 w 2887263"/>
                <a:gd name="connsiteY71" fmla="*/ 129160 h 2556892"/>
                <a:gd name="connsiteX72" fmla="*/ 1684362 w 2887263"/>
                <a:gd name="connsiteY72" fmla="*/ 35759 h 2556892"/>
                <a:gd name="connsiteX73" fmla="*/ 1778802 w 2887263"/>
                <a:gd name="connsiteY73" fmla="*/ 139274 h 2556892"/>
                <a:gd name="connsiteX74" fmla="*/ 1913038 w 2887263"/>
                <a:gd name="connsiteY74" fmla="*/ 215126 h 2556892"/>
                <a:gd name="connsiteX75" fmla="*/ 1956806 w 2887263"/>
                <a:gd name="connsiteY75" fmla="*/ 233819 h 2556892"/>
                <a:gd name="connsiteX76" fmla="*/ 1967743 w 2887263"/>
                <a:gd name="connsiteY76" fmla="*/ 230756 h 2556892"/>
                <a:gd name="connsiteX77" fmla="*/ 1970387 w 2887263"/>
                <a:gd name="connsiteY77" fmla="*/ 230053 h 2556892"/>
                <a:gd name="connsiteX78" fmla="*/ 2020150 w 2887263"/>
                <a:gd name="connsiteY78" fmla="*/ 186624 h 2556892"/>
                <a:gd name="connsiteX79" fmla="*/ 2083131 w 2887263"/>
                <a:gd name="connsiteY79" fmla="*/ 93762 h 2556892"/>
                <a:gd name="connsiteX80" fmla="*/ 2088041 w 2887263"/>
                <a:gd name="connsiteY80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127391 w 2887263"/>
                <a:gd name="connsiteY47" fmla="*/ 1342336 h 2556892"/>
                <a:gd name="connsiteX48" fmla="*/ 962355 w 2887263"/>
                <a:gd name="connsiteY48" fmla="*/ 1506453 h 2556892"/>
                <a:gd name="connsiteX49" fmla="*/ 766059 w 2887263"/>
                <a:gd name="connsiteY49" fmla="*/ 1636091 h 2556892"/>
                <a:gd name="connsiteX50" fmla="*/ 494829 w 2887263"/>
                <a:gd name="connsiteY50" fmla="*/ 1753318 h 2556892"/>
                <a:gd name="connsiteX51" fmla="*/ 272789 w 2887263"/>
                <a:gd name="connsiteY51" fmla="*/ 1791474 h 2556892"/>
                <a:gd name="connsiteX52" fmla="*/ 104995 w 2887263"/>
                <a:gd name="connsiteY52" fmla="*/ 1804345 h 2556892"/>
                <a:gd name="connsiteX53" fmla="*/ 82929 w 2887263"/>
                <a:gd name="connsiteY53" fmla="*/ 1787336 h 2556892"/>
                <a:gd name="connsiteX54" fmla="*/ 77872 w 2887263"/>
                <a:gd name="connsiteY54" fmla="*/ 1783199 h 2556892"/>
                <a:gd name="connsiteX55" fmla="*/ 61322 w 2887263"/>
                <a:gd name="connsiteY55" fmla="*/ 1758374 h 2556892"/>
                <a:gd name="connsiteX56" fmla="*/ 15811 w 2887263"/>
                <a:gd name="connsiteY56" fmla="*/ 1637471 h 2556892"/>
                <a:gd name="connsiteX57" fmla="*/ 5237 w 2887263"/>
                <a:gd name="connsiteY57" fmla="*/ 1612646 h 2556892"/>
                <a:gd name="connsiteX58" fmla="*/ 1100 w 2887263"/>
                <a:gd name="connsiteY58" fmla="*/ 1591499 h 2556892"/>
                <a:gd name="connsiteX59" fmla="*/ 48450 w 2887263"/>
                <a:gd name="connsiteY59" fmla="*/ 1572192 h 2556892"/>
                <a:gd name="connsiteX60" fmla="*/ 308187 w 2887263"/>
                <a:gd name="connsiteY60" fmla="*/ 1484387 h 2556892"/>
                <a:gd name="connsiteX61" fmla="*/ 418058 w 2887263"/>
                <a:gd name="connsiteY61" fmla="*/ 1438416 h 2556892"/>
                <a:gd name="connsiteX62" fmla="*/ 576658 w 2887263"/>
                <a:gd name="connsiteY62" fmla="*/ 1349692 h 2556892"/>
                <a:gd name="connsiteX63" fmla="*/ 783528 w 2887263"/>
                <a:gd name="connsiteY63" fmla="*/ 1212698 h 2556892"/>
                <a:gd name="connsiteX64" fmla="*/ 835935 w 2887263"/>
                <a:gd name="connsiteY64" fmla="*/ 1149718 h 2556892"/>
                <a:gd name="connsiteX65" fmla="*/ 1003729 w 2887263"/>
                <a:gd name="connsiteY65" fmla="*/ 829759 h 2556892"/>
                <a:gd name="connsiteX66" fmla="*/ 1145780 w 2887263"/>
                <a:gd name="connsiteY66" fmla="*/ 462450 h 2556892"/>
                <a:gd name="connsiteX67" fmla="*/ 1238182 w 2887263"/>
                <a:gd name="connsiteY67" fmla="*/ 327755 h 2556892"/>
                <a:gd name="connsiteX68" fmla="*/ 1398621 w 2887263"/>
                <a:gd name="connsiteY68" fmla="*/ 243628 h 2556892"/>
                <a:gd name="connsiteX69" fmla="*/ 1538832 w 2887263"/>
                <a:gd name="connsiteY69" fmla="*/ 170074 h 2556892"/>
                <a:gd name="connsiteX70" fmla="*/ 1593998 w 2887263"/>
                <a:gd name="connsiteY70" fmla="*/ 129160 h 2556892"/>
                <a:gd name="connsiteX71" fmla="*/ 1684362 w 2887263"/>
                <a:gd name="connsiteY71" fmla="*/ 35759 h 2556892"/>
                <a:gd name="connsiteX72" fmla="*/ 1778802 w 2887263"/>
                <a:gd name="connsiteY72" fmla="*/ 139274 h 2556892"/>
                <a:gd name="connsiteX73" fmla="*/ 1913038 w 2887263"/>
                <a:gd name="connsiteY73" fmla="*/ 215126 h 2556892"/>
                <a:gd name="connsiteX74" fmla="*/ 1956806 w 2887263"/>
                <a:gd name="connsiteY74" fmla="*/ 233819 h 2556892"/>
                <a:gd name="connsiteX75" fmla="*/ 1967743 w 2887263"/>
                <a:gd name="connsiteY75" fmla="*/ 230756 h 2556892"/>
                <a:gd name="connsiteX76" fmla="*/ 1970387 w 2887263"/>
                <a:gd name="connsiteY76" fmla="*/ 230053 h 2556892"/>
                <a:gd name="connsiteX77" fmla="*/ 2020150 w 2887263"/>
                <a:gd name="connsiteY77" fmla="*/ 186624 h 2556892"/>
                <a:gd name="connsiteX78" fmla="*/ 2083131 w 2887263"/>
                <a:gd name="connsiteY78" fmla="*/ 93762 h 2556892"/>
                <a:gd name="connsiteX79" fmla="*/ 2088041 w 2887263"/>
                <a:gd name="connsiteY79" fmla="*/ 0 h 2556892"/>
                <a:gd name="connsiteX0" fmla="*/ 2502386 w 2887263"/>
                <a:gd name="connsiteY0" fmla="*/ 1100528 h 2556892"/>
                <a:gd name="connsiteX1" fmla="*/ 2493192 w 2887263"/>
                <a:gd name="connsiteY1" fmla="*/ 1180518 h 2556892"/>
                <a:gd name="connsiteX2" fmla="*/ 2465609 w 2887263"/>
                <a:gd name="connsiteY2" fmla="*/ 1293147 h 2556892"/>
                <a:gd name="connsiteX3" fmla="*/ 2453657 w 2887263"/>
                <a:gd name="connsiteY3" fmla="*/ 1314294 h 2556892"/>
                <a:gd name="connsiteX4" fmla="*/ 2454117 w 2887263"/>
                <a:gd name="connsiteY4" fmla="*/ 1317972 h 2556892"/>
                <a:gd name="connsiteX5" fmla="*/ 2453197 w 2887263"/>
                <a:gd name="connsiteY5" fmla="*/ 1334981 h 2556892"/>
                <a:gd name="connsiteX6" fmla="*/ 2487675 w 2887263"/>
                <a:gd name="connsiteY6" fmla="*/ 1298204 h 2556892"/>
                <a:gd name="connsiteX7" fmla="*/ 2519396 w 2887263"/>
                <a:gd name="connsiteY7" fmla="*/ 1266944 h 2556892"/>
                <a:gd name="connsiteX8" fmla="*/ 2527210 w 2887263"/>
                <a:gd name="connsiteY8" fmla="*/ 1243499 h 2556892"/>
                <a:gd name="connsiteX9" fmla="*/ 2506983 w 2887263"/>
                <a:gd name="connsiteY9" fmla="*/ 1129031 h 2556892"/>
                <a:gd name="connsiteX10" fmla="*/ 2502386 w 2887263"/>
                <a:gd name="connsiteY10" fmla="*/ 1100528 h 2556892"/>
                <a:gd name="connsiteX11" fmla="*/ 2088041 w 2887263"/>
                <a:gd name="connsiteY11" fmla="*/ 0 h 2556892"/>
                <a:gd name="connsiteX12" fmla="*/ 2147031 w 2887263"/>
                <a:gd name="connsiteY12" fmla="*/ 92843 h 2556892"/>
                <a:gd name="connsiteX13" fmla="*/ 2146811 w 2887263"/>
                <a:gd name="connsiteY13" fmla="*/ 95772 h 2556892"/>
                <a:gd name="connsiteX14" fmla="*/ 2343326 w 2887263"/>
                <a:gd name="connsiteY14" fmla="*/ 146169 h 2556892"/>
                <a:gd name="connsiteX15" fmla="*/ 2510201 w 2887263"/>
                <a:gd name="connsiteY15" fmla="*/ 214666 h 2556892"/>
                <a:gd name="connsiteX16" fmla="*/ 2626968 w 2887263"/>
                <a:gd name="connsiteY16" fmla="*/ 296494 h 2556892"/>
                <a:gd name="connsiteX17" fmla="*/ 2693166 w 2887263"/>
                <a:gd name="connsiteY17" fmla="*/ 382460 h 2556892"/>
                <a:gd name="connsiteX18" fmla="*/ 2731322 w 2887263"/>
                <a:gd name="connsiteY18" fmla="*/ 459692 h 2556892"/>
                <a:gd name="connsiteX19" fmla="*/ 2762123 w 2887263"/>
                <a:gd name="connsiteY19" fmla="*/ 561747 h 2556892"/>
                <a:gd name="connsiteX20" fmla="*/ 2785108 w 2887263"/>
                <a:gd name="connsiteY20" fmla="*/ 666102 h 2556892"/>
                <a:gd name="connsiteX21" fmla="*/ 2804876 w 2887263"/>
                <a:gd name="connsiteY21" fmla="*/ 779650 h 2556892"/>
                <a:gd name="connsiteX22" fmla="*/ 2823264 w 2887263"/>
                <a:gd name="connsiteY22" fmla="*/ 882626 h 2556892"/>
                <a:gd name="connsiteX23" fmla="*/ 2830160 w 2887263"/>
                <a:gd name="connsiteY23" fmla="*/ 938251 h 2556892"/>
                <a:gd name="connsiteX24" fmla="*/ 2853145 w 2887263"/>
                <a:gd name="connsiteY24" fmla="*/ 1122135 h 2556892"/>
                <a:gd name="connsiteX25" fmla="*/ 2870614 w 2887263"/>
                <a:gd name="connsiteY25" fmla="*/ 1265565 h 2556892"/>
                <a:gd name="connsiteX26" fmla="*/ 2880728 w 2887263"/>
                <a:gd name="connsiteY26" fmla="*/ 1355208 h 2556892"/>
                <a:gd name="connsiteX27" fmla="*/ 2887164 w 2887263"/>
                <a:gd name="connsiteY27" fmla="*/ 1424625 h 2556892"/>
                <a:gd name="connsiteX28" fmla="*/ 2873373 w 2887263"/>
                <a:gd name="connsiteY28" fmla="*/ 1444852 h 2556892"/>
                <a:gd name="connsiteX29" fmla="*/ 2661446 w 2887263"/>
                <a:gd name="connsiteY29" fmla="*/ 1543690 h 2556892"/>
                <a:gd name="connsiteX30" fmla="*/ 2448600 w 2887263"/>
                <a:gd name="connsiteY30" fmla="*/ 1641608 h 2556892"/>
                <a:gd name="connsiteX31" fmla="*/ 2447681 w 2887263"/>
                <a:gd name="connsiteY31" fmla="*/ 1783659 h 2556892"/>
                <a:gd name="connsiteX32" fmla="*/ 2452278 w 2887263"/>
                <a:gd name="connsiteY32" fmla="*/ 2127522 h 2556892"/>
                <a:gd name="connsiteX33" fmla="*/ 2458714 w 2887263"/>
                <a:gd name="connsiteY33" fmla="*/ 2556892 h 2556892"/>
                <a:gd name="connsiteX34" fmla="*/ 1263006 w 2887263"/>
                <a:gd name="connsiteY34" fmla="*/ 2556892 h 2556892"/>
                <a:gd name="connsiteX35" fmla="*/ 1282774 w 2887263"/>
                <a:gd name="connsiteY35" fmla="*/ 2299914 h 2556892"/>
                <a:gd name="connsiteX36" fmla="*/ 1307598 w 2887263"/>
                <a:gd name="connsiteY36" fmla="*/ 2083390 h 2556892"/>
                <a:gd name="connsiteX37" fmla="*/ 1331503 w 2887263"/>
                <a:gd name="connsiteY37" fmla="*/ 1927088 h 2556892"/>
                <a:gd name="connsiteX38" fmla="*/ 1373796 w 2887263"/>
                <a:gd name="connsiteY38" fmla="*/ 1718839 h 2556892"/>
                <a:gd name="connsiteX39" fmla="*/ 1407355 w 2887263"/>
                <a:gd name="connsiteY39" fmla="*/ 1619082 h 2556892"/>
                <a:gd name="connsiteX40" fmla="*/ 1414711 w 2887263"/>
                <a:gd name="connsiteY40" fmla="*/ 1591040 h 2556892"/>
                <a:gd name="connsiteX41" fmla="*/ 1407355 w 2887263"/>
                <a:gd name="connsiteY41" fmla="*/ 1583225 h 2556892"/>
                <a:gd name="connsiteX42" fmla="*/ 1380692 w 2887263"/>
                <a:gd name="connsiteY42" fmla="*/ 1470596 h 2556892"/>
                <a:gd name="connsiteX43" fmla="*/ 1359086 w 2887263"/>
                <a:gd name="connsiteY43" fmla="*/ 1374516 h 2556892"/>
                <a:gd name="connsiteX44" fmla="*/ 1320470 w 2887263"/>
                <a:gd name="connsiteY44" fmla="*/ 1212698 h 2556892"/>
                <a:gd name="connsiteX45" fmla="*/ 1297484 w 2887263"/>
                <a:gd name="connsiteY45" fmla="*/ 1106964 h 2556892"/>
                <a:gd name="connsiteX46" fmla="*/ 1288750 w 2887263"/>
                <a:gd name="connsiteY46" fmla="*/ 1086737 h 2556892"/>
                <a:gd name="connsiteX47" fmla="*/ 1127391 w 2887263"/>
                <a:gd name="connsiteY47" fmla="*/ 1342336 h 2556892"/>
                <a:gd name="connsiteX48" fmla="*/ 962355 w 2887263"/>
                <a:gd name="connsiteY48" fmla="*/ 1506453 h 2556892"/>
                <a:gd name="connsiteX49" fmla="*/ 766059 w 2887263"/>
                <a:gd name="connsiteY49" fmla="*/ 1636091 h 2556892"/>
                <a:gd name="connsiteX50" fmla="*/ 494829 w 2887263"/>
                <a:gd name="connsiteY50" fmla="*/ 1753318 h 2556892"/>
                <a:gd name="connsiteX51" fmla="*/ 272789 w 2887263"/>
                <a:gd name="connsiteY51" fmla="*/ 1791474 h 2556892"/>
                <a:gd name="connsiteX52" fmla="*/ 104995 w 2887263"/>
                <a:gd name="connsiteY52" fmla="*/ 1804345 h 2556892"/>
                <a:gd name="connsiteX53" fmla="*/ 82929 w 2887263"/>
                <a:gd name="connsiteY53" fmla="*/ 1787336 h 2556892"/>
                <a:gd name="connsiteX54" fmla="*/ 77872 w 2887263"/>
                <a:gd name="connsiteY54" fmla="*/ 1783199 h 2556892"/>
                <a:gd name="connsiteX55" fmla="*/ 61322 w 2887263"/>
                <a:gd name="connsiteY55" fmla="*/ 1758374 h 2556892"/>
                <a:gd name="connsiteX56" fmla="*/ 5237 w 2887263"/>
                <a:gd name="connsiteY56" fmla="*/ 1612646 h 2556892"/>
                <a:gd name="connsiteX57" fmla="*/ 1100 w 2887263"/>
                <a:gd name="connsiteY57" fmla="*/ 1591499 h 2556892"/>
                <a:gd name="connsiteX58" fmla="*/ 48450 w 2887263"/>
                <a:gd name="connsiteY58" fmla="*/ 1572192 h 2556892"/>
                <a:gd name="connsiteX59" fmla="*/ 308187 w 2887263"/>
                <a:gd name="connsiteY59" fmla="*/ 1484387 h 2556892"/>
                <a:gd name="connsiteX60" fmla="*/ 418058 w 2887263"/>
                <a:gd name="connsiteY60" fmla="*/ 1438416 h 2556892"/>
                <a:gd name="connsiteX61" fmla="*/ 576658 w 2887263"/>
                <a:gd name="connsiteY61" fmla="*/ 1349692 h 2556892"/>
                <a:gd name="connsiteX62" fmla="*/ 783528 w 2887263"/>
                <a:gd name="connsiteY62" fmla="*/ 1212698 h 2556892"/>
                <a:gd name="connsiteX63" fmla="*/ 835935 w 2887263"/>
                <a:gd name="connsiteY63" fmla="*/ 1149718 h 2556892"/>
                <a:gd name="connsiteX64" fmla="*/ 1003729 w 2887263"/>
                <a:gd name="connsiteY64" fmla="*/ 829759 h 2556892"/>
                <a:gd name="connsiteX65" fmla="*/ 1145780 w 2887263"/>
                <a:gd name="connsiteY65" fmla="*/ 462450 h 2556892"/>
                <a:gd name="connsiteX66" fmla="*/ 1238182 w 2887263"/>
                <a:gd name="connsiteY66" fmla="*/ 327755 h 2556892"/>
                <a:gd name="connsiteX67" fmla="*/ 1398621 w 2887263"/>
                <a:gd name="connsiteY67" fmla="*/ 243628 h 2556892"/>
                <a:gd name="connsiteX68" fmla="*/ 1538832 w 2887263"/>
                <a:gd name="connsiteY68" fmla="*/ 170074 h 2556892"/>
                <a:gd name="connsiteX69" fmla="*/ 1593998 w 2887263"/>
                <a:gd name="connsiteY69" fmla="*/ 129160 h 2556892"/>
                <a:gd name="connsiteX70" fmla="*/ 1684362 w 2887263"/>
                <a:gd name="connsiteY70" fmla="*/ 35759 h 2556892"/>
                <a:gd name="connsiteX71" fmla="*/ 1778802 w 2887263"/>
                <a:gd name="connsiteY71" fmla="*/ 139274 h 2556892"/>
                <a:gd name="connsiteX72" fmla="*/ 1913038 w 2887263"/>
                <a:gd name="connsiteY72" fmla="*/ 215126 h 2556892"/>
                <a:gd name="connsiteX73" fmla="*/ 1956806 w 2887263"/>
                <a:gd name="connsiteY73" fmla="*/ 233819 h 2556892"/>
                <a:gd name="connsiteX74" fmla="*/ 1967743 w 2887263"/>
                <a:gd name="connsiteY74" fmla="*/ 230756 h 2556892"/>
                <a:gd name="connsiteX75" fmla="*/ 1970387 w 2887263"/>
                <a:gd name="connsiteY75" fmla="*/ 230053 h 2556892"/>
                <a:gd name="connsiteX76" fmla="*/ 2020150 w 2887263"/>
                <a:gd name="connsiteY76" fmla="*/ 186624 h 2556892"/>
                <a:gd name="connsiteX77" fmla="*/ 2083131 w 2887263"/>
                <a:gd name="connsiteY77" fmla="*/ 93762 h 2556892"/>
                <a:gd name="connsiteX78" fmla="*/ 2088041 w 2887263"/>
                <a:gd name="connsiteY78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103895 w 2886163"/>
                <a:gd name="connsiteY52" fmla="*/ 1804345 h 2556892"/>
                <a:gd name="connsiteX53" fmla="*/ 81829 w 2886163"/>
                <a:gd name="connsiteY53" fmla="*/ 1787336 h 2556892"/>
                <a:gd name="connsiteX54" fmla="*/ 76772 w 2886163"/>
                <a:gd name="connsiteY54" fmla="*/ 1783199 h 2556892"/>
                <a:gd name="connsiteX55" fmla="*/ 60222 w 2886163"/>
                <a:gd name="connsiteY55" fmla="*/ 1758374 h 2556892"/>
                <a:gd name="connsiteX56" fmla="*/ 0 w 2886163"/>
                <a:gd name="connsiteY56" fmla="*/ 1591499 h 2556892"/>
                <a:gd name="connsiteX57" fmla="*/ 47350 w 2886163"/>
                <a:gd name="connsiteY57" fmla="*/ 1572192 h 2556892"/>
                <a:gd name="connsiteX58" fmla="*/ 307087 w 2886163"/>
                <a:gd name="connsiteY58" fmla="*/ 1484387 h 2556892"/>
                <a:gd name="connsiteX59" fmla="*/ 416958 w 2886163"/>
                <a:gd name="connsiteY59" fmla="*/ 1438416 h 2556892"/>
                <a:gd name="connsiteX60" fmla="*/ 575558 w 2886163"/>
                <a:gd name="connsiteY60" fmla="*/ 1349692 h 2556892"/>
                <a:gd name="connsiteX61" fmla="*/ 782428 w 2886163"/>
                <a:gd name="connsiteY61" fmla="*/ 1212698 h 2556892"/>
                <a:gd name="connsiteX62" fmla="*/ 834835 w 2886163"/>
                <a:gd name="connsiteY62" fmla="*/ 1149718 h 2556892"/>
                <a:gd name="connsiteX63" fmla="*/ 1002629 w 2886163"/>
                <a:gd name="connsiteY63" fmla="*/ 829759 h 2556892"/>
                <a:gd name="connsiteX64" fmla="*/ 1144680 w 2886163"/>
                <a:gd name="connsiteY64" fmla="*/ 462450 h 2556892"/>
                <a:gd name="connsiteX65" fmla="*/ 1237082 w 2886163"/>
                <a:gd name="connsiteY65" fmla="*/ 327755 h 2556892"/>
                <a:gd name="connsiteX66" fmla="*/ 1397521 w 2886163"/>
                <a:gd name="connsiteY66" fmla="*/ 243628 h 2556892"/>
                <a:gd name="connsiteX67" fmla="*/ 1537732 w 2886163"/>
                <a:gd name="connsiteY67" fmla="*/ 170074 h 2556892"/>
                <a:gd name="connsiteX68" fmla="*/ 1592898 w 2886163"/>
                <a:gd name="connsiteY68" fmla="*/ 129160 h 2556892"/>
                <a:gd name="connsiteX69" fmla="*/ 1683262 w 2886163"/>
                <a:gd name="connsiteY69" fmla="*/ 35759 h 2556892"/>
                <a:gd name="connsiteX70" fmla="*/ 1777702 w 2886163"/>
                <a:gd name="connsiteY70" fmla="*/ 139274 h 2556892"/>
                <a:gd name="connsiteX71" fmla="*/ 1911938 w 2886163"/>
                <a:gd name="connsiteY71" fmla="*/ 215126 h 2556892"/>
                <a:gd name="connsiteX72" fmla="*/ 1955706 w 2886163"/>
                <a:gd name="connsiteY72" fmla="*/ 233819 h 2556892"/>
                <a:gd name="connsiteX73" fmla="*/ 1966643 w 2886163"/>
                <a:gd name="connsiteY73" fmla="*/ 230756 h 2556892"/>
                <a:gd name="connsiteX74" fmla="*/ 1969287 w 2886163"/>
                <a:gd name="connsiteY74" fmla="*/ 230053 h 2556892"/>
                <a:gd name="connsiteX75" fmla="*/ 2019050 w 2886163"/>
                <a:gd name="connsiteY75" fmla="*/ 186624 h 2556892"/>
                <a:gd name="connsiteX76" fmla="*/ 2082031 w 2886163"/>
                <a:gd name="connsiteY76" fmla="*/ 93762 h 2556892"/>
                <a:gd name="connsiteX77" fmla="*/ 2086941 w 2886163"/>
                <a:gd name="connsiteY77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103895 w 2886163"/>
                <a:gd name="connsiteY52" fmla="*/ 1804345 h 2556892"/>
                <a:gd name="connsiteX53" fmla="*/ 81829 w 2886163"/>
                <a:gd name="connsiteY53" fmla="*/ 1787336 h 2556892"/>
                <a:gd name="connsiteX54" fmla="*/ 76772 w 2886163"/>
                <a:gd name="connsiteY54" fmla="*/ 1783199 h 2556892"/>
                <a:gd name="connsiteX55" fmla="*/ 0 w 2886163"/>
                <a:gd name="connsiteY55" fmla="*/ 1591499 h 2556892"/>
                <a:gd name="connsiteX56" fmla="*/ 47350 w 2886163"/>
                <a:gd name="connsiteY56" fmla="*/ 1572192 h 2556892"/>
                <a:gd name="connsiteX57" fmla="*/ 307087 w 2886163"/>
                <a:gd name="connsiteY57" fmla="*/ 1484387 h 2556892"/>
                <a:gd name="connsiteX58" fmla="*/ 416958 w 2886163"/>
                <a:gd name="connsiteY58" fmla="*/ 1438416 h 2556892"/>
                <a:gd name="connsiteX59" fmla="*/ 575558 w 2886163"/>
                <a:gd name="connsiteY59" fmla="*/ 1349692 h 2556892"/>
                <a:gd name="connsiteX60" fmla="*/ 782428 w 2886163"/>
                <a:gd name="connsiteY60" fmla="*/ 1212698 h 2556892"/>
                <a:gd name="connsiteX61" fmla="*/ 834835 w 2886163"/>
                <a:gd name="connsiteY61" fmla="*/ 1149718 h 2556892"/>
                <a:gd name="connsiteX62" fmla="*/ 1002629 w 2886163"/>
                <a:gd name="connsiteY62" fmla="*/ 829759 h 2556892"/>
                <a:gd name="connsiteX63" fmla="*/ 1144680 w 2886163"/>
                <a:gd name="connsiteY63" fmla="*/ 462450 h 2556892"/>
                <a:gd name="connsiteX64" fmla="*/ 1237082 w 2886163"/>
                <a:gd name="connsiteY64" fmla="*/ 327755 h 2556892"/>
                <a:gd name="connsiteX65" fmla="*/ 1397521 w 2886163"/>
                <a:gd name="connsiteY65" fmla="*/ 243628 h 2556892"/>
                <a:gd name="connsiteX66" fmla="*/ 1537732 w 2886163"/>
                <a:gd name="connsiteY66" fmla="*/ 170074 h 2556892"/>
                <a:gd name="connsiteX67" fmla="*/ 1592898 w 2886163"/>
                <a:gd name="connsiteY67" fmla="*/ 129160 h 2556892"/>
                <a:gd name="connsiteX68" fmla="*/ 1683262 w 2886163"/>
                <a:gd name="connsiteY68" fmla="*/ 35759 h 2556892"/>
                <a:gd name="connsiteX69" fmla="*/ 1777702 w 2886163"/>
                <a:gd name="connsiteY69" fmla="*/ 139274 h 2556892"/>
                <a:gd name="connsiteX70" fmla="*/ 1911938 w 2886163"/>
                <a:gd name="connsiteY70" fmla="*/ 215126 h 2556892"/>
                <a:gd name="connsiteX71" fmla="*/ 1955706 w 2886163"/>
                <a:gd name="connsiteY71" fmla="*/ 233819 h 2556892"/>
                <a:gd name="connsiteX72" fmla="*/ 1966643 w 2886163"/>
                <a:gd name="connsiteY72" fmla="*/ 230756 h 2556892"/>
                <a:gd name="connsiteX73" fmla="*/ 1969287 w 2886163"/>
                <a:gd name="connsiteY73" fmla="*/ 230053 h 2556892"/>
                <a:gd name="connsiteX74" fmla="*/ 2019050 w 2886163"/>
                <a:gd name="connsiteY74" fmla="*/ 186624 h 2556892"/>
                <a:gd name="connsiteX75" fmla="*/ 2082031 w 2886163"/>
                <a:gd name="connsiteY75" fmla="*/ 93762 h 2556892"/>
                <a:gd name="connsiteX76" fmla="*/ 2086941 w 2886163"/>
                <a:gd name="connsiteY76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103895 w 2886163"/>
                <a:gd name="connsiteY52" fmla="*/ 1804345 h 2556892"/>
                <a:gd name="connsiteX53" fmla="*/ 81829 w 2886163"/>
                <a:gd name="connsiteY53" fmla="*/ 1787336 h 2556892"/>
                <a:gd name="connsiteX54" fmla="*/ 0 w 2886163"/>
                <a:gd name="connsiteY54" fmla="*/ 1591499 h 2556892"/>
                <a:gd name="connsiteX55" fmla="*/ 47350 w 2886163"/>
                <a:gd name="connsiteY55" fmla="*/ 1572192 h 2556892"/>
                <a:gd name="connsiteX56" fmla="*/ 307087 w 2886163"/>
                <a:gd name="connsiteY56" fmla="*/ 1484387 h 2556892"/>
                <a:gd name="connsiteX57" fmla="*/ 416958 w 2886163"/>
                <a:gd name="connsiteY57" fmla="*/ 1438416 h 2556892"/>
                <a:gd name="connsiteX58" fmla="*/ 575558 w 2886163"/>
                <a:gd name="connsiteY58" fmla="*/ 1349692 h 2556892"/>
                <a:gd name="connsiteX59" fmla="*/ 782428 w 2886163"/>
                <a:gd name="connsiteY59" fmla="*/ 1212698 h 2556892"/>
                <a:gd name="connsiteX60" fmla="*/ 834835 w 2886163"/>
                <a:gd name="connsiteY60" fmla="*/ 1149718 h 2556892"/>
                <a:gd name="connsiteX61" fmla="*/ 1002629 w 2886163"/>
                <a:gd name="connsiteY61" fmla="*/ 829759 h 2556892"/>
                <a:gd name="connsiteX62" fmla="*/ 1144680 w 2886163"/>
                <a:gd name="connsiteY62" fmla="*/ 462450 h 2556892"/>
                <a:gd name="connsiteX63" fmla="*/ 1237082 w 2886163"/>
                <a:gd name="connsiteY63" fmla="*/ 327755 h 2556892"/>
                <a:gd name="connsiteX64" fmla="*/ 1397521 w 2886163"/>
                <a:gd name="connsiteY64" fmla="*/ 243628 h 2556892"/>
                <a:gd name="connsiteX65" fmla="*/ 1537732 w 2886163"/>
                <a:gd name="connsiteY65" fmla="*/ 170074 h 2556892"/>
                <a:gd name="connsiteX66" fmla="*/ 1592898 w 2886163"/>
                <a:gd name="connsiteY66" fmla="*/ 129160 h 2556892"/>
                <a:gd name="connsiteX67" fmla="*/ 1683262 w 2886163"/>
                <a:gd name="connsiteY67" fmla="*/ 35759 h 2556892"/>
                <a:gd name="connsiteX68" fmla="*/ 1777702 w 2886163"/>
                <a:gd name="connsiteY68" fmla="*/ 139274 h 2556892"/>
                <a:gd name="connsiteX69" fmla="*/ 1911938 w 2886163"/>
                <a:gd name="connsiteY69" fmla="*/ 215126 h 2556892"/>
                <a:gd name="connsiteX70" fmla="*/ 1955706 w 2886163"/>
                <a:gd name="connsiteY70" fmla="*/ 233819 h 2556892"/>
                <a:gd name="connsiteX71" fmla="*/ 1966643 w 2886163"/>
                <a:gd name="connsiteY71" fmla="*/ 230756 h 2556892"/>
                <a:gd name="connsiteX72" fmla="*/ 1969287 w 2886163"/>
                <a:gd name="connsiteY72" fmla="*/ 230053 h 2556892"/>
                <a:gd name="connsiteX73" fmla="*/ 2019050 w 2886163"/>
                <a:gd name="connsiteY73" fmla="*/ 186624 h 2556892"/>
                <a:gd name="connsiteX74" fmla="*/ 2082031 w 2886163"/>
                <a:gd name="connsiteY74" fmla="*/ 93762 h 2556892"/>
                <a:gd name="connsiteX75" fmla="*/ 2086941 w 2886163"/>
                <a:gd name="connsiteY75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81829 w 2886163"/>
                <a:gd name="connsiteY52" fmla="*/ 1787336 h 2556892"/>
                <a:gd name="connsiteX53" fmla="*/ 0 w 2886163"/>
                <a:gd name="connsiteY53" fmla="*/ 1591499 h 2556892"/>
                <a:gd name="connsiteX54" fmla="*/ 47350 w 2886163"/>
                <a:gd name="connsiteY54" fmla="*/ 1572192 h 2556892"/>
                <a:gd name="connsiteX55" fmla="*/ 307087 w 2886163"/>
                <a:gd name="connsiteY55" fmla="*/ 1484387 h 2556892"/>
                <a:gd name="connsiteX56" fmla="*/ 416958 w 2886163"/>
                <a:gd name="connsiteY56" fmla="*/ 1438416 h 2556892"/>
                <a:gd name="connsiteX57" fmla="*/ 575558 w 2886163"/>
                <a:gd name="connsiteY57" fmla="*/ 1349692 h 2556892"/>
                <a:gd name="connsiteX58" fmla="*/ 782428 w 2886163"/>
                <a:gd name="connsiteY58" fmla="*/ 1212698 h 2556892"/>
                <a:gd name="connsiteX59" fmla="*/ 834835 w 2886163"/>
                <a:gd name="connsiteY59" fmla="*/ 1149718 h 2556892"/>
                <a:gd name="connsiteX60" fmla="*/ 1002629 w 2886163"/>
                <a:gd name="connsiteY60" fmla="*/ 829759 h 2556892"/>
                <a:gd name="connsiteX61" fmla="*/ 1144680 w 2886163"/>
                <a:gd name="connsiteY61" fmla="*/ 462450 h 2556892"/>
                <a:gd name="connsiteX62" fmla="*/ 1237082 w 2886163"/>
                <a:gd name="connsiteY62" fmla="*/ 327755 h 2556892"/>
                <a:gd name="connsiteX63" fmla="*/ 1397521 w 2886163"/>
                <a:gd name="connsiteY63" fmla="*/ 243628 h 2556892"/>
                <a:gd name="connsiteX64" fmla="*/ 1537732 w 2886163"/>
                <a:gd name="connsiteY64" fmla="*/ 170074 h 2556892"/>
                <a:gd name="connsiteX65" fmla="*/ 1592898 w 2886163"/>
                <a:gd name="connsiteY65" fmla="*/ 129160 h 2556892"/>
                <a:gd name="connsiteX66" fmla="*/ 1683262 w 2886163"/>
                <a:gd name="connsiteY66" fmla="*/ 35759 h 2556892"/>
                <a:gd name="connsiteX67" fmla="*/ 1777702 w 2886163"/>
                <a:gd name="connsiteY67" fmla="*/ 139274 h 2556892"/>
                <a:gd name="connsiteX68" fmla="*/ 1911938 w 2886163"/>
                <a:gd name="connsiteY68" fmla="*/ 215126 h 2556892"/>
                <a:gd name="connsiteX69" fmla="*/ 1955706 w 2886163"/>
                <a:gd name="connsiteY69" fmla="*/ 233819 h 2556892"/>
                <a:gd name="connsiteX70" fmla="*/ 1966643 w 2886163"/>
                <a:gd name="connsiteY70" fmla="*/ 230756 h 2556892"/>
                <a:gd name="connsiteX71" fmla="*/ 1969287 w 2886163"/>
                <a:gd name="connsiteY71" fmla="*/ 230053 h 2556892"/>
                <a:gd name="connsiteX72" fmla="*/ 2019050 w 2886163"/>
                <a:gd name="connsiteY72" fmla="*/ 186624 h 2556892"/>
                <a:gd name="connsiteX73" fmla="*/ 2082031 w 2886163"/>
                <a:gd name="connsiteY73" fmla="*/ 93762 h 2556892"/>
                <a:gd name="connsiteX74" fmla="*/ 2086941 w 2886163"/>
                <a:gd name="connsiteY74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81829 w 2886163"/>
                <a:gd name="connsiteY52" fmla="*/ 1787336 h 2556892"/>
                <a:gd name="connsiteX53" fmla="*/ 0 w 2886163"/>
                <a:gd name="connsiteY53" fmla="*/ 1591499 h 2556892"/>
                <a:gd name="connsiteX54" fmla="*/ 47350 w 2886163"/>
                <a:gd name="connsiteY54" fmla="*/ 1572192 h 2556892"/>
                <a:gd name="connsiteX55" fmla="*/ 307087 w 2886163"/>
                <a:gd name="connsiteY55" fmla="*/ 1484387 h 2556892"/>
                <a:gd name="connsiteX56" fmla="*/ 416958 w 2886163"/>
                <a:gd name="connsiteY56" fmla="*/ 1438416 h 2556892"/>
                <a:gd name="connsiteX57" fmla="*/ 575558 w 2886163"/>
                <a:gd name="connsiteY57" fmla="*/ 1349692 h 2556892"/>
                <a:gd name="connsiteX58" fmla="*/ 782428 w 2886163"/>
                <a:gd name="connsiteY58" fmla="*/ 1212698 h 2556892"/>
                <a:gd name="connsiteX59" fmla="*/ 834835 w 2886163"/>
                <a:gd name="connsiteY59" fmla="*/ 1149718 h 2556892"/>
                <a:gd name="connsiteX60" fmla="*/ 1002629 w 2886163"/>
                <a:gd name="connsiteY60" fmla="*/ 829759 h 2556892"/>
                <a:gd name="connsiteX61" fmla="*/ 1144680 w 2886163"/>
                <a:gd name="connsiteY61" fmla="*/ 462450 h 2556892"/>
                <a:gd name="connsiteX62" fmla="*/ 1237082 w 2886163"/>
                <a:gd name="connsiteY62" fmla="*/ 327755 h 2556892"/>
                <a:gd name="connsiteX63" fmla="*/ 1397521 w 2886163"/>
                <a:gd name="connsiteY63" fmla="*/ 243628 h 2556892"/>
                <a:gd name="connsiteX64" fmla="*/ 1537732 w 2886163"/>
                <a:gd name="connsiteY64" fmla="*/ 170074 h 2556892"/>
                <a:gd name="connsiteX65" fmla="*/ 1592898 w 2886163"/>
                <a:gd name="connsiteY65" fmla="*/ 129160 h 2556892"/>
                <a:gd name="connsiteX66" fmla="*/ 1683262 w 2886163"/>
                <a:gd name="connsiteY66" fmla="*/ 35759 h 2556892"/>
                <a:gd name="connsiteX67" fmla="*/ 1777702 w 2886163"/>
                <a:gd name="connsiteY67" fmla="*/ 139274 h 2556892"/>
                <a:gd name="connsiteX68" fmla="*/ 1911938 w 2886163"/>
                <a:gd name="connsiteY68" fmla="*/ 215126 h 2556892"/>
                <a:gd name="connsiteX69" fmla="*/ 1955706 w 2886163"/>
                <a:gd name="connsiteY69" fmla="*/ 233819 h 2556892"/>
                <a:gd name="connsiteX70" fmla="*/ 1966643 w 2886163"/>
                <a:gd name="connsiteY70" fmla="*/ 230756 h 2556892"/>
                <a:gd name="connsiteX71" fmla="*/ 1969287 w 2886163"/>
                <a:gd name="connsiteY71" fmla="*/ 230053 h 2556892"/>
                <a:gd name="connsiteX72" fmla="*/ 2019050 w 2886163"/>
                <a:gd name="connsiteY72" fmla="*/ 186624 h 2556892"/>
                <a:gd name="connsiteX73" fmla="*/ 2082031 w 2886163"/>
                <a:gd name="connsiteY73" fmla="*/ 93762 h 2556892"/>
                <a:gd name="connsiteX74" fmla="*/ 2086941 w 2886163"/>
                <a:gd name="connsiteY74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406255 w 2886163"/>
                <a:gd name="connsiteY41" fmla="*/ 1583225 h 2556892"/>
                <a:gd name="connsiteX42" fmla="*/ 1379592 w 2886163"/>
                <a:gd name="connsiteY42" fmla="*/ 1470596 h 2556892"/>
                <a:gd name="connsiteX43" fmla="*/ 1357986 w 2886163"/>
                <a:gd name="connsiteY43" fmla="*/ 1374516 h 2556892"/>
                <a:gd name="connsiteX44" fmla="*/ 1319370 w 2886163"/>
                <a:gd name="connsiteY44" fmla="*/ 1212698 h 2556892"/>
                <a:gd name="connsiteX45" fmla="*/ 1296384 w 2886163"/>
                <a:gd name="connsiteY45" fmla="*/ 1106964 h 2556892"/>
                <a:gd name="connsiteX46" fmla="*/ 1287650 w 2886163"/>
                <a:gd name="connsiteY46" fmla="*/ 1086737 h 2556892"/>
                <a:gd name="connsiteX47" fmla="*/ 1126291 w 2886163"/>
                <a:gd name="connsiteY47" fmla="*/ 1342336 h 2556892"/>
                <a:gd name="connsiteX48" fmla="*/ 961255 w 2886163"/>
                <a:gd name="connsiteY48" fmla="*/ 1506453 h 2556892"/>
                <a:gd name="connsiteX49" fmla="*/ 764959 w 2886163"/>
                <a:gd name="connsiteY49" fmla="*/ 1636091 h 2556892"/>
                <a:gd name="connsiteX50" fmla="*/ 493729 w 2886163"/>
                <a:gd name="connsiteY50" fmla="*/ 1753318 h 2556892"/>
                <a:gd name="connsiteX51" fmla="*/ 271689 w 2886163"/>
                <a:gd name="connsiteY51" fmla="*/ 1791474 h 2556892"/>
                <a:gd name="connsiteX52" fmla="*/ 81829 w 2886163"/>
                <a:gd name="connsiteY52" fmla="*/ 1787336 h 2556892"/>
                <a:gd name="connsiteX53" fmla="*/ 0 w 2886163"/>
                <a:gd name="connsiteY53" fmla="*/ 1591499 h 2556892"/>
                <a:gd name="connsiteX54" fmla="*/ 47350 w 2886163"/>
                <a:gd name="connsiteY54" fmla="*/ 1572192 h 2556892"/>
                <a:gd name="connsiteX55" fmla="*/ 307087 w 2886163"/>
                <a:gd name="connsiteY55" fmla="*/ 1484387 h 2556892"/>
                <a:gd name="connsiteX56" fmla="*/ 416958 w 2886163"/>
                <a:gd name="connsiteY56" fmla="*/ 1438416 h 2556892"/>
                <a:gd name="connsiteX57" fmla="*/ 575558 w 2886163"/>
                <a:gd name="connsiteY57" fmla="*/ 1349692 h 2556892"/>
                <a:gd name="connsiteX58" fmla="*/ 782428 w 2886163"/>
                <a:gd name="connsiteY58" fmla="*/ 1212698 h 2556892"/>
                <a:gd name="connsiteX59" fmla="*/ 834835 w 2886163"/>
                <a:gd name="connsiteY59" fmla="*/ 1149718 h 2556892"/>
                <a:gd name="connsiteX60" fmla="*/ 1002629 w 2886163"/>
                <a:gd name="connsiteY60" fmla="*/ 829759 h 2556892"/>
                <a:gd name="connsiteX61" fmla="*/ 1144680 w 2886163"/>
                <a:gd name="connsiteY61" fmla="*/ 462450 h 2556892"/>
                <a:gd name="connsiteX62" fmla="*/ 1237082 w 2886163"/>
                <a:gd name="connsiteY62" fmla="*/ 327755 h 2556892"/>
                <a:gd name="connsiteX63" fmla="*/ 1397521 w 2886163"/>
                <a:gd name="connsiteY63" fmla="*/ 243628 h 2556892"/>
                <a:gd name="connsiteX64" fmla="*/ 1537732 w 2886163"/>
                <a:gd name="connsiteY64" fmla="*/ 170074 h 2556892"/>
                <a:gd name="connsiteX65" fmla="*/ 1592898 w 2886163"/>
                <a:gd name="connsiteY65" fmla="*/ 129160 h 2556892"/>
                <a:gd name="connsiteX66" fmla="*/ 1683262 w 2886163"/>
                <a:gd name="connsiteY66" fmla="*/ 35759 h 2556892"/>
                <a:gd name="connsiteX67" fmla="*/ 1777702 w 2886163"/>
                <a:gd name="connsiteY67" fmla="*/ 139274 h 2556892"/>
                <a:gd name="connsiteX68" fmla="*/ 1911938 w 2886163"/>
                <a:gd name="connsiteY68" fmla="*/ 215126 h 2556892"/>
                <a:gd name="connsiteX69" fmla="*/ 1955706 w 2886163"/>
                <a:gd name="connsiteY69" fmla="*/ 233819 h 2556892"/>
                <a:gd name="connsiteX70" fmla="*/ 1966643 w 2886163"/>
                <a:gd name="connsiteY70" fmla="*/ 230756 h 2556892"/>
                <a:gd name="connsiteX71" fmla="*/ 1969287 w 2886163"/>
                <a:gd name="connsiteY71" fmla="*/ 230053 h 2556892"/>
                <a:gd name="connsiteX72" fmla="*/ 2019050 w 2886163"/>
                <a:gd name="connsiteY72" fmla="*/ 186624 h 2556892"/>
                <a:gd name="connsiteX73" fmla="*/ 2082031 w 2886163"/>
                <a:gd name="connsiteY73" fmla="*/ 93762 h 2556892"/>
                <a:gd name="connsiteX74" fmla="*/ 2086941 w 2886163"/>
                <a:gd name="connsiteY74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379592 w 2886163"/>
                <a:gd name="connsiteY41" fmla="*/ 1470596 h 2556892"/>
                <a:gd name="connsiteX42" fmla="*/ 1357986 w 2886163"/>
                <a:gd name="connsiteY42" fmla="*/ 1374516 h 2556892"/>
                <a:gd name="connsiteX43" fmla="*/ 1319370 w 2886163"/>
                <a:gd name="connsiteY43" fmla="*/ 1212698 h 2556892"/>
                <a:gd name="connsiteX44" fmla="*/ 1296384 w 2886163"/>
                <a:gd name="connsiteY44" fmla="*/ 1106964 h 2556892"/>
                <a:gd name="connsiteX45" fmla="*/ 1287650 w 2886163"/>
                <a:gd name="connsiteY45" fmla="*/ 1086737 h 2556892"/>
                <a:gd name="connsiteX46" fmla="*/ 1126291 w 2886163"/>
                <a:gd name="connsiteY46" fmla="*/ 1342336 h 2556892"/>
                <a:gd name="connsiteX47" fmla="*/ 961255 w 2886163"/>
                <a:gd name="connsiteY47" fmla="*/ 1506453 h 2556892"/>
                <a:gd name="connsiteX48" fmla="*/ 764959 w 2886163"/>
                <a:gd name="connsiteY48" fmla="*/ 1636091 h 2556892"/>
                <a:gd name="connsiteX49" fmla="*/ 493729 w 2886163"/>
                <a:gd name="connsiteY49" fmla="*/ 1753318 h 2556892"/>
                <a:gd name="connsiteX50" fmla="*/ 271689 w 2886163"/>
                <a:gd name="connsiteY50" fmla="*/ 1791474 h 2556892"/>
                <a:gd name="connsiteX51" fmla="*/ 81829 w 2886163"/>
                <a:gd name="connsiteY51" fmla="*/ 1787336 h 2556892"/>
                <a:gd name="connsiteX52" fmla="*/ 0 w 2886163"/>
                <a:gd name="connsiteY52" fmla="*/ 1591499 h 2556892"/>
                <a:gd name="connsiteX53" fmla="*/ 47350 w 2886163"/>
                <a:gd name="connsiteY53" fmla="*/ 1572192 h 2556892"/>
                <a:gd name="connsiteX54" fmla="*/ 307087 w 2886163"/>
                <a:gd name="connsiteY54" fmla="*/ 1484387 h 2556892"/>
                <a:gd name="connsiteX55" fmla="*/ 416958 w 2886163"/>
                <a:gd name="connsiteY55" fmla="*/ 1438416 h 2556892"/>
                <a:gd name="connsiteX56" fmla="*/ 575558 w 2886163"/>
                <a:gd name="connsiteY56" fmla="*/ 1349692 h 2556892"/>
                <a:gd name="connsiteX57" fmla="*/ 782428 w 2886163"/>
                <a:gd name="connsiteY57" fmla="*/ 1212698 h 2556892"/>
                <a:gd name="connsiteX58" fmla="*/ 834835 w 2886163"/>
                <a:gd name="connsiteY58" fmla="*/ 1149718 h 2556892"/>
                <a:gd name="connsiteX59" fmla="*/ 1002629 w 2886163"/>
                <a:gd name="connsiteY59" fmla="*/ 829759 h 2556892"/>
                <a:gd name="connsiteX60" fmla="*/ 1144680 w 2886163"/>
                <a:gd name="connsiteY60" fmla="*/ 462450 h 2556892"/>
                <a:gd name="connsiteX61" fmla="*/ 1237082 w 2886163"/>
                <a:gd name="connsiteY61" fmla="*/ 327755 h 2556892"/>
                <a:gd name="connsiteX62" fmla="*/ 1397521 w 2886163"/>
                <a:gd name="connsiteY62" fmla="*/ 243628 h 2556892"/>
                <a:gd name="connsiteX63" fmla="*/ 1537732 w 2886163"/>
                <a:gd name="connsiteY63" fmla="*/ 170074 h 2556892"/>
                <a:gd name="connsiteX64" fmla="*/ 1592898 w 2886163"/>
                <a:gd name="connsiteY64" fmla="*/ 129160 h 2556892"/>
                <a:gd name="connsiteX65" fmla="*/ 1683262 w 2886163"/>
                <a:gd name="connsiteY65" fmla="*/ 35759 h 2556892"/>
                <a:gd name="connsiteX66" fmla="*/ 1777702 w 2886163"/>
                <a:gd name="connsiteY66" fmla="*/ 139274 h 2556892"/>
                <a:gd name="connsiteX67" fmla="*/ 1911938 w 2886163"/>
                <a:gd name="connsiteY67" fmla="*/ 215126 h 2556892"/>
                <a:gd name="connsiteX68" fmla="*/ 1955706 w 2886163"/>
                <a:gd name="connsiteY68" fmla="*/ 233819 h 2556892"/>
                <a:gd name="connsiteX69" fmla="*/ 1966643 w 2886163"/>
                <a:gd name="connsiteY69" fmla="*/ 230756 h 2556892"/>
                <a:gd name="connsiteX70" fmla="*/ 1969287 w 2886163"/>
                <a:gd name="connsiteY70" fmla="*/ 230053 h 2556892"/>
                <a:gd name="connsiteX71" fmla="*/ 2019050 w 2886163"/>
                <a:gd name="connsiteY71" fmla="*/ 186624 h 2556892"/>
                <a:gd name="connsiteX72" fmla="*/ 2082031 w 2886163"/>
                <a:gd name="connsiteY72" fmla="*/ 93762 h 2556892"/>
                <a:gd name="connsiteX73" fmla="*/ 2086941 w 2886163"/>
                <a:gd name="connsiteY73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357986 w 2886163"/>
                <a:gd name="connsiteY41" fmla="*/ 1374516 h 2556892"/>
                <a:gd name="connsiteX42" fmla="*/ 1319370 w 2886163"/>
                <a:gd name="connsiteY42" fmla="*/ 1212698 h 2556892"/>
                <a:gd name="connsiteX43" fmla="*/ 1296384 w 2886163"/>
                <a:gd name="connsiteY43" fmla="*/ 1106964 h 2556892"/>
                <a:gd name="connsiteX44" fmla="*/ 1287650 w 2886163"/>
                <a:gd name="connsiteY44" fmla="*/ 1086737 h 2556892"/>
                <a:gd name="connsiteX45" fmla="*/ 1126291 w 2886163"/>
                <a:gd name="connsiteY45" fmla="*/ 1342336 h 2556892"/>
                <a:gd name="connsiteX46" fmla="*/ 961255 w 2886163"/>
                <a:gd name="connsiteY46" fmla="*/ 1506453 h 2556892"/>
                <a:gd name="connsiteX47" fmla="*/ 764959 w 2886163"/>
                <a:gd name="connsiteY47" fmla="*/ 1636091 h 2556892"/>
                <a:gd name="connsiteX48" fmla="*/ 493729 w 2886163"/>
                <a:gd name="connsiteY48" fmla="*/ 1753318 h 2556892"/>
                <a:gd name="connsiteX49" fmla="*/ 271689 w 2886163"/>
                <a:gd name="connsiteY49" fmla="*/ 1791474 h 2556892"/>
                <a:gd name="connsiteX50" fmla="*/ 81829 w 2886163"/>
                <a:gd name="connsiteY50" fmla="*/ 1787336 h 2556892"/>
                <a:gd name="connsiteX51" fmla="*/ 0 w 2886163"/>
                <a:gd name="connsiteY51" fmla="*/ 1591499 h 2556892"/>
                <a:gd name="connsiteX52" fmla="*/ 47350 w 2886163"/>
                <a:gd name="connsiteY52" fmla="*/ 1572192 h 2556892"/>
                <a:gd name="connsiteX53" fmla="*/ 307087 w 2886163"/>
                <a:gd name="connsiteY53" fmla="*/ 1484387 h 2556892"/>
                <a:gd name="connsiteX54" fmla="*/ 416958 w 2886163"/>
                <a:gd name="connsiteY54" fmla="*/ 1438416 h 2556892"/>
                <a:gd name="connsiteX55" fmla="*/ 575558 w 2886163"/>
                <a:gd name="connsiteY55" fmla="*/ 1349692 h 2556892"/>
                <a:gd name="connsiteX56" fmla="*/ 782428 w 2886163"/>
                <a:gd name="connsiteY56" fmla="*/ 1212698 h 2556892"/>
                <a:gd name="connsiteX57" fmla="*/ 834835 w 2886163"/>
                <a:gd name="connsiteY57" fmla="*/ 1149718 h 2556892"/>
                <a:gd name="connsiteX58" fmla="*/ 1002629 w 2886163"/>
                <a:gd name="connsiteY58" fmla="*/ 829759 h 2556892"/>
                <a:gd name="connsiteX59" fmla="*/ 1144680 w 2886163"/>
                <a:gd name="connsiteY59" fmla="*/ 462450 h 2556892"/>
                <a:gd name="connsiteX60" fmla="*/ 1237082 w 2886163"/>
                <a:gd name="connsiteY60" fmla="*/ 327755 h 2556892"/>
                <a:gd name="connsiteX61" fmla="*/ 1397521 w 2886163"/>
                <a:gd name="connsiteY61" fmla="*/ 243628 h 2556892"/>
                <a:gd name="connsiteX62" fmla="*/ 1537732 w 2886163"/>
                <a:gd name="connsiteY62" fmla="*/ 170074 h 2556892"/>
                <a:gd name="connsiteX63" fmla="*/ 1592898 w 2886163"/>
                <a:gd name="connsiteY63" fmla="*/ 129160 h 2556892"/>
                <a:gd name="connsiteX64" fmla="*/ 1683262 w 2886163"/>
                <a:gd name="connsiteY64" fmla="*/ 35759 h 2556892"/>
                <a:gd name="connsiteX65" fmla="*/ 1777702 w 2886163"/>
                <a:gd name="connsiteY65" fmla="*/ 139274 h 2556892"/>
                <a:gd name="connsiteX66" fmla="*/ 1911938 w 2886163"/>
                <a:gd name="connsiteY66" fmla="*/ 215126 h 2556892"/>
                <a:gd name="connsiteX67" fmla="*/ 1955706 w 2886163"/>
                <a:gd name="connsiteY67" fmla="*/ 233819 h 2556892"/>
                <a:gd name="connsiteX68" fmla="*/ 1966643 w 2886163"/>
                <a:gd name="connsiteY68" fmla="*/ 230756 h 2556892"/>
                <a:gd name="connsiteX69" fmla="*/ 1969287 w 2886163"/>
                <a:gd name="connsiteY69" fmla="*/ 230053 h 2556892"/>
                <a:gd name="connsiteX70" fmla="*/ 2019050 w 2886163"/>
                <a:gd name="connsiteY70" fmla="*/ 186624 h 2556892"/>
                <a:gd name="connsiteX71" fmla="*/ 2082031 w 2886163"/>
                <a:gd name="connsiteY71" fmla="*/ 93762 h 2556892"/>
                <a:gd name="connsiteX72" fmla="*/ 2086941 w 2886163"/>
                <a:gd name="connsiteY72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319370 w 2886163"/>
                <a:gd name="connsiteY41" fmla="*/ 1212698 h 2556892"/>
                <a:gd name="connsiteX42" fmla="*/ 1296384 w 2886163"/>
                <a:gd name="connsiteY42" fmla="*/ 1106964 h 2556892"/>
                <a:gd name="connsiteX43" fmla="*/ 1287650 w 2886163"/>
                <a:gd name="connsiteY43" fmla="*/ 1086737 h 2556892"/>
                <a:gd name="connsiteX44" fmla="*/ 1126291 w 2886163"/>
                <a:gd name="connsiteY44" fmla="*/ 1342336 h 2556892"/>
                <a:gd name="connsiteX45" fmla="*/ 961255 w 2886163"/>
                <a:gd name="connsiteY45" fmla="*/ 1506453 h 2556892"/>
                <a:gd name="connsiteX46" fmla="*/ 764959 w 2886163"/>
                <a:gd name="connsiteY46" fmla="*/ 1636091 h 2556892"/>
                <a:gd name="connsiteX47" fmla="*/ 493729 w 2886163"/>
                <a:gd name="connsiteY47" fmla="*/ 1753318 h 2556892"/>
                <a:gd name="connsiteX48" fmla="*/ 271689 w 2886163"/>
                <a:gd name="connsiteY48" fmla="*/ 1791474 h 2556892"/>
                <a:gd name="connsiteX49" fmla="*/ 81829 w 2886163"/>
                <a:gd name="connsiteY49" fmla="*/ 1787336 h 2556892"/>
                <a:gd name="connsiteX50" fmla="*/ 0 w 2886163"/>
                <a:gd name="connsiteY50" fmla="*/ 1591499 h 2556892"/>
                <a:gd name="connsiteX51" fmla="*/ 47350 w 2886163"/>
                <a:gd name="connsiteY51" fmla="*/ 1572192 h 2556892"/>
                <a:gd name="connsiteX52" fmla="*/ 307087 w 2886163"/>
                <a:gd name="connsiteY52" fmla="*/ 1484387 h 2556892"/>
                <a:gd name="connsiteX53" fmla="*/ 416958 w 2886163"/>
                <a:gd name="connsiteY53" fmla="*/ 1438416 h 2556892"/>
                <a:gd name="connsiteX54" fmla="*/ 575558 w 2886163"/>
                <a:gd name="connsiteY54" fmla="*/ 1349692 h 2556892"/>
                <a:gd name="connsiteX55" fmla="*/ 782428 w 2886163"/>
                <a:gd name="connsiteY55" fmla="*/ 1212698 h 2556892"/>
                <a:gd name="connsiteX56" fmla="*/ 834835 w 2886163"/>
                <a:gd name="connsiteY56" fmla="*/ 1149718 h 2556892"/>
                <a:gd name="connsiteX57" fmla="*/ 1002629 w 2886163"/>
                <a:gd name="connsiteY57" fmla="*/ 829759 h 2556892"/>
                <a:gd name="connsiteX58" fmla="*/ 1144680 w 2886163"/>
                <a:gd name="connsiteY58" fmla="*/ 462450 h 2556892"/>
                <a:gd name="connsiteX59" fmla="*/ 1237082 w 2886163"/>
                <a:gd name="connsiteY59" fmla="*/ 327755 h 2556892"/>
                <a:gd name="connsiteX60" fmla="*/ 1397521 w 2886163"/>
                <a:gd name="connsiteY60" fmla="*/ 243628 h 2556892"/>
                <a:gd name="connsiteX61" fmla="*/ 1537732 w 2886163"/>
                <a:gd name="connsiteY61" fmla="*/ 170074 h 2556892"/>
                <a:gd name="connsiteX62" fmla="*/ 1592898 w 2886163"/>
                <a:gd name="connsiteY62" fmla="*/ 129160 h 2556892"/>
                <a:gd name="connsiteX63" fmla="*/ 1683262 w 2886163"/>
                <a:gd name="connsiteY63" fmla="*/ 35759 h 2556892"/>
                <a:gd name="connsiteX64" fmla="*/ 1777702 w 2886163"/>
                <a:gd name="connsiteY64" fmla="*/ 139274 h 2556892"/>
                <a:gd name="connsiteX65" fmla="*/ 1911938 w 2886163"/>
                <a:gd name="connsiteY65" fmla="*/ 215126 h 2556892"/>
                <a:gd name="connsiteX66" fmla="*/ 1955706 w 2886163"/>
                <a:gd name="connsiteY66" fmla="*/ 233819 h 2556892"/>
                <a:gd name="connsiteX67" fmla="*/ 1966643 w 2886163"/>
                <a:gd name="connsiteY67" fmla="*/ 230756 h 2556892"/>
                <a:gd name="connsiteX68" fmla="*/ 1969287 w 2886163"/>
                <a:gd name="connsiteY68" fmla="*/ 230053 h 2556892"/>
                <a:gd name="connsiteX69" fmla="*/ 2019050 w 2886163"/>
                <a:gd name="connsiteY69" fmla="*/ 186624 h 2556892"/>
                <a:gd name="connsiteX70" fmla="*/ 2082031 w 2886163"/>
                <a:gd name="connsiteY70" fmla="*/ 93762 h 2556892"/>
                <a:gd name="connsiteX71" fmla="*/ 2086941 w 2886163"/>
                <a:gd name="connsiteY71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319370 w 2886163"/>
                <a:gd name="connsiteY41" fmla="*/ 1212698 h 2556892"/>
                <a:gd name="connsiteX42" fmla="*/ 1287650 w 2886163"/>
                <a:gd name="connsiteY42" fmla="*/ 1086737 h 2556892"/>
                <a:gd name="connsiteX43" fmla="*/ 1126291 w 2886163"/>
                <a:gd name="connsiteY43" fmla="*/ 1342336 h 2556892"/>
                <a:gd name="connsiteX44" fmla="*/ 961255 w 2886163"/>
                <a:gd name="connsiteY44" fmla="*/ 1506453 h 2556892"/>
                <a:gd name="connsiteX45" fmla="*/ 764959 w 2886163"/>
                <a:gd name="connsiteY45" fmla="*/ 1636091 h 2556892"/>
                <a:gd name="connsiteX46" fmla="*/ 493729 w 2886163"/>
                <a:gd name="connsiteY46" fmla="*/ 1753318 h 2556892"/>
                <a:gd name="connsiteX47" fmla="*/ 271689 w 2886163"/>
                <a:gd name="connsiteY47" fmla="*/ 1791474 h 2556892"/>
                <a:gd name="connsiteX48" fmla="*/ 81829 w 2886163"/>
                <a:gd name="connsiteY48" fmla="*/ 1787336 h 2556892"/>
                <a:gd name="connsiteX49" fmla="*/ 0 w 2886163"/>
                <a:gd name="connsiteY49" fmla="*/ 1591499 h 2556892"/>
                <a:gd name="connsiteX50" fmla="*/ 47350 w 2886163"/>
                <a:gd name="connsiteY50" fmla="*/ 1572192 h 2556892"/>
                <a:gd name="connsiteX51" fmla="*/ 307087 w 2886163"/>
                <a:gd name="connsiteY51" fmla="*/ 1484387 h 2556892"/>
                <a:gd name="connsiteX52" fmla="*/ 416958 w 2886163"/>
                <a:gd name="connsiteY52" fmla="*/ 1438416 h 2556892"/>
                <a:gd name="connsiteX53" fmla="*/ 575558 w 2886163"/>
                <a:gd name="connsiteY53" fmla="*/ 1349692 h 2556892"/>
                <a:gd name="connsiteX54" fmla="*/ 782428 w 2886163"/>
                <a:gd name="connsiteY54" fmla="*/ 1212698 h 2556892"/>
                <a:gd name="connsiteX55" fmla="*/ 834835 w 2886163"/>
                <a:gd name="connsiteY55" fmla="*/ 1149718 h 2556892"/>
                <a:gd name="connsiteX56" fmla="*/ 1002629 w 2886163"/>
                <a:gd name="connsiteY56" fmla="*/ 829759 h 2556892"/>
                <a:gd name="connsiteX57" fmla="*/ 1144680 w 2886163"/>
                <a:gd name="connsiteY57" fmla="*/ 462450 h 2556892"/>
                <a:gd name="connsiteX58" fmla="*/ 1237082 w 2886163"/>
                <a:gd name="connsiteY58" fmla="*/ 327755 h 2556892"/>
                <a:gd name="connsiteX59" fmla="*/ 1397521 w 2886163"/>
                <a:gd name="connsiteY59" fmla="*/ 243628 h 2556892"/>
                <a:gd name="connsiteX60" fmla="*/ 1537732 w 2886163"/>
                <a:gd name="connsiteY60" fmla="*/ 170074 h 2556892"/>
                <a:gd name="connsiteX61" fmla="*/ 1592898 w 2886163"/>
                <a:gd name="connsiteY61" fmla="*/ 129160 h 2556892"/>
                <a:gd name="connsiteX62" fmla="*/ 1683262 w 2886163"/>
                <a:gd name="connsiteY62" fmla="*/ 35759 h 2556892"/>
                <a:gd name="connsiteX63" fmla="*/ 1777702 w 2886163"/>
                <a:gd name="connsiteY63" fmla="*/ 139274 h 2556892"/>
                <a:gd name="connsiteX64" fmla="*/ 1911938 w 2886163"/>
                <a:gd name="connsiteY64" fmla="*/ 215126 h 2556892"/>
                <a:gd name="connsiteX65" fmla="*/ 1955706 w 2886163"/>
                <a:gd name="connsiteY65" fmla="*/ 233819 h 2556892"/>
                <a:gd name="connsiteX66" fmla="*/ 1966643 w 2886163"/>
                <a:gd name="connsiteY66" fmla="*/ 230756 h 2556892"/>
                <a:gd name="connsiteX67" fmla="*/ 1969287 w 2886163"/>
                <a:gd name="connsiteY67" fmla="*/ 230053 h 2556892"/>
                <a:gd name="connsiteX68" fmla="*/ 2019050 w 2886163"/>
                <a:gd name="connsiteY68" fmla="*/ 186624 h 2556892"/>
                <a:gd name="connsiteX69" fmla="*/ 2082031 w 2886163"/>
                <a:gd name="connsiteY69" fmla="*/ 93762 h 2556892"/>
                <a:gd name="connsiteX70" fmla="*/ 2086941 w 2886163"/>
                <a:gd name="connsiteY70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3017 w 2886163"/>
                <a:gd name="connsiteY4" fmla="*/ 1317972 h 2556892"/>
                <a:gd name="connsiteX5" fmla="*/ 2452097 w 2886163"/>
                <a:gd name="connsiteY5" fmla="*/ 1334981 h 2556892"/>
                <a:gd name="connsiteX6" fmla="*/ 2486575 w 2886163"/>
                <a:gd name="connsiteY6" fmla="*/ 1298204 h 2556892"/>
                <a:gd name="connsiteX7" fmla="*/ 2518296 w 2886163"/>
                <a:gd name="connsiteY7" fmla="*/ 1266944 h 2556892"/>
                <a:gd name="connsiteX8" fmla="*/ 2526110 w 2886163"/>
                <a:gd name="connsiteY8" fmla="*/ 1243499 h 2556892"/>
                <a:gd name="connsiteX9" fmla="*/ 2505883 w 2886163"/>
                <a:gd name="connsiteY9" fmla="*/ 1129031 h 2556892"/>
                <a:gd name="connsiteX10" fmla="*/ 2501286 w 2886163"/>
                <a:gd name="connsiteY10" fmla="*/ 1100528 h 2556892"/>
                <a:gd name="connsiteX11" fmla="*/ 2086941 w 2886163"/>
                <a:gd name="connsiteY11" fmla="*/ 0 h 2556892"/>
                <a:gd name="connsiteX12" fmla="*/ 2145931 w 2886163"/>
                <a:gd name="connsiteY12" fmla="*/ 92843 h 2556892"/>
                <a:gd name="connsiteX13" fmla="*/ 2145711 w 2886163"/>
                <a:gd name="connsiteY13" fmla="*/ 95772 h 2556892"/>
                <a:gd name="connsiteX14" fmla="*/ 2342226 w 2886163"/>
                <a:gd name="connsiteY14" fmla="*/ 146169 h 2556892"/>
                <a:gd name="connsiteX15" fmla="*/ 2509101 w 2886163"/>
                <a:gd name="connsiteY15" fmla="*/ 214666 h 2556892"/>
                <a:gd name="connsiteX16" fmla="*/ 2625868 w 2886163"/>
                <a:gd name="connsiteY16" fmla="*/ 296494 h 2556892"/>
                <a:gd name="connsiteX17" fmla="*/ 2692066 w 2886163"/>
                <a:gd name="connsiteY17" fmla="*/ 382460 h 2556892"/>
                <a:gd name="connsiteX18" fmla="*/ 2730222 w 2886163"/>
                <a:gd name="connsiteY18" fmla="*/ 459692 h 2556892"/>
                <a:gd name="connsiteX19" fmla="*/ 2761023 w 2886163"/>
                <a:gd name="connsiteY19" fmla="*/ 561747 h 2556892"/>
                <a:gd name="connsiteX20" fmla="*/ 2784008 w 2886163"/>
                <a:gd name="connsiteY20" fmla="*/ 666102 h 2556892"/>
                <a:gd name="connsiteX21" fmla="*/ 2803776 w 2886163"/>
                <a:gd name="connsiteY21" fmla="*/ 779650 h 2556892"/>
                <a:gd name="connsiteX22" fmla="*/ 2822164 w 2886163"/>
                <a:gd name="connsiteY22" fmla="*/ 882626 h 2556892"/>
                <a:gd name="connsiteX23" fmla="*/ 2829060 w 2886163"/>
                <a:gd name="connsiteY23" fmla="*/ 938251 h 2556892"/>
                <a:gd name="connsiteX24" fmla="*/ 2852045 w 2886163"/>
                <a:gd name="connsiteY24" fmla="*/ 1122135 h 2556892"/>
                <a:gd name="connsiteX25" fmla="*/ 2869514 w 2886163"/>
                <a:gd name="connsiteY25" fmla="*/ 1265565 h 2556892"/>
                <a:gd name="connsiteX26" fmla="*/ 2879628 w 2886163"/>
                <a:gd name="connsiteY26" fmla="*/ 1355208 h 2556892"/>
                <a:gd name="connsiteX27" fmla="*/ 2886064 w 2886163"/>
                <a:gd name="connsiteY27" fmla="*/ 1424625 h 2556892"/>
                <a:gd name="connsiteX28" fmla="*/ 2872273 w 2886163"/>
                <a:gd name="connsiteY28" fmla="*/ 1444852 h 2556892"/>
                <a:gd name="connsiteX29" fmla="*/ 2660346 w 2886163"/>
                <a:gd name="connsiteY29" fmla="*/ 1543690 h 2556892"/>
                <a:gd name="connsiteX30" fmla="*/ 2447500 w 2886163"/>
                <a:gd name="connsiteY30" fmla="*/ 1641608 h 2556892"/>
                <a:gd name="connsiteX31" fmla="*/ 2446581 w 2886163"/>
                <a:gd name="connsiteY31" fmla="*/ 1783659 h 2556892"/>
                <a:gd name="connsiteX32" fmla="*/ 2451178 w 2886163"/>
                <a:gd name="connsiteY32" fmla="*/ 2127522 h 2556892"/>
                <a:gd name="connsiteX33" fmla="*/ 2457614 w 2886163"/>
                <a:gd name="connsiteY33" fmla="*/ 2556892 h 2556892"/>
                <a:gd name="connsiteX34" fmla="*/ 1261906 w 2886163"/>
                <a:gd name="connsiteY34" fmla="*/ 2556892 h 2556892"/>
                <a:gd name="connsiteX35" fmla="*/ 1281674 w 2886163"/>
                <a:gd name="connsiteY35" fmla="*/ 2299914 h 2556892"/>
                <a:gd name="connsiteX36" fmla="*/ 1306498 w 2886163"/>
                <a:gd name="connsiteY36" fmla="*/ 2083390 h 2556892"/>
                <a:gd name="connsiteX37" fmla="*/ 1330403 w 2886163"/>
                <a:gd name="connsiteY37" fmla="*/ 1927088 h 2556892"/>
                <a:gd name="connsiteX38" fmla="*/ 1372696 w 2886163"/>
                <a:gd name="connsiteY38" fmla="*/ 1718839 h 2556892"/>
                <a:gd name="connsiteX39" fmla="*/ 1406255 w 2886163"/>
                <a:gd name="connsiteY39" fmla="*/ 1619082 h 2556892"/>
                <a:gd name="connsiteX40" fmla="*/ 1413611 w 2886163"/>
                <a:gd name="connsiteY40" fmla="*/ 1591040 h 2556892"/>
                <a:gd name="connsiteX41" fmla="*/ 1319370 w 2886163"/>
                <a:gd name="connsiteY41" fmla="*/ 1212698 h 2556892"/>
                <a:gd name="connsiteX42" fmla="*/ 1287650 w 2886163"/>
                <a:gd name="connsiteY42" fmla="*/ 1086737 h 2556892"/>
                <a:gd name="connsiteX43" fmla="*/ 1126291 w 2886163"/>
                <a:gd name="connsiteY43" fmla="*/ 1342336 h 2556892"/>
                <a:gd name="connsiteX44" fmla="*/ 961255 w 2886163"/>
                <a:gd name="connsiteY44" fmla="*/ 1506453 h 2556892"/>
                <a:gd name="connsiteX45" fmla="*/ 764959 w 2886163"/>
                <a:gd name="connsiteY45" fmla="*/ 1636091 h 2556892"/>
                <a:gd name="connsiteX46" fmla="*/ 493729 w 2886163"/>
                <a:gd name="connsiteY46" fmla="*/ 1753318 h 2556892"/>
                <a:gd name="connsiteX47" fmla="*/ 271689 w 2886163"/>
                <a:gd name="connsiteY47" fmla="*/ 1791474 h 2556892"/>
                <a:gd name="connsiteX48" fmla="*/ 81829 w 2886163"/>
                <a:gd name="connsiteY48" fmla="*/ 1787336 h 2556892"/>
                <a:gd name="connsiteX49" fmla="*/ 0 w 2886163"/>
                <a:gd name="connsiteY49" fmla="*/ 1591499 h 2556892"/>
                <a:gd name="connsiteX50" fmla="*/ 47350 w 2886163"/>
                <a:gd name="connsiteY50" fmla="*/ 1572192 h 2556892"/>
                <a:gd name="connsiteX51" fmla="*/ 307087 w 2886163"/>
                <a:gd name="connsiteY51" fmla="*/ 1484387 h 2556892"/>
                <a:gd name="connsiteX52" fmla="*/ 416958 w 2886163"/>
                <a:gd name="connsiteY52" fmla="*/ 1438416 h 2556892"/>
                <a:gd name="connsiteX53" fmla="*/ 575558 w 2886163"/>
                <a:gd name="connsiteY53" fmla="*/ 1349692 h 2556892"/>
                <a:gd name="connsiteX54" fmla="*/ 782428 w 2886163"/>
                <a:gd name="connsiteY54" fmla="*/ 1212698 h 2556892"/>
                <a:gd name="connsiteX55" fmla="*/ 834835 w 2886163"/>
                <a:gd name="connsiteY55" fmla="*/ 1149718 h 2556892"/>
                <a:gd name="connsiteX56" fmla="*/ 1002629 w 2886163"/>
                <a:gd name="connsiteY56" fmla="*/ 829759 h 2556892"/>
                <a:gd name="connsiteX57" fmla="*/ 1144680 w 2886163"/>
                <a:gd name="connsiteY57" fmla="*/ 462450 h 2556892"/>
                <a:gd name="connsiteX58" fmla="*/ 1237082 w 2886163"/>
                <a:gd name="connsiteY58" fmla="*/ 327755 h 2556892"/>
                <a:gd name="connsiteX59" fmla="*/ 1397521 w 2886163"/>
                <a:gd name="connsiteY59" fmla="*/ 243628 h 2556892"/>
                <a:gd name="connsiteX60" fmla="*/ 1537732 w 2886163"/>
                <a:gd name="connsiteY60" fmla="*/ 170074 h 2556892"/>
                <a:gd name="connsiteX61" fmla="*/ 1592898 w 2886163"/>
                <a:gd name="connsiteY61" fmla="*/ 129160 h 2556892"/>
                <a:gd name="connsiteX62" fmla="*/ 1683262 w 2886163"/>
                <a:gd name="connsiteY62" fmla="*/ 35759 h 2556892"/>
                <a:gd name="connsiteX63" fmla="*/ 1777702 w 2886163"/>
                <a:gd name="connsiteY63" fmla="*/ 139274 h 2556892"/>
                <a:gd name="connsiteX64" fmla="*/ 1911938 w 2886163"/>
                <a:gd name="connsiteY64" fmla="*/ 215126 h 2556892"/>
                <a:gd name="connsiteX65" fmla="*/ 1955706 w 2886163"/>
                <a:gd name="connsiteY65" fmla="*/ 233819 h 2556892"/>
                <a:gd name="connsiteX66" fmla="*/ 1966643 w 2886163"/>
                <a:gd name="connsiteY66" fmla="*/ 230756 h 2556892"/>
                <a:gd name="connsiteX67" fmla="*/ 1969287 w 2886163"/>
                <a:gd name="connsiteY67" fmla="*/ 230053 h 2556892"/>
                <a:gd name="connsiteX68" fmla="*/ 2019050 w 2886163"/>
                <a:gd name="connsiteY68" fmla="*/ 186624 h 2556892"/>
                <a:gd name="connsiteX69" fmla="*/ 2082031 w 2886163"/>
                <a:gd name="connsiteY69" fmla="*/ 93762 h 2556892"/>
                <a:gd name="connsiteX70" fmla="*/ 2086941 w 2886163"/>
                <a:gd name="connsiteY70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557 w 2886163"/>
                <a:gd name="connsiteY3" fmla="*/ 1314294 h 2556892"/>
                <a:gd name="connsiteX4" fmla="*/ 2452097 w 2886163"/>
                <a:gd name="connsiteY4" fmla="*/ 1334981 h 2556892"/>
                <a:gd name="connsiteX5" fmla="*/ 2486575 w 2886163"/>
                <a:gd name="connsiteY5" fmla="*/ 1298204 h 2556892"/>
                <a:gd name="connsiteX6" fmla="*/ 2518296 w 2886163"/>
                <a:gd name="connsiteY6" fmla="*/ 1266944 h 2556892"/>
                <a:gd name="connsiteX7" fmla="*/ 2526110 w 2886163"/>
                <a:gd name="connsiteY7" fmla="*/ 1243499 h 2556892"/>
                <a:gd name="connsiteX8" fmla="*/ 2505883 w 2886163"/>
                <a:gd name="connsiteY8" fmla="*/ 1129031 h 2556892"/>
                <a:gd name="connsiteX9" fmla="*/ 2501286 w 2886163"/>
                <a:gd name="connsiteY9" fmla="*/ 1100528 h 2556892"/>
                <a:gd name="connsiteX10" fmla="*/ 2086941 w 2886163"/>
                <a:gd name="connsiteY10" fmla="*/ 0 h 2556892"/>
                <a:gd name="connsiteX11" fmla="*/ 2145931 w 2886163"/>
                <a:gd name="connsiteY11" fmla="*/ 92843 h 2556892"/>
                <a:gd name="connsiteX12" fmla="*/ 2145711 w 2886163"/>
                <a:gd name="connsiteY12" fmla="*/ 95772 h 2556892"/>
                <a:gd name="connsiteX13" fmla="*/ 2342226 w 2886163"/>
                <a:gd name="connsiteY13" fmla="*/ 146169 h 2556892"/>
                <a:gd name="connsiteX14" fmla="*/ 2509101 w 2886163"/>
                <a:gd name="connsiteY14" fmla="*/ 214666 h 2556892"/>
                <a:gd name="connsiteX15" fmla="*/ 2625868 w 2886163"/>
                <a:gd name="connsiteY15" fmla="*/ 296494 h 2556892"/>
                <a:gd name="connsiteX16" fmla="*/ 2692066 w 2886163"/>
                <a:gd name="connsiteY16" fmla="*/ 382460 h 2556892"/>
                <a:gd name="connsiteX17" fmla="*/ 2730222 w 2886163"/>
                <a:gd name="connsiteY17" fmla="*/ 459692 h 2556892"/>
                <a:gd name="connsiteX18" fmla="*/ 2761023 w 2886163"/>
                <a:gd name="connsiteY18" fmla="*/ 561747 h 2556892"/>
                <a:gd name="connsiteX19" fmla="*/ 2784008 w 2886163"/>
                <a:gd name="connsiteY19" fmla="*/ 666102 h 2556892"/>
                <a:gd name="connsiteX20" fmla="*/ 2803776 w 2886163"/>
                <a:gd name="connsiteY20" fmla="*/ 779650 h 2556892"/>
                <a:gd name="connsiteX21" fmla="*/ 2822164 w 2886163"/>
                <a:gd name="connsiteY21" fmla="*/ 882626 h 2556892"/>
                <a:gd name="connsiteX22" fmla="*/ 2829060 w 2886163"/>
                <a:gd name="connsiteY22" fmla="*/ 938251 h 2556892"/>
                <a:gd name="connsiteX23" fmla="*/ 2852045 w 2886163"/>
                <a:gd name="connsiteY23" fmla="*/ 1122135 h 2556892"/>
                <a:gd name="connsiteX24" fmla="*/ 2869514 w 2886163"/>
                <a:gd name="connsiteY24" fmla="*/ 1265565 h 2556892"/>
                <a:gd name="connsiteX25" fmla="*/ 2879628 w 2886163"/>
                <a:gd name="connsiteY25" fmla="*/ 1355208 h 2556892"/>
                <a:gd name="connsiteX26" fmla="*/ 2886064 w 2886163"/>
                <a:gd name="connsiteY26" fmla="*/ 1424625 h 2556892"/>
                <a:gd name="connsiteX27" fmla="*/ 2872273 w 2886163"/>
                <a:gd name="connsiteY27" fmla="*/ 1444852 h 2556892"/>
                <a:gd name="connsiteX28" fmla="*/ 2660346 w 2886163"/>
                <a:gd name="connsiteY28" fmla="*/ 1543690 h 2556892"/>
                <a:gd name="connsiteX29" fmla="*/ 2447500 w 2886163"/>
                <a:gd name="connsiteY29" fmla="*/ 1641608 h 2556892"/>
                <a:gd name="connsiteX30" fmla="*/ 2446581 w 2886163"/>
                <a:gd name="connsiteY30" fmla="*/ 1783659 h 2556892"/>
                <a:gd name="connsiteX31" fmla="*/ 2451178 w 2886163"/>
                <a:gd name="connsiteY31" fmla="*/ 2127522 h 2556892"/>
                <a:gd name="connsiteX32" fmla="*/ 2457614 w 2886163"/>
                <a:gd name="connsiteY32" fmla="*/ 2556892 h 2556892"/>
                <a:gd name="connsiteX33" fmla="*/ 1261906 w 2886163"/>
                <a:gd name="connsiteY33" fmla="*/ 2556892 h 2556892"/>
                <a:gd name="connsiteX34" fmla="*/ 1281674 w 2886163"/>
                <a:gd name="connsiteY34" fmla="*/ 2299914 h 2556892"/>
                <a:gd name="connsiteX35" fmla="*/ 1306498 w 2886163"/>
                <a:gd name="connsiteY35" fmla="*/ 2083390 h 2556892"/>
                <a:gd name="connsiteX36" fmla="*/ 1330403 w 2886163"/>
                <a:gd name="connsiteY36" fmla="*/ 1927088 h 2556892"/>
                <a:gd name="connsiteX37" fmla="*/ 1372696 w 2886163"/>
                <a:gd name="connsiteY37" fmla="*/ 1718839 h 2556892"/>
                <a:gd name="connsiteX38" fmla="*/ 1406255 w 2886163"/>
                <a:gd name="connsiteY38" fmla="*/ 1619082 h 2556892"/>
                <a:gd name="connsiteX39" fmla="*/ 1413611 w 2886163"/>
                <a:gd name="connsiteY39" fmla="*/ 1591040 h 2556892"/>
                <a:gd name="connsiteX40" fmla="*/ 1319370 w 2886163"/>
                <a:gd name="connsiteY40" fmla="*/ 1212698 h 2556892"/>
                <a:gd name="connsiteX41" fmla="*/ 1287650 w 2886163"/>
                <a:gd name="connsiteY41" fmla="*/ 1086737 h 2556892"/>
                <a:gd name="connsiteX42" fmla="*/ 1126291 w 2886163"/>
                <a:gd name="connsiteY42" fmla="*/ 1342336 h 2556892"/>
                <a:gd name="connsiteX43" fmla="*/ 961255 w 2886163"/>
                <a:gd name="connsiteY43" fmla="*/ 1506453 h 2556892"/>
                <a:gd name="connsiteX44" fmla="*/ 764959 w 2886163"/>
                <a:gd name="connsiteY44" fmla="*/ 1636091 h 2556892"/>
                <a:gd name="connsiteX45" fmla="*/ 493729 w 2886163"/>
                <a:gd name="connsiteY45" fmla="*/ 1753318 h 2556892"/>
                <a:gd name="connsiteX46" fmla="*/ 271689 w 2886163"/>
                <a:gd name="connsiteY46" fmla="*/ 1791474 h 2556892"/>
                <a:gd name="connsiteX47" fmla="*/ 81829 w 2886163"/>
                <a:gd name="connsiteY47" fmla="*/ 1787336 h 2556892"/>
                <a:gd name="connsiteX48" fmla="*/ 0 w 2886163"/>
                <a:gd name="connsiteY48" fmla="*/ 1591499 h 2556892"/>
                <a:gd name="connsiteX49" fmla="*/ 47350 w 2886163"/>
                <a:gd name="connsiteY49" fmla="*/ 1572192 h 2556892"/>
                <a:gd name="connsiteX50" fmla="*/ 307087 w 2886163"/>
                <a:gd name="connsiteY50" fmla="*/ 1484387 h 2556892"/>
                <a:gd name="connsiteX51" fmla="*/ 416958 w 2886163"/>
                <a:gd name="connsiteY51" fmla="*/ 1438416 h 2556892"/>
                <a:gd name="connsiteX52" fmla="*/ 575558 w 2886163"/>
                <a:gd name="connsiteY52" fmla="*/ 1349692 h 2556892"/>
                <a:gd name="connsiteX53" fmla="*/ 782428 w 2886163"/>
                <a:gd name="connsiteY53" fmla="*/ 1212698 h 2556892"/>
                <a:gd name="connsiteX54" fmla="*/ 834835 w 2886163"/>
                <a:gd name="connsiteY54" fmla="*/ 1149718 h 2556892"/>
                <a:gd name="connsiteX55" fmla="*/ 1002629 w 2886163"/>
                <a:gd name="connsiteY55" fmla="*/ 829759 h 2556892"/>
                <a:gd name="connsiteX56" fmla="*/ 1144680 w 2886163"/>
                <a:gd name="connsiteY56" fmla="*/ 462450 h 2556892"/>
                <a:gd name="connsiteX57" fmla="*/ 1237082 w 2886163"/>
                <a:gd name="connsiteY57" fmla="*/ 327755 h 2556892"/>
                <a:gd name="connsiteX58" fmla="*/ 1397521 w 2886163"/>
                <a:gd name="connsiteY58" fmla="*/ 243628 h 2556892"/>
                <a:gd name="connsiteX59" fmla="*/ 1537732 w 2886163"/>
                <a:gd name="connsiteY59" fmla="*/ 170074 h 2556892"/>
                <a:gd name="connsiteX60" fmla="*/ 1592898 w 2886163"/>
                <a:gd name="connsiteY60" fmla="*/ 129160 h 2556892"/>
                <a:gd name="connsiteX61" fmla="*/ 1683262 w 2886163"/>
                <a:gd name="connsiteY61" fmla="*/ 35759 h 2556892"/>
                <a:gd name="connsiteX62" fmla="*/ 1777702 w 2886163"/>
                <a:gd name="connsiteY62" fmla="*/ 139274 h 2556892"/>
                <a:gd name="connsiteX63" fmla="*/ 1911938 w 2886163"/>
                <a:gd name="connsiteY63" fmla="*/ 215126 h 2556892"/>
                <a:gd name="connsiteX64" fmla="*/ 1955706 w 2886163"/>
                <a:gd name="connsiteY64" fmla="*/ 233819 h 2556892"/>
                <a:gd name="connsiteX65" fmla="*/ 1966643 w 2886163"/>
                <a:gd name="connsiteY65" fmla="*/ 230756 h 2556892"/>
                <a:gd name="connsiteX66" fmla="*/ 1969287 w 2886163"/>
                <a:gd name="connsiteY66" fmla="*/ 230053 h 2556892"/>
                <a:gd name="connsiteX67" fmla="*/ 2019050 w 2886163"/>
                <a:gd name="connsiteY67" fmla="*/ 186624 h 2556892"/>
                <a:gd name="connsiteX68" fmla="*/ 2082031 w 2886163"/>
                <a:gd name="connsiteY68" fmla="*/ 93762 h 2556892"/>
                <a:gd name="connsiteX69" fmla="*/ 2086941 w 2886163"/>
                <a:gd name="connsiteY69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64509 w 2886163"/>
                <a:gd name="connsiteY2" fmla="*/ 1293147 h 2556892"/>
                <a:gd name="connsiteX3" fmla="*/ 2452097 w 2886163"/>
                <a:gd name="connsiteY3" fmla="*/ 1334981 h 2556892"/>
                <a:gd name="connsiteX4" fmla="*/ 2486575 w 2886163"/>
                <a:gd name="connsiteY4" fmla="*/ 1298204 h 2556892"/>
                <a:gd name="connsiteX5" fmla="*/ 2518296 w 2886163"/>
                <a:gd name="connsiteY5" fmla="*/ 1266944 h 2556892"/>
                <a:gd name="connsiteX6" fmla="*/ 2526110 w 2886163"/>
                <a:gd name="connsiteY6" fmla="*/ 1243499 h 2556892"/>
                <a:gd name="connsiteX7" fmla="*/ 2505883 w 2886163"/>
                <a:gd name="connsiteY7" fmla="*/ 1129031 h 2556892"/>
                <a:gd name="connsiteX8" fmla="*/ 2501286 w 2886163"/>
                <a:gd name="connsiteY8" fmla="*/ 1100528 h 2556892"/>
                <a:gd name="connsiteX9" fmla="*/ 2086941 w 2886163"/>
                <a:gd name="connsiteY9" fmla="*/ 0 h 2556892"/>
                <a:gd name="connsiteX10" fmla="*/ 2145931 w 2886163"/>
                <a:gd name="connsiteY10" fmla="*/ 92843 h 2556892"/>
                <a:gd name="connsiteX11" fmla="*/ 2145711 w 2886163"/>
                <a:gd name="connsiteY11" fmla="*/ 95772 h 2556892"/>
                <a:gd name="connsiteX12" fmla="*/ 2342226 w 2886163"/>
                <a:gd name="connsiteY12" fmla="*/ 146169 h 2556892"/>
                <a:gd name="connsiteX13" fmla="*/ 2509101 w 2886163"/>
                <a:gd name="connsiteY13" fmla="*/ 214666 h 2556892"/>
                <a:gd name="connsiteX14" fmla="*/ 2625868 w 2886163"/>
                <a:gd name="connsiteY14" fmla="*/ 296494 h 2556892"/>
                <a:gd name="connsiteX15" fmla="*/ 2692066 w 2886163"/>
                <a:gd name="connsiteY15" fmla="*/ 382460 h 2556892"/>
                <a:gd name="connsiteX16" fmla="*/ 2730222 w 2886163"/>
                <a:gd name="connsiteY16" fmla="*/ 459692 h 2556892"/>
                <a:gd name="connsiteX17" fmla="*/ 2761023 w 2886163"/>
                <a:gd name="connsiteY17" fmla="*/ 561747 h 2556892"/>
                <a:gd name="connsiteX18" fmla="*/ 2784008 w 2886163"/>
                <a:gd name="connsiteY18" fmla="*/ 666102 h 2556892"/>
                <a:gd name="connsiteX19" fmla="*/ 2803776 w 2886163"/>
                <a:gd name="connsiteY19" fmla="*/ 779650 h 2556892"/>
                <a:gd name="connsiteX20" fmla="*/ 2822164 w 2886163"/>
                <a:gd name="connsiteY20" fmla="*/ 882626 h 2556892"/>
                <a:gd name="connsiteX21" fmla="*/ 2829060 w 2886163"/>
                <a:gd name="connsiteY21" fmla="*/ 938251 h 2556892"/>
                <a:gd name="connsiteX22" fmla="*/ 2852045 w 2886163"/>
                <a:gd name="connsiteY22" fmla="*/ 1122135 h 2556892"/>
                <a:gd name="connsiteX23" fmla="*/ 2869514 w 2886163"/>
                <a:gd name="connsiteY23" fmla="*/ 1265565 h 2556892"/>
                <a:gd name="connsiteX24" fmla="*/ 2879628 w 2886163"/>
                <a:gd name="connsiteY24" fmla="*/ 1355208 h 2556892"/>
                <a:gd name="connsiteX25" fmla="*/ 2886064 w 2886163"/>
                <a:gd name="connsiteY25" fmla="*/ 1424625 h 2556892"/>
                <a:gd name="connsiteX26" fmla="*/ 2872273 w 2886163"/>
                <a:gd name="connsiteY26" fmla="*/ 1444852 h 2556892"/>
                <a:gd name="connsiteX27" fmla="*/ 2660346 w 2886163"/>
                <a:gd name="connsiteY27" fmla="*/ 1543690 h 2556892"/>
                <a:gd name="connsiteX28" fmla="*/ 2447500 w 2886163"/>
                <a:gd name="connsiteY28" fmla="*/ 1641608 h 2556892"/>
                <a:gd name="connsiteX29" fmla="*/ 2446581 w 2886163"/>
                <a:gd name="connsiteY29" fmla="*/ 1783659 h 2556892"/>
                <a:gd name="connsiteX30" fmla="*/ 2451178 w 2886163"/>
                <a:gd name="connsiteY30" fmla="*/ 2127522 h 2556892"/>
                <a:gd name="connsiteX31" fmla="*/ 2457614 w 2886163"/>
                <a:gd name="connsiteY31" fmla="*/ 2556892 h 2556892"/>
                <a:gd name="connsiteX32" fmla="*/ 1261906 w 2886163"/>
                <a:gd name="connsiteY32" fmla="*/ 2556892 h 2556892"/>
                <a:gd name="connsiteX33" fmla="*/ 1281674 w 2886163"/>
                <a:gd name="connsiteY33" fmla="*/ 2299914 h 2556892"/>
                <a:gd name="connsiteX34" fmla="*/ 1306498 w 2886163"/>
                <a:gd name="connsiteY34" fmla="*/ 2083390 h 2556892"/>
                <a:gd name="connsiteX35" fmla="*/ 1330403 w 2886163"/>
                <a:gd name="connsiteY35" fmla="*/ 1927088 h 2556892"/>
                <a:gd name="connsiteX36" fmla="*/ 1372696 w 2886163"/>
                <a:gd name="connsiteY36" fmla="*/ 1718839 h 2556892"/>
                <a:gd name="connsiteX37" fmla="*/ 1406255 w 2886163"/>
                <a:gd name="connsiteY37" fmla="*/ 1619082 h 2556892"/>
                <a:gd name="connsiteX38" fmla="*/ 1413611 w 2886163"/>
                <a:gd name="connsiteY38" fmla="*/ 1591040 h 2556892"/>
                <a:gd name="connsiteX39" fmla="*/ 1319370 w 2886163"/>
                <a:gd name="connsiteY39" fmla="*/ 1212698 h 2556892"/>
                <a:gd name="connsiteX40" fmla="*/ 1287650 w 2886163"/>
                <a:gd name="connsiteY40" fmla="*/ 1086737 h 2556892"/>
                <a:gd name="connsiteX41" fmla="*/ 1126291 w 2886163"/>
                <a:gd name="connsiteY41" fmla="*/ 1342336 h 2556892"/>
                <a:gd name="connsiteX42" fmla="*/ 961255 w 2886163"/>
                <a:gd name="connsiteY42" fmla="*/ 1506453 h 2556892"/>
                <a:gd name="connsiteX43" fmla="*/ 764959 w 2886163"/>
                <a:gd name="connsiteY43" fmla="*/ 1636091 h 2556892"/>
                <a:gd name="connsiteX44" fmla="*/ 493729 w 2886163"/>
                <a:gd name="connsiteY44" fmla="*/ 1753318 h 2556892"/>
                <a:gd name="connsiteX45" fmla="*/ 271689 w 2886163"/>
                <a:gd name="connsiteY45" fmla="*/ 1791474 h 2556892"/>
                <a:gd name="connsiteX46" fmla="*/ 81829 w 2886163"/>
                <a:gd name="connsiteY46" fmla="*/ 1787336 h 2556892"/>
                <a:gd name="connsiteX47" fmla="*/ 0 w 2886163"/>
                <a:gd name="connsiteY47" fmla="*/ 1591499 h 2556892"/>
                <a:gd name="connsiteX48" fmla="*/ 47350 w 2886163"/>
                <a:gd name="connsiteY48" fmla="*/ 1572192 h 2556892"/>
                <a:gd name="connsiteX49" fmla="*/ 307087 w 2886163"/>
                <a:gd name="connsiteY49" fmla="*/ 1484387 h 2556892"/>
                <a:gd name="connsiteX50" fmla="*/ 416958 w 2886163"/>
                <a:gd name="connsiteY50" fmla="*/ 1438416 h 2556892"/>
                <a:gd name="connsiteX51" fmla="*/ 575558 w 2886163"/>
                <a:gd name="connsiteY51" fmla="*/ 1349692 h 2556892"/>
                <a:gd name="connsiteX52" fmla="*/ 782428 w 2886163"/>
                <a:gd name="connsiteY52" fmla="*/ 1212698 h 2556892"/>
                <a:gd name="connsiteX53" fmla="*/ 834835 w 2886163"/>
                <a:gd name="connsiteY53" fmla="*/ 1149718 h 2556892"/>
                <a:gd name="connsiteX54" fmla="*/ 1002629 w 2886163"/>
                <a:gd name="connsiteY54" fmla="*/ 829759 h 2556892"/>
                <a:gd name="connsiteX55" fmla="*/ 1144680 w 2886163"/>
                <a:gd name="connsiteY55" fmla="*/ 462450 h 2556892"/>
                <a:gd name="connsiteX56" fmla="*/ 1237082 w 2886163"/>
                <a:gd name="connsiteY56" fmla="*/ 327755 h 2556892"/>
                <a:gd name="connsiteX57" fmla="*/ 1397521 w 2886163"/>
                <a:gd name="connsiteY57" fmla="*/ 243628 h 2556892"/>
                <a:gd name="connsiteX58" fmla="*/ 1537732 w 2886163"/>
                <a:gd name="connsiteY58" fmla="*/ 170074 h 2556892"/>
                <a:gd name="connsiteX59" fmla="*/ 1592898 w 2886163"/>
                <a:gd name="connsiteY59" fmla="*/ 129160 h 2556892"/>
                <a:gd name="connsiteX60" fmla="*/ 1683262 w 2886163"/>
                <a:gd name="connsiteY60" fmla="*/ 35759 h 2556892"/>
                <a:gd name="connsiteX61" fmla="*/ 1777702 w 2886163"/>
                <a:gd name="connsiteY61" fmla="*/ 139274 h 2556892"/>
                <a:gd name="connsiteX62" fmla="*/ 1911938 w 2886163"/>
                <a:gd name="connsiteY62" fmla="*/ 215126 h 2556892"/>
                <a:gd name="connsiteX63" fmla="*/ 1955706 w 2886163"/>
                <a:gd name="connsiteY63" fmla="*/ 233819 h 2556892"/>
                <a:gd name="connsiteX64" fmla="*/ 1966643 w 2886163"/>
                <a:gd name="connsiteY64" fmla="*/ 230756 h 2556892"/>
                <a:gd name="connsiteX65" fmla="*/ 1969287 w 2886163"/>
                <a:gd name="connsiteY65" fmla="*/ 230053 h 2556892"/>
                <a:gd name="connsiteX66" fmla="*/ 2019050 w 2886163"/>
                <a:gd name="connsiteY66" fmla="*/ 186624 h 2556892"/>
                <a:gd name="connsiteX67" fmla="*/ 2082031 w 2886163"/>
                <a:gd name="connsiteY67" fmla="*/ 93762 h 2556892"/>
                <a:gd name="connsiteX68" fmla="*/ 2086941 w 2886163"/>
                <a:gd name="connsiteY68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52097 w 2886163"/>
                <a:gd name="connsiteY2" fmla="*/ 1334981 h 2556892"/>
                <a:gd name="connsiteX3" fmla="*/ 2486575 w 2886163"/>
                <a:gd name="connsiteY3" fmla="*/ 1298204 h 2556892"/>
                <a:gd name="connsiteX4" fmla="*/ 2518296 w 2886163"/>
                <a:gd name="connsiteY4" fmla="*/ 1266944 h 2556892"/>
                <a:gd name="connsiteX5" fmla="*/ 2526110 w 2886163"/>
                <a:gd name="connsiteY5" fmla="*/ 1243499 h 2556892"/>
                <a:gd name="connsiteX6" fmla="*/ 2505883 w 2886163"/>
                <a:gd name="connsiteY6" fmla="*/ 1129031 h 2556892"/>
                <a:gd name="connsiteX7" fmla="*/ 2501286 w 2886163"/>
                <a:gd name="connsiteY7" fmla="*/ 1100528 h 2556892"/>
                <a:gd name="connsiteX8" fmla="*/ 2086941 w 2886163"/>
                <a:gd name="connsiteY8" fmla="*/ 0 h 2556892"/>
                <a:gd name="connsiteX9" fmla="*/ 2145931 w 2886163"/>
                <a:gd name="connsiteY9" fmla="*/ 92843 h 2556892"/>
                <a:gd name="connsiteX10" fmla="*/ 2145711 w 2886163"/>
                <a:gd name="connsiteY10" fmla="*/ 95772 h 2556892"/>
                <a:gd name="connsiteX11" fmla="*/ 2342226 w 2886163"/>
                <a:gd name="connsiteY11" fmla="*/ 146169 h 2556892"/>
                <a:gd name="connsiteX12" fmla="*/ 2509101 w 2886163"/>
                <a:gd name="connsiteY12" fmla="*/ 214666 h 2556892"/>
                <a:gd name="connsiteX13" fmla="*/ 2625868 w 2886163"/>
                <a:gd name="connsiteY13" fmla="*/ 296494 h 2556892"/>
                <a:gd name="connsiteX14" fmla="*/ 2692066 w 2886163"/>
                <a:gd name="connsiteY14" fmla="*/ 382460 h 2556892"/>
                <a:gd name="connsiteX15" fmla="*/ 2730222 w 2886163"/>
                <a:gd name="connsiteY15" fmla="*/ 459692 h 2556892"/>
                <a:gd name="connsiteX16" fmla="*/ 2761023 w 2886163"/>
                <a:gd name="connsiteY16" fmla="*/ 561747 h 2556892"/>
                <a:gd name="connsiteX17" fmla="*/ 2784008 w 2886163"/>
                <a:gd name="connsiteY17" fmla="*/ 666102 h 2556892"/>
                <a:gd name="connsiteX18" fmla="*/ 2803776 w 2886163"/>
                <a:gd name="connsiteY18" fmla="*/ 779650 h 2556892"/>
                <a:gd name="connsiteX19" fmla="*/ 2822164 w 2886163"/>
                <a:gd name="connsiteY19" fmla="*/ 882626 h 2556892"/>
                <a:gd name="connsiteX20" fmla="*/ 2829060 w 2886163"/>
                <a:gd name="connsiteY20" fmla="*/ 938251 h 2556892"/>
                <a:gd name="connsiteX21" fmla="*/ 2852045 w 2886163"/>
                <a:gd name="connsiteY21" fmla="*/ 1122135 h 2556892"/>
                <a:gd name="connsiteX22" fmla="*/ 2869514 w 2886163"/>
                <a:gd name="connsiteY22" fmla="*/ 1265565 h 2556892"/>
                <a:gd name="connsiteX23" fmla="*/ 2879628 w 2886163"/>
                <a:gd name="connsiteY23" fmla="*/ 1355208 h 2556892"/>
                <a:gd name="connsiteX24" fmla="*/ 2886064 w 2886163"/>
                <a:gd name="connsiteY24" fmla="*/ 1424625 h 2556892"/>
                <a:gd name="connsiteX25" fmla="*/ 2872273 w 2886163"/>
                <a:gd name="connsiteY25" fmla="*/ 1444852 h 2556892"/>
                <a:gd name="connsiteX26" fmla="*/ 2660346 w 2886163"/>
                <a:gd name="connsiteY26" fmla="*/ 1543690 h 2556892"/>
                <a:gd name="connsiteX27" fmla="*/ 2447500 w 2886163"/>
                <a:gd name="connsiteY27" fmla="*/ 1641608 h 2556892"/>
                <a:gd name="connsiteX28" fmla="*/ 2446581 w 2886163"/>
                <a:gd name="connsiteY28" fmla="*/ 1783659 h 2556892"/>
                <a:gd name="connsiteX29" fmla="*/ 2451178 w 2886163"/>
                <a:gd name="connsiteY29" fmla="*/ 2127522 h 2556892"/>
                <a:gd name="connsiteX30" fmla="*/ 2457614 w 2886163"/>
                <a:gd name="connsiteY30" fmla="*/ 2556892 h 2556892"/>
                <a:gd name="connsiteX31" fmla="*/ 1261906 w 2886163"/>
                <a:gd name="connsiteY31" fmla="*/ 2556892 h 2556892"/>
                <a:gd name="connsiteX32" fmla="*/ 1281674 w 2886163"/>
                <a:gd name="connsiteY32" fmla="*/ 2299914 h 2556892"/>
                <a:gd name="connsiteX33" fmla="*/ 1306498 w 2886163"/>
                <a:gd name="connsiteY33" fmla="*/ 2083390 h 2556892"/>
                <a:gd name="connsiteX34" fmla="*/ 1330403 w 2886163"/>
                <a:gd name="connsiteY34" fmla="*/ 1927088 h 2556892"/>
                <a:gd name="connsiteX35" fmla="*/ 1372696 w 2886163"/>
                <a:gd name="connsiteY35" fmla="*/ 1718839 h 2556892"/>
                <a:gd name="connsiteX36" fmla="*/ 1406255 w 2886163"/>
                <a:gd name="connsiteY36" fmla="*/ 1619082 h 2556892"/>
                <a:gd name="connsiteX37" fmla="*/ 1413611 w 2886163"/>
                <a:gd name="connsiteY37" fmla="*/ 1591040 h 2556892"/>
                <a:gd name="connsiteX38" fmla="*/ 1319370 w 2886163"/>
                <a:gd name="connsiteY38" fmla="*/ 1212698 h 2556892"/>
                <a:gd name="connsiteX39" fmla="*/ 1287650 w 2886163"/>
                <a:gd name="connsiteY39" fmla="*/ 1086737 h 2556892"/>
                <a:gd name="connsiteX40" fmla="*/ 1126291 w 2886163"/>
                <a:gd name="connsiteY40" fmla="*/ 1342336 h 2556892"/>
                <a:gd name="connsiteX41" fmla="*/ 961255 w 2886163"/>
                <a:gd name="connsiteY41" fmla="*/ 1506453 h 2556892"/>
                <a:gd name="connsiteX42" fmla="*/ 764959 w 2886163"/>
                <a:gd name="connsiteY42" fmla="*/ 1636091 h 2556892"/>
                <a:gd name="connsiteX43" fmla="*/ 493729 w 2886163"/>
                <a:gd name="connsiteY43" fmla="*/ 1753318 h 2556892"/>
                <a:gd name="connsiteX44" fmla="*/ 271689 w 2886163"/>
                <a:gd name="connsiteY44" fmla="*/ 1791474 h 2556892"/>
                <a:gd name="connsiteX45" fmla="*/ 81829 w 2886163"/>
                <a:gd name="connsiteY45" fmla="*/ 1787336 h 2556892"/>
                <a:gd name="connsiteX46" fmla="*/ 0 w 2886163"/>
                <a:gd name="connsiteY46" fmla="*/ 1591499 h 2556892"/>
                <a:gd name="connsiteX47" fmla="*/ 47350 w 2886163"/>
                <a:gd name="connsiteY47" fmla="*/ 1572192 h 2556892"/>
                <a:gd name="connsiteX48" fmla="*/ 307087 w 2886163"/>
                <a:gd name="connsiteY48" fmla="*/ 1484387 h 2556892"/>
                <a:gd name="connsiteX49" fmla="*/ 416958 w 2886163"/>
                <a:gd name="connsiteY49" fmla="*/ 1438416 h 2556892"/>
                <a:gd name="connsiteX50" fmla="*/ 575558 w 2886163"/>
                <a:gd name="connsiteY50" fmla="*/ 1349692 h 2556892"/>
                <a:gd name="connsiteX51" fmla="*/ 782428 w 2886163"/>
                <a:gd name="connsiteY51" fmla="*/ 1212698 h 2556892"/>
                <a:gd name="connsiteX52" fmla="*/ 834835 w 2886163"/>
                <a:gd name="connsiteY52" fmla="*/ 1149718 h 2556892"/>
                <a:gd name="connsiteX53" fmla="*/ 1002629 w 2886163"/>
                <a:gd name="connsiteY53" fmla="*/ 829759 h 2556892"/>
                <a:gd name="connsiteX54" fmla="*/ 1144680 w 2886163"/>
                <a:gd name="connsiteY54" fmla="*/ 462450 h 2556892"/>
                <a:gd name="connsiteX55" fmla="*/ 1237082 w 2886163"/>
                <a:gd name="connsiteY55" fmla="*/ 327755 h 2556892"/>
                <a:gd name="connsiteX56" fmla="*/ 1397521 w 2886163"/>
                <a:gd name="connsiteY56" fmla="*/ 243628 h 2556892"/>
                <a:gd name="connsiteX57" fmla="*/ 1537732 w 2886163"/>
                <a:gd name="connsiteY57" fmla="*/ 170074 h 2556892"/>
                <a:gd name="connsiteX58" fmla="*/ 1592898 w 2886163"/>
                <a:gd name="connsiteY58" fmla="*/ 129160 h 2556892"/>
                <a:gd name="connsiteX59" fmla="*/ 1683262 w 2886163"/>
                <a:gd name="connsiteY59" fmla="*/ 35759 h 2556892"/>
                <a:gd name="connsiteX60" fmla="*/ 1777702 w 2886163"/>
                <a:gd name="connsiteY60" fmla="*/ 139274 h 2556892"/>
                <a:gd name="connsiteX61" fmla="*/ 1911938 w 2886163"/>
                <a:gd name="connsiteY61" fmla="*/ 215126 h 2556892"/>
                <a:gd name="connsiteX62" fmla="*/ 1955706 w 2886163"/>
                <a:gd name="connsiteY62" fmla="*/ 233819 h 2556892"/>
                <a:gd name="connsiteX63" fmla="*/ 1966643 w 2886163"/>
                <a:gd name="connsiteY63" fmla="*/ 230756 h 2556892"/>
                <a:gd name="connsiteX64" fmla="*/ 1969287 w 2886163"/>
                <a:gd name="connsiteY64" fmla="*/ 230053 h 2556892"/>
                <a:gd name="connsiteX65" fmla="*/ 2019050 w 2886163"/>
                <a:gd name="connsiteY65" fmla="*/ 186624 h 2556892"/>
                <a:gd name="connsiteX66" fmla="*/ 2082031 w 2886163"/>
                <a:gd name="connsiteY66" fmla="*/ 93762 h 2556892"/>
                <a:gd name="connsiteX67" fmla="*/ 2086941 w 2886163"/>
                <a:gd name="connsiteY67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52097 w 2886163"/>
                <a:gd name="connsiteY2" fmla="*/ 1334981 h 2556892"/>
                <a:gd name="connsiteX3" fmla="*/ 2486575 w 2886163"/>
                <a:gd name="connsiteY3" fmla="*/ 1298204 h 2556892"/>
                <a:gd name="connsiteX4" fmla="*/ 2526110 w 2886163"/>
                <a:gd name="connsiteY4" fmla="*/ 1243499 h 2556892"/>
                <a:gd name="connsiteX5" fmla="*/ 2505883 w 2886163"/>
                <a:gd name="connsiteY5" fmla="*/ 1129031 h 2556892"/>
                <a:gd name="connsiteX6" fmla="*/ 2501286 w 2886163"/>
                <a:gd name="connsiteY6" fmla="*/ 1100528 h 2556892"/>
                <a:gd name="connsiteX7" fmla="*/ 2086941 w 2886163"/>
                <a:gd name="connsiteY7" fmla="*/ 0 h 2556892"/>
                <a:gd name="connsiteX8" fmla="*/ 2145931 w 2886163"/>
                <a:gd name="connsiteY8" fmla="*/ 92843 h 2556892"/>
                <a:gd name="connsiteX9" fmla="*/ 2145711 w 2886163"/>
                <a:gd name="connsiteY9" fmla="*/ 95772 h 2556892"/>
                <a:gd name="connsiteX10" fmla="*/ 2342226 w 2886163"/>
                <a:gd name="connsiteY10" fmla="*/ 146169 h 2556892"/>
                <a:gd name="connsiteX11" fmla="*/ 2509101 w 2886163"/>
                <a:gd name="connsiteY11" fmla="*/ 214666 h 2556892"/>
                <a:gd name="connsiteX12" fmla="*/ 2625868 w 2886163"/>
                <a:gd name="connsiteY12" fmla="*/ 296494 h 2556892"/>
                <a:gd name="connsiteX13" fmla="*/ 2692066 w 2886163"/>
                <a:gd name="connsiteY13" fmla="*/ 382460 h 2556892"/>
                <a:gd name="connsiteX14" fmla="*/ 2730222 w 2886163"/>
                <a:gd name="connsiteY14" fmla="*/ 459692 h 2556892"/>
                <a:gd name="connsiteX15" fmla="*/ 2761023 w 2886163"/>
                <a:gd name="connsiteY15" fmla="*/ 561747 h 2556892"/>
                <a:gd name="connsiteX16" fmla="*/ 2784008 w 2886163"/>
                <a:gd name="connsiteY16" fmla="*/ 666102 h 2556892"/>
                <a:gd name="connsiteX17" fmla="*/ 2803776 w 2886163"/>
                <a:gd name="connsiteY17" fmla="*/ 779650 h 2556892"/>
                <a:gd name="connsiteX18" fmla="*/ 2822164 w 2886163"/>
                <a:gd name="connsiteY18" fmla="*/ 882626 h 2556892"/>
                <a:gd name="connsiteX19" fmla="*/ 2829060 w 2886163"/>
                <a:gd name="connsiteY19" fmla="*/ 938251 h 2556892"/>
                <a:gd name="connsiteX20" fmla="*/ 2852045 w 2886163"/>
                <a:gd name="connsiteY20" fmla="*/ 1122135 h 2556892"/>
                <a:gd name="connsiteX21" fmla="*/ 2869514 w 2886163"/>
                <a:gd name="connsiteY21" fmla="*/ 1265565 h 2556892"/>
                <a:gd name="connsiteX22" fmla="*/ 2879628 w 2886163"/>
                <a:gd name="connsiteY22" fmla="*/ 1355208 h 2556892"/>
                <a:gd name="connsiteX23" fmla="*/ 2886064 w 2886163"/>
                <a:gd name="connsiteY23" fmla="*/ 1424625 h 2556892"/>
                <a:gd name="connsiteX24" fmla="*/ 2872273 w 2886163"/>
                <a:gd name="connsiteY24" fmla="*/ 1444852 h 2556892"/>
                <a:gd name="connsiteX25" fmla="*/ 2660346 w 2886163"/>
                <a:gd name="connsiteY25" fmla="*/ 1543690 h 2556892"/>
                <a:gd name="connsiteX26" fmla="*/ 2447500 w 2886163"/>
                <a:gd name="connsiteY26" fmla="*/ 1641608 h 2556892"/>
                <a:gd name="connsiteX27" fmla="*/ 2446581 w 2886163"/>
                <a:gd name="connsiteY27" fmla="*/ 1783659 h 2556892"/>
                <a:gd name="connsiteX28" fmla="*/ 2451178 w 2886163"/>
                <a:gd name="connsiteY28" fmla="*/ 2127522 h 2556892"/>
                <a:gd name="connsiteX29" fmla="*/ 2457614 w 2886163"/>
                <a:gd name="connsiteY29" fmla="*/ 2556892 h 2556892"/>
                <a:gd name="connsiteX30" fmla="*/ 1261906 w 2886163"/>
                <a:gd name="connsiteY30" fmla="*/ 2556892 h 2556892"/>
                <a:gd name="connsiteX31" fmla="*/ 1281674 w 2886163"/>
                <a:gd name="connsiteY31" fmla="*/ 2299914 h 2556892"/>
                <a:gd name="connsiteX32" fmla="*/ 1306498 w 2886163"/>
                <a:gd name="connsiteY32" fmla="*/ 2083390 h 2556892"/>
                <a:gd name="connsiteX33" fmla="*/ 1330403 w 2886163"/>
                <a:gd name="connsiteY33" fmla="*/ 1927088 h 2556892"/>
                <a:gd name="connsiteX34" fmla="*/ 1372696 w 2886163"/>
                <a:gd name="connsiteY34" fmla="*/ 1718839 h 2556892"/>
                <a:gd name="connsiteX35" fmla="*/ 1406255 w 2886163"/>
                <a:gd name="connsiteY35" fmla="*/ 1619082 h 2556892"/>
                <a:gd name="connsiteX36" fmla="*/ 1413611 w 2886163"/>
                <a:gd name="connsiteY36" fmla="*/ 1591040 h 2556892"/>
                <a:gd name="connsiteX37" fmla="*/ 1319370 w 2886163"/>
                <a:gd name="connsiteY37" fmla="*/ 1212698 h 2556892"/>
                <a:gd name="connsiteX38" fmla="*/ 1287650 w 2886163"/>
                <a:gd name="connsiteY38" fmla="*/ 1086737 h 2556892"/>
                <a:gd name="connsiteX39" fmla="*/ 1126291 w 2886163"/>
                <a:gd name="connsiteY39" fmla="*/ 1342336 h 2556892"/>
                <a:gd name="connsiteX40" fmla="*/ 961255 w 2886163"/>
                <a:gd name="connsiteY40" fmla="*/ 1506453 h 2556892"/>
                <a:gd name="connsiteX41" fmla="*/ 764959 w 2886163"/>
                <a:gd name="connsiteY41" fmla="*/ 1636091 h 2556892"/>
                <a:gd name="connsiteX42" fmla="*/ 493729 w 2886163"/>
                <a:gd name="connsiteY42" fmla="*/ 1753318 h 2556892"/>
                <a:gd name="connsiteX43" fmla="*/ 271689 w 2886163"/>
                <a:gd name="connsiteY43" fmla="*/ 1791474 h 2556892"/>
                <a:gd name="connsiteX44" fmla="*/ 81829 w 2886163"/>
                <a:gd name="connsiteY44" fmla="*/ 1787336 h 2556892"/>
                <a:gd name="connsiteX45" fmla="*/ 0 w 2886163"/>
                <a:gd name="connsiteY45" fmla="*/ 1591499 h 2556892"/>
                <a:gd name="connsiteX46" fmla="*/ 47350 w 2886163"/>
                <a:gd name="connsiteY46" fmla="*/ 1572192 h 2556892"/>
                <a:gd name="connsiteX47" fmla="*/ 307087 w 2886163"/>
                <a:gd name="connsiteY47" fmla="*/ 1484387 h 2556892"/>
                <a:gd name="connsiteX48" fmla="*/ 416958 w 2886163"/>
                <a:gd name="connsiteY48" fmla="*/ 1438416 h 2556892"/>
                <a:gd name="connsiteX49" fmla="*/ 575558 w 2886163"/>
                <a:gd name="connsiteY49" fmla="*/ 1349692 h 2556892"/>
                <a:gd name="connsiteX50" fmla="*/ 782428 w 2886163"/>
                <a:gd name="connsiteY50" fmla="*/ 1212698 h 2556892"/>
                <a:gd name="connsiteX51" fmla="*/ 834835 w 2886163"/>
                <a:gd name="connsiteY51" fmla="*/ 1149718 h 2556892"/>
                <a:gd name="connsiteX52" fmla="*/ 1002629 w 2886163"/>
                <a:gd name="connsiteY52" fmla="*/ 829759 h 2556892"/>
                <a:gd name="connsiteX53" fmla="*/ 1144680 w 2886163"/>
                <a:gd name="connsiteY53" fmla="*/ 462450 h 2556892"/>
                <a:gd name="connsiteX54" fmla="*/ 1237082 w 2886163"/>
                <a:gd name="connsiteY54" fmla="*/ 327755 h 2556892"/>
                <a:gd name="connsiteX55" fmla="*/ 1397521 w 2886163"/>
                <a:gd name="connsiteY55" fmla="*/ 243628 h 2556892"/>
                <a:gd name="connsiteX56" fmla="*/ 1537732 w 2886163"/>
                <a:gd name="connsiteY56" fmla="*/ 170074 h 2556892"/>
                <a:gd name="connsiteX57" fmla="*/ 1592898 w 2886163"/>
                <a:gd name="connsiteY57" fmla="*/ 129160 h 2556892"/>
                <a:gd name="connsiteX58" fmla="*/ 1683262 w 2886163"/>
                <a:gd name="connsiteY58" fmla="*/ 35759 h 2556892"/>
                <a:gd name="connsiteX59" fmla="*/ 1777702 w 2886163"/>
                <a:gd name="connsiteY59" fmla="*/ 139274 h 2556892"/>
                <a:gd name="connsiteX60" fmla="*/ 1911938 w 2886163"/>
                <a:gd name="connsiteY60" fmla="*/ 215126 h 2556892"/>
                <a:gd name="connsiteX61" fmla="*/ 1955706 w 2886163"/>
                <a:gd name="connsiteY61" fmla="*/ 233819 h 2556892"/>
                <a:gd name="connsiteX62" fmla="*/ 1966643 w 2886163"/>
                <a:gd name="connsiteY62" fmla="*/ 230756 h 2556892"/>
                <a:gd name="connsiteX63" fmla="*/ 1969287 w 2886163"/>
                <a:gd name="connsiteY63" fmla="*/ 230053 h 2556892"/>
                <a:gd name="connsiteX64" fmla="*/ 2019050 w 2886163"/>
                <a:gd name="connsiteY64" fmla="*/ 186624 h 2556892"/>
                <a:gd name="connsiteX65" fmla="*/ 2082031 w 2886163"/>
                <a:gd name="connsiteY65" fmla="*/ 93762 h 2556892"/>
                <a:gd name="connsiteX66" fmla="*/ 2086941 w 2886163"/>
                <a:gd name="connsiteY66" fmla="*/ 0 h 2556892"/>
                <a:gd name="connsiteX0" fmla="*/ 2501286 w 2886163"/>
                <a:gd name="connsiteY0" fmla="*/ 1100528 h 2556892"/>
                <a:gd name="connsiteX1" fmla="*/ 2492092 w 2886163"/>
                <a:gd name="connsiteY1" fmla="*/ 1180518 h 2556892"/>
                <a:gd name="connsiteX2" fmla="*/ 2452097 w 2886163"/>
                <a:gd name="connsiteY2" fmla="*/ 1334981 h 2556892"/>
                <a:gd name="connsiteX3" fmla="*/ 2526110 w 2886163"/>
                <a:gd name="connsiteY3" fmla="*/ 1243499 h 2556892"/>
                <a:gd name="connsiteX4" fmla="*/ 2505883 w 2886163"/>
                <a:gd name="connsiteY4" fmla="*/ 1129031 h 2556892"/>
                <a:gd name="connsiteX5" fmla="*/ 2501286 w 2886163"/>
                <a:gd name="connsiteY5" fmla="*/ 1100528 h 2556892"/>
                <a:gd name="connsiteX6" fmla="*/ 2086941 w 2886163"/>
                <a:gd name="connsiteY6" fmla="*/ 0 h 2556892"/>
                <a:gd name="connsiteX7" fmla="*/ 2145931 w 2886163"/>
                <a:gd name="connsiteY7" fmla="*/ 92843 h 2556892"/>
                <a:gd name="connsiteX8" fmla="*/ 2145711 w 2886163"/>
                <a:gd name="connsiteY8" fmla="*/ 95772 h 2556892"/>
                <a:gd name="connsiteX9" fmla="*/ 2342226 w 2886163"/>
                <a:gd name="connsiteY9" fmla="*/ 146169 h 2556892"/>
                <a:gd name="connsiteX10" fmla="*/ 2509101 w 2886163"/>
                <a:gd name="connsiteY10" fmla="*/ 214666 h 2556892"/>
                <a:gd name="connsiteX11" fmla="*/ 2625868 w 2886163"/>
                <a:gd name="connsiteY11" fmla="*/ 296494 h 2556892"/>
                <a:gd name="connsiteX12" fmla="*/ 2692066 w 2886163"/>
                <a:gd name="connsiteY12" fmla="*/ 382460 h 2556892"/>
                <a:gd name="connsiteX13" fmla="*/ 2730222 w 2886163"/>
                <a:gd name="connsiteY13" fmla="*/ 459692 h 2556892"/>
                <a:gd name="connsiteX14" fmla="*/ 2761023 w 2886163"/>
                <a:gd name="connsiteY14" fmla="*/ 561747 h 2556892"/>
                <a:gd name="connsiteX15" fmla="*/ 2784008 w 2886163"/>
                <a:gd name="connsiteY15" fmla="*/ 666102 h 2556892"/>
                <a:gd name="connsiteX16" fmla="*/ 2803776 w 2886163"/>
                <a:gd name="connsiteY16" fmla="*/ 779650 h 2556892"/>
                <a:gd name="connsiteX17" fmla="*/ 2822164 w 2886163"/>
                <a:gd name="connsiteY17" fmla="*/ 882626 h 2556892"/>
                <a:gd name="connsiteX18" fmla="*/ 2829060 w 2886163"/>
                <a:gd name="connsiteY18" fmla="*/ 938251 h 2556892"/>
                <a:gd name="connsiteX19" fmla="*/ 2852045 w 2886163"/>
                <a:gd name="connsiteY19" fmla="*/ 1122135 h 2556892"/>
                <a:gd name="connsiteX20" fmla="*/ 2869514 w 2886163"/>
                <a:gd name="connsiteY20" fmla="*/ 1265565 h 2556892"/>
                <a:gd name="connsiteX21" fmla="*/ 2879628 w 2886163"/>
                <a:gd name="connsiteY21" fmla="*/ 1355208 h 2556892"/>
                <a:gd name="connsiteX22" fmla="*/ 2886064 w 2886163"/>
                <a:gd name="connsiteY22" fmla="*/ 1424625 h 2556892"/>
                <a:gd name="connsiteX23" fmla="*/ 2872273 w 2886163"/>
                <a:gd name="connsiteY23" fmla="*/ 1444852 h 2556892"/>
                <a:gd name="connsiteX24" fmla="*/ 2660346 w 2886163"/>
                <a:gd name="connsiteY24" fmla="*/ 1543690 h 2556892"/>
                <a:gd name="connsiteX25" fmla="*/ 2447500 w 2886163"/>
                <a:gd name="connsiteY25" fmla="*/ 1641608 h 2556892"/>
                <a:gd name="connsiteX26" fmla="*/ 2446581 w 2886163"/>
                <a:gd name="connsiteY26" fmla="*/ 1783659 h 2556892"/>
                <a:gd name="connsiteX27" fmla="*/ 2451178 w 2886163"/>
                <a:gd name="connsiteY27" fmla="*/ 2127522 h 2556892"/>
                <a:gd name="connsiteX28" fmla="*/ 2457614 w 2886163"/>
                <a:gd name="connsiteY28" fmla="*/ 2556892 h 2556892"/>
                <a:gd name="connsiteX29" fmla="*/ 1261906 w 2886163"/>
                <a:gd name="connsiteY29" fmla="*/ 2556892 h 2556892"/>
                <a:gd name="connsiteX30" fmla="*/ 1281674 w 2886163"/>
                <a:gd name="connsiteY30" fmla="*/ 2299914 h 2556892"/>
                <a:gd name="connsiteX31" fmla="*/ 1306498 w 2886163"/>
                <a:gd name="connsiteY31" fmla="*/ 2083390 h 2556892"/>
                <a:gd name="connsiteX32" fmla="*/ 1330403 w 2886163"/>
                <a:gd name="connsiteY32" fmla="*/ 1927088 h 2556892"/>
                <a:gd name="connsiteX33" fmla="*/ 1372696 w 2886163"/>
                <a:gd name="connsiteY33" fmla="*/ 1718839 h 2556892"/>
                <a:gd name="connsiteX34" fmla="*/ 1406255 w 2886163"/>
                <a:gd name="connsiteY34" fmla="*/ 1619082 h 2556892"/>
                <a:gd name="connsiteX35" fmla="*/ 1413611 w 2886163"/>
                <a:gd name="connsiteY35" fmla="*/ 1591040 h 2556892"/>
                <a:gd name="connsiteX36" fmla="*/ 1319370 w 2886163"/>
                <a:gd name="connsiteY36" fmla="*/ 1212698 h 2556892"/>
                <a:gd name="connsiteX37" fmla="*/ 1287650 w 2886163"/>
                <a:gd name="connsiteY37" fmla="*/ 1086737 h 2556892"/>
                <a:gd name="connsiteX38" fmla="*/ 1126291 w 2886163"/>
                <a:gd name="connsiteY38" fmla="*/ 1342336 h 2556892"/>
                <a:gd name="connsiteX39" fmla="*/ 961255 w 2886163"/>
                <a:gd name="connsiteY39" fmla="*/ 1506453 h 2556892"/>
                <a:gd name="connsiteX40" fmla="*/ 764959 w 2886163"/>
                <a:gd name="connsiteY40" fmla="*/ 1636091 h 2556892"/>
                <a:gd name="connsiteX41" fmla="*/ 493729 w 2886163"/>
                <a:gd name="connsiteY41" fmla="*/ 1753318 h 2556892"/>
                <a:gd name="connsiteX42" fmla="*/ 271689 w 2886163"/>
                <a:gd name="connsiteY42" fmla="*/ 1791474 h 2556892"/>
                <a:gd name="connsiteX43" fmla="*/ 81829 w 2886163"/>
                <a:gd name="connsiteY43" fmla="*/ 1787336 h 2556892"/>
                <a:gd name="connsiteX44" fmla="*/ 0 w 2886163"/>
                <a:gd name="connsiteY44" fmla="*/ 1591499 h 2556892"/>
                <a:gd name="connsiteX45" fmla="*/ 47350 w 2886163"/>
                <a:gd name="connsiteY45" fmla="*/ 1572192 h 2556892"/>
                <a:gd name="connsiteX46" fmla="*/ 307087 w 2886163"/>
                <a:gd name="connsiteY46" fmla="*/ 1484387 h 2556892"/>
                <a:gd name="connsiteX47" fmla="*/ 416958 w 2886163"/>
                <a:gd name="connsiteY47" fmla="*/ 1438416 h 2556892"/>
                <a:gd name="connsiteX48" fmla="*/ 575558 w 2886163"/>
                <a:gd name="connsiteY48" fmla="*/ 1349692 h 2556892"/>
                <a:gd name="connsiteX49" fmla="*/ 782428 w 2886163"/>
                <a:gd name="connsiteY49" fmla="*/ 1212698 h 2556892"/>
                <a:gd name="connsiteX50" fmla="*/ 834835 w 2886163"/>
                <a:gd name="connsiteY50" fmla="*/ 1149718 h 2556892"/>
                <a:gd name="connsiteX51" fmla="*/ 1002629 w 2886163"/>
                <a:gd name="connsiteY51" fmla="*/ 829759 h 2556892"/>
                <a:gd name="connsiteX52" fmla="*/ 1144680 w 2886163"/>
                <a:gd name="connsiteY52" fmla="*/ 462450 h 2556892"/>
                <a:gd name="connsiteX53" fmla="*/ 1237082 w 2886163"/>
                <a:gd name="connsiteY53" fmla="*/ 327755 h 2556892"/>
                <a:gd name="connsiteX54" fmla="*/ 1397521 w 2886163"/>
                <a:gd name="connsiteY54" fmla="*/ 243628 h 2556892"/>
                <a:gd name="connsiteX55" fmla="*/ 1537732 w 2886163"/>
                <a:gd name="connsiteY55" fmla="*/ 170074 h 2556892"/>
                <a:gd name="connsiteX56" fmla="*/ 1592898 w 2886163"/>
                <a:gd name="connsiteY56" fmla="*/ 129160 h 2556892"/>
                <a:gd name="connsiteX57" fmla="*/ 1683262 w 2886163"/>
                <a:gd name="connsiteY57" fmla="*/ 35759 h 2556892"/>
                <a:gd name="connsiteX58" fmla="*/ 1777702 w 2886163"/>
                <a:gd name="connsiteY58" fmla="*/ 139274 h 2556892"/>
                <a:gd name="connsiteX59" fmla="*/ 1911938 w 2886163"/>
                <a:gd name="connsiteY59" fmla="*/ 215126 h 2556892"/>
                <a:gd name="connsiteX60" fmla="*/ 1955706 w 2886163"/>
                <a:gd name="connsiteY60" fmla="*/ 233819 h 2556892"/>
                <a:gd name="connsiteX61" fmla="*/ 1966643 w 2886163"/>
                <a:gd name="connsiteY61" fmla="*/ 230756 h 2556892"/>
                <a:gd name="connsiteX62" fmla="*/ 1969287 w 2886163"/>
                <a:gd name="connsiteY62" fmla="*/ 230053 h 2556892"/>
                <a:gd name="connsiteX63" fmla="*/ 2019050 w 2886163"/>
                <a:gd name="connsiteY63" fmla="*/ 186624 h 2556892"/>
                <a:gd name="connsiteX64" fmla="*/ 2082031 w 2886163"/>
                <a:gd name="connsiteY64" fmla="*/ 93762 h 2556892"/>
                <a:gd name="connsiteX65" fmla="*/ 2086941 w 2886163"/>
                <a:gd name="connsiteY65" fmla="*/ 0 h 2556892"/>
                <a:gd name="connsiteX0" fmla="*/ 2501286 w 2909014"/>
                <a:gd name="connsiteY0" fmla="*/ 1100528 h 2556892"/>
                <a:gd name="connsiteX1" fmla="*/ 2492092 w 2909014"/>
                <a:gd name="connsiteY1" fmla="*/ 1180518 h 2556892"/>
                <a:gd name="connsiteX2" fmla="*/ 2452097 w 2909014"/>
                <a:gd name="connsiteY2" fmla="*/ 1334981 h 2556892"/>
                <a:gd name="connsiteX3" fmla="*/ 2526110 w 2909014"/>
                <a:gd name="connsiteY3" fmla="*/ 1243499 h 2556892"/>
                <a:gd name="connsiteX4" fmla="*/ 2505883 w 2909014"/>
                <a:gd name="connsiteY4" fmla="*/ 1129031 h 2556892"/>
                <a:gd name="connsiteX5" fmla="*/ 2501286 w 2909014"/>
                <a:gd name="connsiteY5" fmla="*/ 1100528 h 2556892"/>
                <a:gd name="connsiteX6" fmla="*/ 2086941 w 2909014"/>
                <a:gd name="connsiteY6" fmla="*/ 0 h 2556892"/>
                <a:gd name="connsiteX7" fmla="*/ 2145931 w 2909014"/>
                <a:gd name="connsiteY7" fmla="*/ 92843 h 2556892"/>
                <a:gd name="connsiteX8" fmla="*/ 2145711 w 2909014"/>
                <a:gd name="connsiteY8" fmla="*/ 95772 h 2556892"/>
                <a:gd name="connsiteX9" fmla="*/ 2342226 w 2909014"/>
                <a:gd name="connsiteY9" fmla="*/ 146169 h 2556892"/>
                <a:gd name="connsiteX10" fmla="*/ 2509101 w 2909014"/>
                <a:gd name="connsiteY10" fmla="*/ 214666 h 2556892"/>
                <a:gd name="connsiteX11" fmla="*/ 2625868 w 2909014"/>
                <a:gd name="connsiteY11" fmla="*/ 296494 h 2556892"/>
                <a:gd name="connsiteX12" fmla="*/ 2692066 w 2909014"/>
                <a:gd name="connsiteY12" fmla="*/ 382460 h 2556892"/>
                <a:gd name="connsiteX13" fmla="*/ 2730222 w 2909014"/>
                <a:gd name="connsiteY13" fmla="*/ 459692 h 2556892"/>
                <a:gd name="connsiteX14" fmla="*/ 2761023 w 2909014"/>
                <a:gd name="connsiteY14" fmla="*/ 561747 h 2556892"/>
                <a:gd name="connsiteX15" fmla="*/ 2784008 w 2909014"/>
                <a:gd name="connsiteY15" fmla="*/ 666102 h 2556892"/>
                <a:gd name="connsiteX16" fmla="*/ 2803776 w 2909014"/>
                <a:gd name="connsiteY16" fmla="*/ 779650 h 2556892"/>
                <a:gd name="connsiteX17" fmla="*/ 2822164 w 2909014"/>
                <a:gd name="connsiteY17" fmla="*/ 882626 h 2556892"/>
                <a:gd name="connsiteX18" fmla="*/ 2829060 w 2909014"/>
                <a:gd name="connsiteY18" fmla="*/ 938251 h 2556892"/>
                <a:gd name="connsiteX19" fmla="*/ 2852045 w 2909014"/>
                <a:gd name="connsiteY19" fmla="*/ 1122135 h 2556892"/>
                <a:gd name="connsiteX20" fmla="*/ 2869514 w 2909014"/>
                <a:gd name="connsiteY20" fmla="*/ 1265565 h 2556892"/>
                <a:gd name="connsiteX21" fmla="*/ 2879628 w 2909014"/>
                <a:gd name="connsiteY21" fmla="*/ 1355208 h 2556892"/>
                <a:gd name="connsiteX22" fmla="*/ 2886064 w 2909014"/>
                <a:gd name="connsiteY22" fmla="*/ 1424625 h 2556892"/>
                <a:gd name="connsiteX23" fmla="*/ 2872273 w 2909014"/>
                <a:gd name="connsiteY23" fmla="*/ 1444852 h 2556892"/>
                <a:gd name="connsiteX24" fmla="*/ 2447500 w 2909014"/>
                <a:gd name="connsiteY24" fmla="*/ 1641608 h 2556892"/>
                <a:gd name="connsiteX25" fmla="*/ 2446581 w 2909014"/>
                <a:gd name="connsiteY25" fmla="*/ 1783659 h 2556892"/>
                <a:gd name="connsiteX26" fmla="*/ 2451178 w 2909014"/>
                <a:gd name="connsiteY26" fmla="*/ 2127522 h 2556892"/>
                <a:gd name="connsiteX27" fmla="*/ 2457614 w 2909014"/>
                <a:gd name="connsiteY27" fmla="*/ 2556892 h 2556892"/>
                <a:gd name="connsiteX28" fmla="*/ 1261906 w 2909014"/>
                <a:gd name="connsiteY28" fmla="*/ 2556892 h 2556892"/>
                <a:gd name="connsiteX29" fmla="*/ 1281674 w 2909014"/>
                <a:gd name="connsiteY29" fmla="*/ 2299914 h 2556892"/>
                <a:gd name="connsiteX30" fmla="*/ 1306498 w 2909014"/>
                <a:gd name="connsiteY30" fmla="*/ 2083390 h 2556892"/>
                <a:gd name="connsiteX31" fmla="*/ 1330403 w 2909014"/>
                <a:gd name="connsiteY31" fmla="*/ 1927088 h 2556892"/>
                <a:gd name="connsiteX32" fmla="*/ 1372696 w 2909014"/>
                <a:gd name="connsiteY32" fmla="*/ 1718839 h 2556892"/>
                <a:gd name="connsiteX33" fmla="*/ 1406255 w 2909014"/>
                <a:gd name="connsiteY33" fmla="*/ 1619082 h 2556892"/>
                <a:gd name="connsiteX34" fmla="*/ 1413611 w 2909014"/>
                <a:gd name="connsiteY34" fmla="*/ 1591040 h 2556892"/>
                <a:gd name="connsiteX35" fmla="*/ 1319370 w 2909014"/>
                <a:gd name="connsiteY35" fmla="*/ 1212698 h 2556892"/>
                <a:gd name="connsiteX36" fmla="*/ 1287650 w 2909014"/>
                <a:gd name="connsiteY36" fmla="*/ 1086737 h 2556892"/>
                <a:gd name="connsiteX37" fmla="*/ 1126291 w 2909014"/>
                <a:gd name="connsiteY37" fmla="*/ 1342336 h 2556892"/>
                <a:gd name="connsiteX38" fmla="*/ 961255 w 2909014"/>
                <a:gd name="connsiteY38" fmla="*/ 1506453 h 2556892"/>
                <a:gd name="connsiteX39" fmla="*/ 764959 w 2909014"/>
                <a:gd name="connsiteY39" fmla="*/ 1636091 h 2556892"/>
                <a:gd name="connsiteX40" fmla="*/ 493729 w 2909014"/>
                <a:gd name="connsiteY40" fmla="*/ 1753318 h 2556892"/>
                <a:gd name="connsiteX41" fmla="*/ 271689 w 2909014"/>
                <a:gd name="connsiteY41" fmla="*/ 1791474 h 2556892"/>
                <a:gd name="connsiteX42" fmla="*/ 81829 w 2909014"/>
                <a:gd name="connsiteY42" fmla="*/ 1787336 h 2556892"/>
                <a:gd name="connsiteX43" fmla="*/ 0 w 2909014"/>
                <a:gd name="connsiteY43" fmla="*/ 1591499 h 2556892"/>
                <a:gd name="connsiteX44" fmla="*/ 47350 w 2909014"/>
                <a:gd name="connsiteY44" fmla="*/ 1572192 h 2556892"/>
                <a:gd name="connsiteX45" fmla="*/ 307087 w 2909014"/>
                <a:gd name="connsiteY45" fmla="*/ 1484387 h 2556892"/>
                <a:gd name="connsiteX46" fmla="*/ 416958 w 2909014"/>
                <a:gd name="connsiteY46" fmla="*/ 1438416 h 2556892"/>
                <a:gd name="connsiteX47" fmla="*/ 575558 w 2909014"/>
                <a:gd name="connsiteY47" fmla="*/ 1349692 h 2556892"/>
                <a:gd name="connsiteX48" fmla="*/ 782428 w 2909014"/>
                <a:gd name="connsiteY48" fmla="*/ 1212698 h 2556892"/>
                <a:gd name="connsiteX49" fmla="*/ 834835 w 2909014"/>
                <a:gd name="connsiteY49" fmla="*/ 1149718 h 2556892"/>
                <a:gd name="connsiteX50" fmla="*/ 1002629 w 2909014"/>
                <a:gd name="connsiteY50" fmla="*/ 829759 h 2556892"/>
                <a:gd name="connsiteX51" fmla="*/ 1144680 w 2909014"/>
                <a:gd name="connsiteY51" fmla="*/ 462450 h 2556892"/>
                <a:gd name="connsiteX52" fmla="*/ 1237082 w 2909014"/>
                <a:gd name="connsiteY52" fmla="*/ 327755 h 2556892"/>
                <a:gd name="connsiteX53" fmla="*/ 1397521 w 2909014"/>
                <a:gd name="connsiteY53" fmla="*/ 243628 h 2556892"/>
                <a:gd name="connsiteX54" fmla="*/ 1537732 w 2909014"/>
                <a:gd name="connsiteY54" fmla="*/ 170074 h 2556892"/>
                <a:gd name="connsiteX55" fmla="*/ 1592898 w 2909014"/>
                <a:gd name="connsiteY55" fmla="*/ 129160 h 2556892"/>
                <a:gd name="connsiteX56" fmla="*/ 1683262 w 2909014"/>
                <a:gd name="connsiteY56" fmla="*/ 35759 h 2556892"/>
                <a:gd name="connsiteX57" fmla="*/ 1777702 w 2909014"/>
                <a:gd name="connsiteY57" fmla="*/ 139274 h 2556892"/>
                <a:gd name="connsiteX58" fmla="*/ 1911938 w 2909014"/>
                <a:gd name="connsiteY58" fmla="*/ 215126 h 2556892"/>
                <a:gd name="connsiteX59" fmla="*/ 1955706 w 2909014"/>
                <a:gd name="connsiteY59" fmla="*/ 233819 h 2556892"/>
                <a:gd name="connsiteX60" fmla="*/ 1966643 w 2909014"/>
                <a:gd name="connsiteY60" fmla="*/ 230756 h 2556892"/>
                <a:gd name="connsiteX61" fmla="*/ 1969287 w 2909014"/>
                <a:gd name="connsiteY61" fmla="*/ 230053 h 2556892"/>
                <a:gd name="connsiteX62" fmla="*/ 2019050 w 2909014"/>
                <a:gd name="connsiteY62" fmla="*/ 186624 h 2556892"/>
                <a:gd name="connsiteX63" fmla="*/ 2082031 w 2909014"/>
                <a:gd name="connsiteY63" fmla="*/ 93762 h 2556892"/>
                <a:gd name="connsiteX64" fmla="*/ 2086941 w 2909014"/>
                <a:gd name="connsiteY64" fmla="*/ 0 h 2556892"/>
                <a:gd name="connsiteX0" fmla="*/ 2501286 w 2909014"/>
                <a:gd name="connsiteY0" fmla="*/ 1100528 h 2556892"/>
                <a:gd name="connsiteX1" fmla="*/ 2492092 w 2909014"/>
                <a:gd name="connsiteY1" fmla="*/ 1180518 h 2556892"/>
                <a:gd name="connsiteX2" fmla="*/ 2452097 w 2909014"/>
                <a:gd name="connsiteY2" fmla="*/ 1334981 h 2556892"/>
                <a:gd name="connsiteX3" fmla="*/ 2526110 w 2909014"/>
                <a:gd name="connsiteY3" fmla="*/ 1243499 h 2556892"/>
                <a:gd name="connsiteX4" fmla="*/ 2505883 w 2909014"/>
                <a:gd name="connsiteY4" fmla="*/ 1129031 h 2556892"/>
                <a:gd name="connsiteX5" fmla="*/ 2501286 w 2909014"/>
                <a:gd name="connsiteY5" fmla="*/ 1100528 h 2556892"/>
                <a:gd name="connsiteX6" fmla="*/ 2086941 w 2909014"/>
                <a:gd name="connsiteY6" fmla="*/ 0 h 2556892"/>
                <a:gd name="connsiteX7" fmla="*/ 2145931 w 2909014"/>
                <a:gd name="connsiteY7" fmla="*/ 92843 h 2556892"/>
                <a:gd name="connsiteX8" fmla="*/ 2145711 w 2909014"/>
                <a:gd name="connsiteY8" fmla="*/ 95772 h 2556892"/>
                <a:gd name="connsiteX9" fmla="*/ 2342226 w 2909014"/>
                <a:gd name="connsiteY9" fmla="*/ 146169 h 2556892"/>
                <a:gd name="connsiteX10" fmla="*/ 2509101 w 2909014"/>
                <a:gd name="connsiteY10" fmla="*/ 214666 h 2556892"/>
                <a:gd name="connsiteX11" fmla="*/ 2625868 w 2909014"/>
                <a:gd name="connsiteY11" fmla="*/ 296494 h 2556892"/>
                <a:gd name="connsiteX12" fmla="*/ 2692066 w 2909014"/>
                <a:gd name="connsiteY12" fmla="*/ 382460 h 2556892"/>
                <a:gd name="connsiteX13" fmla="*/ 2730222 w 2909014"/>
                <a:gd name="connsiteY13" fmla="*/ 459692 h 2556892"/>
                <a:gd name="connsiteX14" fmla="*/ 2761023 w 2909014"/>
                <a:gd name="connsiteY14" fmla="*/ 561747 h 2556892"/>
                <a:gd name="connsiteX15" fmla="*/ 2784008 w 2909014"/>
                <a:gd name="connsiteY15" fmla="*/ 666102 h 2556892"/>
                <a:gd name="connsiteX16" fmla="*/ 2803776 w 2909014"/>
                <a:gd name="connsiteY16" fmla="*/ 779650 h 2556892"/>
                <a:gd name="connsiteX17" fmla="*/ 2822164 w 2909014"/>
                <a:gd name="connsiteY17" fmla="*/ 882626 h 2556892"/>
                <a:gd name="connsiteX18" fmla="*/ 2829060 w 2909014"/>
                <a:gd name="connsiteY18" fmla="*/ 938251 h 2556892"/>
                <a:gd name="connsiteX19" fmla="*/ 2852045 w 2909014"/>
                <a:gd name="connsiteY19" fmla="*/ 1122135 h 2556892"/>
                <a:gd name="connsiteX20" fmla="*/ 2869514 w 2909014"/>
                <a:gd name="connsiteY20" fmla="*/ 1265565 h 2556892"/>
                <a:gd name="connsiteX21" fmla="*/ 2879628 w 2909014"/>
                <a:gd name="connsiteY21" fmla="*/ 1355208 h 2556892"/>
                <a:gd name="connsiteX22" fmla="*/ 2886064 w 2909014"/>
                <a:gd name="connsiteY22" fmla="*/ 1424625 h 2556892"/>
                <a:gd name="connsiteX23" fmla="*/ 2872273 w 2909014"/>
                <a:gd name="connsiteY23" fmla="*/ 1444852 h 2556892"/>
                <a:gd name="connsiteX24" fmla="*/ 2447500 w 2909014"/>
                <a:gd name="connsiteY24" fmla="*/ 1641608 h 2556892"/>
                <a:gd name="connsiteX25" fmla="*/ 2446581 w 2909014"/>
                <a:gd name="connsiteY25" fmla="*/ 1783659 h 2556892"/>
                <a:gd name="connsiteX26" fmla="*/ 2451178 w 2909014"/>
                <a:gd name="connsiteY26" fmla="*/ 2127522 h 2556892"/>
                <a:gd name="connsiteX27" fmla="*/ 2457614 w 2909014"/>
                <a:gd name="connsiteY27" fmla="*/ 2556892 h 2556892"/>
                <a:gd name="connsiteX28" fmla="*/ 1261906 w 2909014"/>
                <a:gd name="connsiteY28" fmla="*/ 2556892 h 2556892"/>
                <a:gd name="connsiteX29" fmla="*/ 1281674 w 2909014"/>
                <a:gd name="connsiteY29" fmla="*/ 2299914 h 2556892"/>
                <a:gd name="connsiteX30" fmla="*/ 1306498 w 2909014"/>
                <a:gd name="connsiteY30" fmla="*/ 2083390 h 2556892"/>
                <a:gd name="connsiteX31" fmla="*/ 1330403 w 2909014"/>
                <a:gd name="connsiteY31" fmla="*/ 1927088 h 2556892"/>
                <a:gd name="connsiteX32" fmla="*/ 1372696 w 2909014"/>
                <a:gd name="connsiteY32" fmla="*/ 1718839 h 2556892"/>
                <a:gd name="connsiteX33" fmla="*/ 1406255 w 2909014"/>
                <a:gd name="connsiteY33" fmla="*/ 1619082 h 2556892"/>
                <a:gd name="connsiteX34" fmla="*/ 1413611 w 2909014"/>
                <a:gd name="connsiteY34" fmla="*/ 1591040 h 2556892"/>
                <a:gd name="connsiteX35" fmla="*/ 1319370 w 2909014"/>
                <a:gd name="connsiteY35" fmla="*/ 1212698 h 2556892"/>
                <a:gd name="connsiteX36" fmla="*/ 1287650 w 2909014"/>
                <a:gd name="connsiteY36" fmla="*/ 1086737 h 2556892"/>
                <a:gd name="connsiteX37" fmla="*/ 1126291 w 2909014"/>
                <a:gd name="connsiteY37" fmla="*/ 1342336 h 2556892"/>
                <a:gd name="connsiteX38" fmla="*/ 961255 w 2909014"/>
                <a:gd name="connsiteY38" fmla="*/ 1506453 h 2556892"/>
                <a:gd name="connsiteX39" fmla="*/ 764959 w 2909014"/>
                <a:gd name="connsiteY39" fmla="*/ 1636091 h 2556892"/>
                <a:gd name="connsiteX40" fmla="*/ 493729 w 2909014"/>
                <a:gd name="connsiteY40" fmla="*/ 1753318 h 2556892"/>
                <a:gd name="connsiteX41" fmla="*/ 271689 w 2909014"/>
                <a:gd name="connsiteY41" fmla="*/ 1791474 h 2556892"/>
                <a:gd name="connsiteX42" fmla="*/ 81829 w 2909014"/>
                <a:gd name="connsiteY42" fmla="*/ 1787336 h 2556892"/>
                <a:gd name="connsiteX43" fmla="*/ 0 w 2909014"/>
                <a:gd name="connsiteY43" fmla="*/ 1591499 h 2556892"/>
                <a:gd name="connsiteX44" fmla="*/ 47350 w 2909014"/>
                <a:gd name="connsiteY44" fmla="*/ 1572192 h 2556892"/>
                <a:gd name="connsiteX45" fmla="*/ 307087 w 2909014"/>
                <a:gd name="connsiteY45" fmla="*/ 1484387 h 2556892"/>
                <a:gd name="connsiteX46" fmla="*/ 416958 w 2909014"/>
                <a:gd name="connsiteY46" fmla="*/ 1438416 h 2556892"/>
                <a:gd name="connsiteX47" fmla="*/ 575558 w 2909014"/>
                <a:gd name="connsiteY47" fmla="*/ 1349692 h 2556892"/>
                <a:gd name="connsiteX48" fmla="*/ 782428 w 2909014"/>
                <a:gd name="connsiteY48" fmla="*/ 1212698 h 2556892"/>
                <a:gd name="connsiteX49" fmla="*/ 834835 w 2909014"/>
                <a:gd name="connsiteY49" fmla="*/ 1149718 h 2556892"/>
                <a:gd name="connsiteX50" fmla="*/ 1002629 w 2909014"/>
                <a:gd name="connsiteY50" fmla="*/ 829759 h 2556892"/>
                <a:gd name="connsiteX51" fmla="*/ 1144680 w 2909014"/>
                <a:gd name="connsiteY51" fmla="*/ 462450 h 2556892"/>
                <a:gd name="connsiteX52" fmla="*/ 1237082 w 2909014"/>
                <a:gd name="connsiteY52" fmla="*/ 327755 h 2556892"/>
                <a:gd name="connsiteX53" fmla="*/ 1397521 w 2909014"/>
                <a:gd name="connsiteY53" fmla="*/ 243628 h 2556892"/>
                <a:gd name="connsiteX54" fmla="*/ 1537732 w 2909014"/>
                <a:gd name="connsiteY54" fmla="*/ 170074 h 2556892"/>
                <a:gd name="connsiteX55" fmla="*/ 1592898 w 2909014"/>
                <a:gd name="connsiteY55" fmla="*/ 129160 h 2556892"/>
                <a:gd name="connsiteX56" fmla="*/ 1683262 w 2909014"/>
                <a:gd name="connsiteY56" fmla="*/ 35759 h 2556892"/>
                <a:gd name="connsiteX57" fmla="*/ 1777702 w 2909014"/>
                <a:gd name="connsiteY57" fmla="*/ 139274 h 2556892"/>
                <a:gd name="connsiteX58" fmla="*/ 1911938 w 2909014"/>
                <a:gd name="connsiteY58" fmla="*/ 215126 h 2556892"/>
                <a:gd name="connsiteX59" fmla="*/ 1955706 w 2909014"/>
                <a:gd name="connsiteY59" fmla="*/ 233819 h 2556892"/>
                <a:gd name="connsiteX60" fmla="*/ 1966643 w 2909014"/>
                <a:gd name="connsiteY60" fmla="*/ 230756 h 2556892"/>
                <a:gd name="connsiteX61" fmla="*/ 1969287 w 2909014"/>
                <a:gd name="connsiteY61" fmla="*/ 230053 h 2556892"/>
                <a:gd name="connsiteX62" fmla="*/ 2019050 w 2909014"/>
                <a:gd name="connsiteY62" fmla="*/ 186624 h 2556892"/>
                <a:gd name="connsiteX63" fmla="*/ 2082031 w 2909014"/>
                <a:gd name="connsiteY63" fmla="*/ 93762 h 2556892"/>
                <a:gd name="connsiteX64" fmla="*/ 2086941 w 2909014"/>
                <a:gd name="connsiteY64" fmla="*/ 0 h 2556892"/>
                <a:gd name="connsiteX0" fmla="*/ 2501286 w 2890059"/>
                <a:gd name="connsiteY0" fmla="*/ 1100528 h 2556892"/>
                <a:gd name="connsiteX1" fmla="*/ 2492092 w 2890059"/>
                <a:gd name="connsiteY1" fmla="*/ 1180518 h 2556892"/>
                <a:gd name="connsiteX2" fmla="*/ 2452097 w 2890059"/>
                <a:gd name="connsiteY2" fmla="*/ 1334981 h 2556892"/>
                <a:gd name="connsiteX3" fmla="*/ 2526110 w 2890059"/>
                <a:gd name="connsiteY3" fmla="*/ 1243499 h 2556892"/>
                <a:gd name="connsiteX4" fmla="*/ 2505883 w 2890059"/>
                <a:gd name="connsiteY4" fmla="*/ 1129031 h 2556892"/>
                <a:gd name="connsiteX5" fmla="*/ 2501286 w 2890059"/>
                <a:gd name="connsiteY5" fmla="*/ 1100528 h 2556892"/>
                <a:gd name="connsiteX6" fmla="*/ 2086941 w 2890059"/>
                <a:gd name="connsiteY6" fmla="*/ 0 h 2556892"/>
                <a:gd name="connsiteX7" fmla="*/ 2145931 w 2890059"/>
                <a:gd name="connsiteY7" fmla="*/ 92843 h 2556892"/>
                <a:gd name="connsiteX8" fmla="*/ 2145711 w 2890059"/>
                <a:gd name="connsiteY8" fmla="*/ 95772 h 2556892"/>
                <a:gd name="connsiteX9" fmla="*/ 2342226 w 2890059"/>
                <a:gd name="connsiteY9" fmla="*/ 146169 h 2556892"/>
                <a:gd name="connsiteX10" fmla="*/ 2509101 w 2890059"/>
                <a:gd name="connsiteY10" fmla="*/ 214666 h 2556892"/>
                <a:gd name="connsiteX11" fmla="*/ 2625868 w 2890059"/>
                <a:gd name="connsiteY11" fmla="*/ 296494 h 2556892"/>
                <a:gd name="connsiteX12" fmla="*/ 2692066 w 2890059"/>
                <a:gd name="connsiteY12" fmla="*/ 382460 h 2556892"/>
                <a:gd name="connsiteX13" fmla="*/ 2730222 w 2890059"/>
                <a:gd name="connsiteY13" fmla="*/ 459692 h 2556892"/>
                <a:gd name="connsiteX14" fmla="*/ 2761023 w 2890059"/>
                <a:gd name="connsiteY14" fmla="*/ 561747 h 2556892"/>
                <a:gd name="connsiteX15" fmla="*/ 2784008 w 2890059"/>
                <a:gd name="connsiteY15" fmla="*/ 666102 h 2556892"/>
                <a:gd name="connsiteX16" fmla="*/ 2803776 w 2890059"/>
                <a:gd name="connsiteY16" fmla="*/ 779650 h 2556892"/>
                <a:gd name="connsiteX17" fmla="*/ 2822164 w 2890059"/>
                <a:gd name="connsiteY17" fmla="*/ 882626 h 2556892"/>
                <a:gd name="connsiteX18" fmla="*/ 2829060 w 2890059"/>
                <a:gd name="connsiteY18" fmla="*/ 938251 h 2556892"/>
                <a:gd name="connsiteX19" fmla="*/ 2852045 w 2890059"/>
                <a:gd name="connsiteY19" fmla="*/ 1122135 h 2556892"/>
                <a:gd name="connsiteX20" fmla="*/ 2869514 w 2890059"/>
                <a:gd name="connsiteY20" fmla="*/ 1265565 h 2556892"/>
                <a:gd name="connsiteX21" fmla="*/ 2879628 w 2890059"/>
                <a:gd name="connsiteY21" fmla="*/ 1355208 h 2556892"/>
                <a:gd name="connsiteX22" fmla="*/ 2886064 w 2890059"/>
                <a:gd name="connsiteY22" fmla="*/ 1424625 h 2556892"/>
                <a:gd name="connsiteX23" fmla="*/ 2872273 w 2890059"/>
                <a:gd name="connsiteY23" fmla="*/ 1444852 h 2556892"/>
                <a:gd name="connsiteX24" fmla="*/ 2447500 w 2890059"/>
                <a:gd name="connsiteY24" fmla="*/ 1641608 h 2556892"/>
                <a:gd name="connsiteX25" fmla="*/ 2446581 w 2890059"/>
                <a:gd name="connsiteY25" fmla="*/ 1783659 h 2556892"/>
                <a:gd name="connsiteX26" fmla="*/ 2451178 w 2890059"/>
                <a:gd name="connsiteY26" fmla="*/ 2127522 h 2556892"/>
                <a:gd name="connsiteX27" fmla="*/ 2457614 w 2890059"/>
                <a:gd name="connsiteY27" fmla="*/ 2556892 h 2556892"/>
                <a:gd name="connsiteX28" fmla="*/ 1261906 w 2890059"/>
                <a:gd name="connsiteY28" fmla="*/ 2556892 h 2556892"/>
                <a:gd name="connsiteX29" fmla="*/ 1281674 w 2890059"/>
                <a:gd name="connsiteY29" fmla="*/ 2299914 h 2556892"/>
                <a:gd name="connsiteX30" fmla="*/ 1306498 w 2890059"/>
                <a:gd name="connsiteY30" fmla="*/ 2083390 h 2556892"/>
                <a:gd name="connsiteX31" fmla="*/ 1330403 w 2890059"/>
                <a:gd name="connsiteY31" fmla="*/ 1927088 h 2556892"/>
                <a:gd name="connsiteX32" fmla="*/ 1372696 w 2890059"/>
                <a:gd name="connsiteY32" fmla="*/ 1718839 h 2556892"/>
                <a:gd name="connsiteX33" fmla="*/ 1406255 w 2890059"/>
                <a:gd name="connsiteY33" fmla="*/ 1619082 h 2556892"/>
                <a:gd name="connsiteX34" fmla="*/ 1413611 w 2890059"/>
                <a:gd name="connsiteY34" fmla="*/ 1591040 h 2556892"/>
                <a:gd name="connsiteX35" fmla="*/ 1319370 w 2890059"/>
                <a:gd name="connsiteY35" fmla="*/ 1212698 h 2556892"/>
                <a:gd name="connsiteX36" fmla="*/ 1287650 w 2890059"/>
                <a:gd name="connsiteY36" fmla="*/ 1086737 h 2556892"/>
                <a:gd name="connsiteX37" fmla="*/ 1126291 w 2890059"/>
                <a:gd name="connsiteY37" fmla="*/ 1342336 h 2556892"/>
                <a:gd name="connsiteX38" fmla="*/ 961255 w 2890059"/>
                <a:gd name="connsiteY38" fmla="*/ 1506453 h 2556892"/>
                <a:gd name="connsiteX39" fmla="*/ 764959 w 2890059"/>
                <a:gd name="connsiteY39" fmla="*/ 1636091 h 2556892"/>
                <a:gd name="connsiteX40" fmla="*/ 493729 w 2890059"/>
                <a:gd name="connsiteY40" fmla="*/ 1753318 h 2556892"/>
                <a:gd name="connsiteX41" fmla="*/ 271689 w 2890059"/>
                <a:gd name="connsiteY41" fmla="*/ 1791474 h 2556892"/>
                <a:gd name="connsiteX42" fmla="*/ 81829 w 2890059"/>
                <a:gd name="connsiteY42" fmla="*/ 1787336 h 2556892"/>
                <a:gd name="connsiteX43" fmla="*/ 0 w 2890059"/>
                <a:gd name="connsiteY43" fmla="*/ 1591499 h 2556892"/>
                <a:gd name="connsiteX44" fmla="*/ 47350 w 2890059"/>
                <a:gd name="connsiteY44" fmla="*/ 1572192 h 2556892"/>
                <a:gd name="connsiteX45" fmla="*/ 307087 w 2890059"/>
                <a:gd name="connsiteY45" fmla="*/ 1484387 h 2556892"/>
                <a:gd name="connsiteX46" fmla="*/ 416958 w 2890059"/>
                <a:gd name="connsiteY46" fmla="*/ 1438416 h 2556892"/>
                <a:gd name="connsiteX47" fmla="*/ 575558 w 2890059"/>
                <a:gd name="connsiteY47" fmla="*/ 1349692 h 2556892"/>
                <a:gd name="connsiteX48" fmla="*/ 782428 w 2890059"/>
                <a:gd name="connsiteY48" fmla="*/ 1212698 h 2556892"/>
                <a:gd name="connsiteX49" fmla="*/ 834835 w 2890059"/>
                <a:gd name="connsiteY49" fmla="*/ 1149718 h 2556892"/>
                <a:gd name="connsiteX50" fmla="*/ 1002629 w 2890059"/>
                <a:gd name="connsiteY50" fmla="*/ 829759 h 2556892"/>
                <a:gd name="connsiteX51" fmla="*/ 1144680 w 2890059"/>
                <a:gd name="connsiteY51" fmla="*/ 462450 h 2556892"/>
                <a:gd name="connsiteX52" fmla="*/ 1237082 w 2890059"/>
                <a:gd name="connsiteY52" fmla="*/ 327755 h 2556892"/>
                <a:gd name="connsiteX53" fmla="*/ 1397521 w 2890059"/>
                <a:gd name="connsiteY53" fmla="*/ 243628 h 2556892"/>
                <a:gd name="connsiteX54" fmla="*/ 1537732 w 2890059"/>
                <a:gd name="connsiteY54" fmla="*/ 170074 h 2556892"/>
                <a:gd name="connsiteX55" fmla="*/ 1592898 w 2890059"/>
                <a:gd name="connsiteY55" fmla="*/ 129160 h 2556892"/>
                <a:gd name="connsiteX56" fmla="*/ 1683262 w 2890059"/>
                <a:gd name="connsiteY56" fmla="*/ 35759 h 2556892"/>
                <a:gd name="connsiteX57" fmla="*/ 1777702 w 2890059"/>
                <a:gd name="connsiteY57" fmla="*/ 139274 h 2556892"/>
                <a:gd name="connsiteX58" fmla="*/ 1911938 w 2890059"/>
                <a:gd name="connsiteY58" fmla="*/ 215126 h 2556892"/>
                <a:gd name="connsiteX59" fmla="*/ 1955706 w 2890059"/>
                <a:gd name="connsiteY59" fmla="*/ 233819 h 2556892"/>
                <a:gd name="connsiteX60" fmla="*/ 1966643 w 2890059"/>
                <a:gd name="connsiteY60" fmla="*/ 230756 h 2556892"/>
                <a:gd name="connsiteX61" fmla="*/ 1969287 w 2890059"/>
                <a:gd name="connsiteY61" fmla="*/ 230053 h 2556892"/>
                <a:gd name="connsiteX62" fmla="*/ 2019050 w 2890059"/>
                <a:gd name="connsiteY62" fmla="*/ 186624 h 2556892"/>
                <a:gd name="connsiteX63" fmla="*/ 2082031 w 2890059"/>
                <a:gd name="connsiteY63" fmla="*/ 93762 h 2556892"/>
                <a:gd name="connsiteX64" fmla="*/ 2086941 w 2890059"/>
                <a:gd name="connsiteY64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03776 w 2887840"/>
                <a:gd name="connsiteY16" fmla="*/ 779650 h 2556892"/>
                <a:gd name="connsiteX17" fmla="*/ 2822164 w 2887840"/>
                <a:gd name="connsiteY17" fmla="*/ 882626 h 2556892"/>
                <a:gd name="connsiteX18" fmla="*/ 2829060 w 2887840"/>
                <a:gd name="connsiteY18" fmla="*/ 938251 h 2556892"/>
                <a:gd name="connsiteX19" fmla="*/ 2852045 w 2887840"/>
                <a:gd name="connsiteY19" fmla="*/ 1122135 h 2556892"/>
                <a:gd name="connsiteX20" fmla="*/ 2869514 w 2887840"/>
                <a:gd name="connsiteY20" fmla="*/ 1265565 h 2556892"/>
                <a:gd name="connsiteX21" fmla="*/ 2879628 w 2887840"/>
                <a:gd name="connsiteY21" fmla="*/ 1355208 h 2556892"/>
                <a:gd name="connsiteX22" fmla="*/ 2886064 w 2887840"/>
                <a:gd name="connsiteY22" fmla="*/ 1424625 h 2556892"/>
                <a:gd name="connsiteX23" fmla="*/ 2872273 w 2887840"/>
                <a:gd name="connsiteY23" fmla="*/ 1444852 h 2556892"/>
                <a:gd name="connsiteX24" fmla="*/ 2447500 w 2887840"/>
                <a:gd name="connsiteY24" fmla="*/ 1641608 h 2556892"/>
                <a:gd name="connsiteX25" fmla="*/ 2446581 w 2887840"/>
                <a:gd name="connsiteY25" fmla="*/ 1783659 h 2556892"/>
                <a:gd name="connsiteX26" fmla="*/ 2451178 w 2887840"/>
                <a:gd name="connsiteY26" fmla="*/ 2127522 h 2556892"/>
                <a:gd name="connsiteX27" fmla="*/ 2457614 w 2887840"/>
                <a:gd name="connsiteY27" fmla="*/ 2556892 h 2556892"/>
                <a:gd name="connsiteX28" fmla="*/ 1261906 w 2887840"/>
                <a:gd name="connsiteY28" fmla="*/ 2556892 h 2556892"/>
                <a:gd name="connsiteX29" fmla="*/ 1281674 w 2887840"/>
                <a:gd name="connsiteY29" fmla="*/ 2299914 h 2556892"/>
                <a:gd name="connsiteX30" fmla="*/ 1306498 w 2887840"/>
                <a:gd name="connsiteY30" fmla="*/ 2083390 h 2556892"/>
                <a:gd name="connsiteX31" fmla="*/ 1330403 w 2887840"/>
                <a:gd name="connsiteY31" fmla="*/ 1927088 h 2556892"/>
                <a:gd name="connsiteX32" fmla="*/ 1372696 w 2887840"/>
                <a:gd name="connsiteY32" fmla="*/ 1718839 h 2556892"/>
                <a:gd name="connsiteX33" fmla="*/ 1406255 w 2887840"/>
                <a:gd name="connsiteY33" fmla="*/ 1619082 h 2556892"/>
                <a:gd name="connsiteX34" fmla="*/ 1413611 w 2887840"/>
                <a:gd name="connsiteY34" fmla="*/ 1591040 h 2556892"/>
                <a:gd name="connsiteX35" fmla="*/ 1319370 w 2887840"/>
                <a:gd name="connsiteY35" fmla="*/ 1212698 h 2556892"/>
                <a:gd name="connsiteX36" fmla="*/ 1287650 w 2887840"/>
                <a:gd name="connsiteY36" fmla="*/ 1086737 h 2556892"/>
                <a:gd name="connsiteX37" fmla="*/ 1126291 w 2887840"/>
                <a:gd name="connsiteY37" fmla="*/ 1342336 h 2556892"/>
                <a:gd name="connsiteX38" fmla="*/ 961255 w 2887840"/>
                <a:gd name="connsiteY38" fmla="*/ 1506453 h 2556892"/>
                <a:gd name="connsiteX39" fmla="*/ 764959 w 2887840"/>
                <a:gd name="connsiteY39" fmla="*/ 1636091 h 2556892"/>
                <a:gd name="connsiteX40" fmla="*/ 493729 w 2887840"/>
                <a:gd name="connsiteY40" fmla="*/ 1753318 h 2556892"/>
                <a:gd name="connsiteX41" fmla="*/ 271689 w 2887840"/>
                <a:gd name="connsiteY41" fmla="*/ 1791474 h 2556892"/>
                <a:gd name="connsiteX42" fmla="*/ 81829 w 2887840"/>
                <a:gd name="connsiteY42" fmla="*/ 1787336 h 2556892"/>
                <a:gd name="connsiteX43" fmla="*/ 0 w 2887840"/>
                <a:gd name="connsiteY43" fmla="*/ 1591499 h 2556892"/>
                <a:gd name="connsiteX44" fmla="*/ 47350 w 2887840"/>
                <a:gd name="connsiteY44" fmla="*/ 1572192 h 2556892"/>
                <a:gd name="connsiteX45" fmla="*/ 307087 w 2887840"/>
                <a:gd name="connsiteY45" fmla="*/ 1484387 h 2556892"/>
                <a:gd name="connsiteX46" fmla="*/ 416958 w 2887840"/>
                <a:gd name="connsiteY46" fmla="*/ 1438416 h 2556892"/>
                <a:gd name="connsiteX47" fmla="*/ 575558 w 2887840"/>
                <a:gd name="connsiteY47" fmla="*/ 1349692 h 2556892"/>
                <a:gd name="connsiteX48" fmla="*/ 782428 w 2887840"/>
                <a:gd name="connsiteY48" fmla="*/ 1212698 h 2556892"/>
                <a:gd name="connsiteX49" fmla="*/ 834835 w 2887840"/>
                <a:gd name="connsiteY49" fmla="*/ 1149718 h 2556892"/>
                <a:gd name="connsiteX50" fmla="*/ 1002629 w 2887840"/>
                <a:gd name="connsiteY50" fmla="*/ 829759 h 2556892"/>
                <a:gd name="connsiteX51" fmla="*/ 1144680 w 2887840"/>
                <a:gd name="connsiteY51" fmla="*/ 462450 h 2556892"/>
                <a:gd name="connsiteX52" fmla="*/ 1237082 w 2887840"/>
                <a:gd name="connsiteY52" fmla="*/ 327755 h 2556892"/>
                <a:gd name="connsiteX53" fmla="*/ 1397521 w 2887840"/>
                <a:gd name="connsiteY53" fmla="*/ 243628 h 2556892"/>
                <a:gd name="connsiteX54" fmla="*/ 1537732 w 2887840"/>
                <a:gd name="connsiteY54" fmla="*/ 170074 h 2556892"/>
                <a:gd name="connsiteX55" fmla="*/ 1592898 w 2887840"/>
                <a:gd name="connsiteY55" fmla="*/ 129160 h 2556892"/>
                <a:gd name="connsiteX56" fmla="*/ 1683262 w 2887840"/>
                <a:gd name="connsiteY56" fmla="*/ 35759 h 2556892"/>
                <a:gd name="connsiteX57" fmla="*/ 1777702 w 2887840"/>
                <a:gd name="connsiteY57" fmla="*/ 139274 h 2556892"/>
                <a:gd name="connsiteX58" fmla="*/ 1911938 w 2887840"/>
                <a:gd name="connsiteY58" fmla="*/ 215126 h 2556892"/>
                <a:gd name="connsiteX59" fmla="*/ 1955706 w 2887840"/>
                <a:gd name="connsiteY59" fmla="*/ 233819 h 2556892"/>
                <a:gd name="connsiteX60" fmla="*/ 1966643 w 2887840"/>
                <a:gd name="connsiteY60" fmla="*/ 230756 h 2556892"/>
                <a:gd name="connsiteX61" fmla="*/ 1969287 w 2887840"/>
                <a:gd name="connsiteY61" fmla="*/ 230053 h 2556892"/>
                <a:gd name="connsiteX62" fmla="*/ 2019050 w 2887840"/>
                <a:gd name="connsiteY62" fmla="*/ 186624 h 2556892"/>
                <a:gd name="connsiteX63" fmla="*/ 2082031 w 2887840"/>
                <a:gd name="connsiteY63" fmla="*/ 93762 h 2556892"/>
                <a:gd name="connsiteX64" fmla="*/ 2086941 w 2887840"/>
                <a:gd name="connsiteY64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03776 w 2887840"/>
                <a:gd name="connsiteY16" fmla="*/ 779650 h 2556892"/>
                <a:gd name="connsiteX17" fmla="*/ 2829060 w 2887840"/>
                <a:gd name="connsiteY17" fmla="*/ 938251 h 2556892"/>
                <a:gd name="connsiteX18" fmla="*/ 2852045 w 2887840"/>
                <a:gd name="connsiteY18" fmla="*/ 1122135 h 2556892"/>
                <a:gd name="connsiteX19" fmla="*/ 2869514 w 2887840"/>
                <a:gd name="connsiteY19" fmla="*/ 1265565 h 2556892"/>
                <a:gd name="connsiteX20" fmla="*/ 2879628 w 2887840"/>
                <a:gd name="connsiteY20" fmla="*/ 1355208 h 2556892"/>
                <a:gd name="connsiteX21" fmla="*/ 2886064 w 2887840"/>
                <a:gd name="connsiteY21" fmla="*/ 1424625 h 2556892"/>
                <a:gd name="connsiteX22" fmla="*/ 2872273 w 2887840"/>
                <a:gd name="connsiteY22" fmla="*/ 1444852 h 2556892"/>
                <a:gd name="connsiteX23" fmla="*/ 2447500 w 2887840"/>
                <a:gd name="connsiteY23" fmla="*/ 1641608 h 2556892"/>
                <a:gd name="connsiteX24" fmla="*/ 2446581 w 2887840"/>
                <a:gd name="connsiteY24" fmla="*/ 1783659 h 2556892"/>
                <a:gd name="connsiteX25" fmla="*/ 2451178 w 2887840"/>
                <a:gd name="connsiteY25" fmla="*/ 2127522 h 2556892"/>
                <a:gd name="connsiteX26" fmla="*/ 2457614 w 2887840"/>
                <a:gd name="connsiteY26" fmla="*/ 2556892 h 2556892"/>
                <a:gd name="connsiteX27" fmla="*/ 1261906 w 2887840"/>
                <a:gd name="connsiteY27" fmla="*/ 2556892 h 2556892"/>
                <a:gd name="connsiteX28" fmla="*/ 1281674 w 2887840"/>
                <a:gd name="connsiteY28" fmla="*/ 2299914 h 2556892"/>
                <a:gd name="connsiteX29" fmla="*/ 1306498 w 2887840"/>
                <a:gd name="connsiteY29" fmla="*/ 2083390 h 2556892"/>
                <a:gd name="connsiteX30" fmla="*/ 1330403 w 2887840"/>
                <a:gd name="connsiteY30" fmla="*/ 1927088 h 2556892"/>
                <a:gd name="connsiteX31" fmla="*/ 1372696 w 2887840"/>
                <a:gd name="connsiteY31" fmla="*/ 1718839 h 2556892"/>
                <a:gd name="connsiteX32" fmla="*/ 1406255 w 2887840"/>
                <a:gd name="connsiteY32" fmla="*/ 1619082 h 2556892"/>
                <a:gd name="connsiteX33" fmla="*/ 1413611 w 2887840"/>
                <a:gd name="connsiteY33" fmla="*/ 1591040 h 2556892"/>
                <a:gd name="connsiteX34" fmla="*/ 1319370 w 2887840"/>
                <a:gd name="connsiteY34" fmla="*/ 1212698 h 2556892"/>
                <a:gd name="connsiteX35" fmla="*/ 1287650 w 2887840"/>
                <a:gd name="connsiteY35" fmla="*/ 1086737 h 2556892"/>
                <a:gd name="connsiteX36" fmla="*/ 1126291 w 2887840"/>
                <a:gd name="connsiteY36" fmla="*/ 1342336 h 2556892"/>
                <a:gd name="connsiteX37" fmla="*/ 961255 w 2887840"/>
                <a:gd name="connsiteY37" fmla="*/ 1506453 h 2556892"/>
                <a:gd name="connsiteX38" fmla="*/ 764959 w 2887840"/>
                <a:gd name="connsiteY38" fmla="*/ 1636091 h 2556892"/>
                <a:gd name="connsiteX39" fmla="*/ 493729 w 2887840"/>
                <a:gd name="connsiteY39" fmla="*/ 1753318 h 2556892"/>
                <a:gd name="connsiteX40" fmla="*/ 271689 w 2887840"/>
                <a:gd name="connsiteY40" fmla="*/ 1791474 h 2556892"/>
                <a:gd name="connsiteX41" fmla="*/ 81829 w 2887840"/>
                <a:gd name="connsiteY41" fmla="*/ 1787336 h 2556892"/>
                <a:gd name="connsiteX42" fmla="*/ 0 w 2887840"/>
                <a:gd name="connsiteY42" fmla="*/ 1591499 h 2556892"/>
                <a:gd name="connsiteX43" fmla="*/ 47350 w 2887840"/>
                <a:gd name="connsiteY43" fmla="*/ 1572192 h 2556892"/>
                <a:gd name="connsiteX44" fmla="*/ 307087 w 2887840"/>
                <a:gd name="connsiteY44" fmla="*/ 1484387 h 2556892"/>
                <a:gd name="connsiteX45" fmla="*/ 416958 w 2887840"/>
                <a:gd name="connsiteY45" fmla="*/ 1438416 h 2556892"/>
                <a:gd name="connsiteX46" fmla="*/ 575558 w 2887840"/>
                <a:gd name="connsiteY46" fmla="*/ 1349692 h 2556892"/>
                <a:gd name="connsiteX47" fmla="*/ 782428 w 2887840"/>
                <a:gd name="connsiteY47" fmla="*/ 1212698 h 2556892"/>
                <a:gd name="connsiteX48" fmla="*/ 834835 w 2887840"/>
                <a:gd name="connsiteY48" fmla="*/ 1149718 h 2556892"/>
                <a:gd name="connsiteX49" fmla="*/ 1002629 w 2887840"/>
                <a:gd name="connsiteY49" fmla="*/ 829759 h 2556892"/>
                <a:gd name="connsiteX50" fmla="*/ 1144680 w 2887840"/>
                <a:gd name="connsiteY50" fmla="*/ 462450 h 2556892"/>
                <a:gd name="connsiteX51" fmla="*/ 1237082 w 2887840"/>
                <a:gd name="connsiteY51" fmla="*/ 327755 h 2556892"/>
                <a:gd name="connsiteX52" fmla="*/ 1397521 w 2887840"/>
                <a:gd name="connsiteY52" fmla="*/ 243628 h 2556892"/>
                <a:gd name="connsiteX53" fmla="*/ 1537732 w 2887840"/>
                <a:gd name="connsiteY53" fmla="*/ 170074 h 2556892"/>
                <a:gd name="connsiteX54" fmla="*/ 1592898 w 2887840"/>
                <a:gd name="connsiteY54" fmla="*/ 129160 h 2556892"/>
                <a:gd name="connsiteX55" fmla="*/ 1683262 w 2887840"/>
                <a:gd name="connsiteY55" fmla="*/ 35759 h 2556892"/>
                <a:gd name="connsiteX56" fmla="*/ 1777702 w 2887840"/>
                <a:gd name="connsiteY56" fmla="*/ 139274 h 2556892"/>
                <a:gd name="connsiteX57" fmla="*/ 1911938 w 2887840"/>
                <a:gd name="connsiteY57" fmla="*/ 215126 h 2556892"/>
                <a:gd name="connsiteX58" fmla="*/ 1955706 w 2887840"/>
                <a:gd name="connsiteY58" fmla="*/ 233819 h 2556892"/>
                <a:gd name="connsiteX59" fmla="*/ 1966643 w 2887840"/>
                <a:gd name="connsiteY59" fmla="*/ 230756 h 2556892"/>
                <a:gd name="connsiteX60" fmla="*/ 1969287 w 2887840"/>
                <a:gd name="connsiteY60" fmla="*/ 230053 h 2556892"/>
                <a:gd name="connsiteX61" fmla="*/ 2019050 w 2887840"/>
                <a:gd name="connsiteY61" fmla="*/ 186624 h 2556892"/>
                <a:gd name="connsiteX62" fmla="*/ 2082031 w 2887840"/>
                <a:gd name="connsiteY62" fmla="*/ 93762 h 2556892"/>
                <a:gd name="connsiteX63" fmla="*/ 2086941 w 2887840"/>
                <a:gd name="connsiteY63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29060 w 2887840"/>
                <a:gd name="connsiteY16" fmla="*/ 938251 h 2556892"/>
                <a:gd name="connsiteX17" fmla="*/ 2852045 w 2887840"/>
                <a:gd name="connsiteY17" fmla="*/ 1122135 h 2556892"/>
                <a:gd name="connsiteX18" fmla="*/ 2869514 w 2887840"/>
                <a:gd name="connsiteY18" fmla="*/ 1265565 h 2556892"/>
                <a:gd name="connsiteX19" fmla="*/ 2879628 w 2887840"/>
                <a:gd name="connsiteY19" fmla="*/ 1355208 h 2556892"/>
                <a:gd name="connsiteX20" fmla="*/ 2886064 w 2887840"/>
                <a:gd name="connsiteY20" fmla="*/ 1424625 h 2556892"/>
                <a:gd name="connsiteX21" fmla="*/ 2872273 w 2887840"/>
                <a:gd name="connsiteY21" fmla="*/ 1444852 h 2556892"/>
                <a:gd name="connsiteX22" fmla="*/ 2447500 w 2887840"/>
                <a:gd name="connsiteY22" fmla="*/ 1641608 h 2556892"/>
                <a:gd name="connsiteX23" fmla="*/ 2446581 w 2887840"/>
                <a:gd name="connsiteY23" fmla="*/ 1783659 h 2556892"/>
                <a:gd name="connsiteX24" fmla="*/ 2451178 w 2887840"/>
                <a:gd name="connsiteY24" fmla="*/ 2127522 h 2556892"/>
                <a:gd name="connsiteX25" fmla="*/ 2457614 w 2887840"/>
                <a:gd name="connsiteY25" fmla="*/ 2556892 h 2556892"/>
                <a:gd name="connsiteX26" fmla="*/ 1261906 w 2887840"/>
                <a:gd name="connsiteY26" fmla="*/ 2556892 h 2556892"/>
                <a:gd name="connsiteX27" fmla="*/ 1281674 w 2887840"/>
                <a:gd name="connsiteY27" fmla="*/ 2299914 h 2556892"/>
                <a:gd name="connsiteX28" fmla="*/ 1306498 w 2887840"/>
                <a:gd name="connsiteY28" fmla="*/ 2083390 h 2556892"/>
                <a:gd name="connsiteX29" fmla="*/ 1330403 w 2887840"/>
                <a:gd name="connsiteY29" fmla="*/ 1927088 h 2556892"/>
                <a:gd name="connsiteX30" fmla="*/ 1372696 w 2887840"/>
                <a:gd name="connsiteY30" fmla="*/ 1718839 h 2556892"/>
                <a:gd name="connsiteX31" fmla="*/ 1406255 w 2887840"/>
                <a:gd name="connsiteY31" fmla="*/ 1619082 h 2556892"/>
                <a:gd name="connsiteX32" fmla="*/ 1413611 w 2887840"/>
                <a:gd name="connsiteY32" fmla="*/ 1591040 h 2556892"/>
                <a:gd name="connsiteX33" fmla="*/ 1319370 w 2887840"/>
                <a:gd name="connsiteY33" fmla="*/ 1212698 h 2556892"/>
                <a:gd name="connsiteX34" fmla="*/ 1287650 w 2887840"/>
                <a:gd name="connsiteY34" fmla="*/ 1086737 h 2556892"/>
                <a:gd name="connsiteX35" fmla="*/ 1126291 w 2887840"/>
                <a:gd name="connsiteY35" fmla="*/ 1342336 h 2556892"/>
                <a:gd name="connsiteX36" fmla="*/ 961255 w 2887840"/>
                <a:gd name="connsiteY36" fmla="*/ 1506453 h 2556892"/>
                <a:gd name="connsiteX37" fmla="*/ 764959 w 2887840"/>
                <a:gd name="connsiteY37" fmla="*/ 1636091 h 2556892"/>
                <a:gd name="connsiteX38" fmla="*/ 493729 w 2887840"/>
                <a:gd name="connsiteY38" fmla="*/ 1753318 h 2556892"/>
                <a:gd name="connsiteX39" fmla="*/ 271689 w 2887840"/>
                <a:gd name="connsiteY39" fmla="*/ 1791474 h 2556892"/>
                <a:gd name="connsiteX40" fmla="*/ 81829 w 2887840"/>
                <a:gd name="connsiteY40" fmla="*/ 1787336 h 2556892"/>
                <a:gd name="connsiteX41" fmla="*/ 0 w 2887840"/>
                <a:gd name="connsiteY41" fmla="*/ 1591499 h 2556892"/>
                <a:gd name="connsiteX42" fmla="*/ 47350 w 2887840"/>
                <a:gd name="connsiteY42" fmla="*/ 1572192 h 2556892"/>
                <a:gd name="connsiteX43" fmla="*/ 307087 w 2887840"/>
                <a:gd name="connsiteY43" fmla="*/ 1484387 h 2556892"/>
                <a:gd name="connsiteX44" fmla="*/ 416958 w 2887840"/>
                <a:gd name="connsiteY44" fmla="*/ 1438416 h 2556892"/>
                <a:gd name="connsiteX45" fmla="*/ 575558 w 2887840"/>
                <a:gd name="connsiteY45" fmla="*/ 1349692 h 2556892"/>
                <a:gd name="connsiteX46" fmla="*/ 782428 w 2887840"/>
                <a:gd name="connsiteY46" fmla="*/ 1212698 h 2556892"/>
                <a:gd name="connsiteX47" fmla="*/ 834835 w 2887840"/>
                <a:gd name="connsiteY47" fmla="*/ 1149718 h 2556892"/>
                <a:gd name="connsiteX48" fmla="*/ 1002629 w 2887840"/>
                <a:gd name="connsiteY48" fmla="*/ 829759 h 2556892"/>
                <a:gd name="connsiteX49" fmla="*/ 1144680 w 2887840"/>
                <a:gd name="connsiteY49" fmla="*/ 462450 h 2556892"/>
                <a:gd name="connsiteX50" fmla="*/ 1237082 w 2887840"/>
                <a:gd name="connsiteY50" fmla="*/ 327755 h 2556892"/>
                <a:gd name="connsiteX51" fmla="*/ 1397521 w 2887840"/>
                <a:gd name="connsiteY51" fmla="*/ 243628 h 2556892"/>
                <a:gd name="connsiteX52" fmla="*/ 1537732 w 2887840"/>
                <a:gd name="connsiteY52" fmla="*/ 170074 h 2556892"/>
                <a:gd name="connsiteX53" fmla="*/ 1592898 w 2887840"/>
                <a:gd name="connsiteY53" fmla="*/ 129160 h 2556892"/>
                <a:gd name="connsiteX54" fmla="*/ 1683262 w 2887840"/>
                <a:gd name="connsiteY54" fmla="*/ 35759 h 2556892"/>
                <a:gd name="connsiteX55" fmla="*/ 1777702 w 2887840"/>
                <a:gd name="connsiteY55" fmla="*/ 139274 h 2556892"/>
                <a:gd name="connsiteX56" fmla="*/ 1911938 w 2887840"/>
                <a:gd name="connsiteY56" fmla="*/ 215126 h 2556892"/>
                <a:gd name="connsiteX57" fmla="*/ 1955706 w 2887840"/>
                <a:gd name="connsiteY57" fmla="*/ 233819 h 2556892"/>
                <a:gd name="connsiteX58" fmla="*/ 1966643 w 2887840"/>
                <a:gd name="connsiteY58" fmla="*/ 230756 h 2556892"/>
                <a:gd name="connsiteX59" fmla="*/ 1969287 w 2887840"/>
                <a:gd name="connsiteY59" fmla="*/ 230053 h 2556892"/>
                <a:gd name="connsiteX60" fmla="*/ 2019050 w 2887840"/>
                <a:gd name="connsiteY60" fmla="*/ 186624 h 2556892"/>
                <a:gd name="connsiteX61" fmla="*/ 2082031 w 2887840"/>
                <a:gd name="connsiteY61" fmla="*/ 93762 h 2556892"/>
                <a:gd name="connsiteX62" fmla="*/ 2086941 w 2887840"/>
                <a:gd name="connsiteY62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29060 w 2887840"/>
                <a:gd name="connsiteY16" fmla="*/ 938251 h 2556892"/>
                <a:gd name="connsiteX17" fmla="*/ 2869514 w 2887840"/>
                <a:gd name="connsiteY17" fmla="*/ 1265565 h 2556892"/>
                <a:gd name="connsiteX18" fmla="*/ 2879628 w 2887840"/>
                <a:gd name="connsiteY18" fmla="*/ 1355208 h 2556892"/>
                <a:gd name="connsiteX19" fmla="*/ 2886064 w 2887840"/>
                <a:gd name="connsiteY19" fmla="*/ 1424625 h 2556892"/>
                <a:gd name="connsiteX20" fmla="*/ 2872273 w 2887840"/>
                <a:gd name="connsiteY20" fmla="*/ 1444852 h 2556892"/>
                <a:gd name="connsiteX21" fmla="*/ 2447500 w 2887840"/>
                <a:gd name="connsiteY21" fmla="*/ 1641608 h 2556892"/>
                <a:gd name="connsiteX22" fmla="*/ 2446581 w 2887840"/>
                <a:gd name="connsiteY22" fmla="*/ 1783659 h 2556892"/>
                <a:gd name="connsiteX23" fmla="*/ 2451178 w 2887840"/>
                <a:gd name="connsiteY23" fmla="*/ 2127522 h 2556892"/>
                <a:gd name="connsiteX24" fmla="*/ 2457614 w 2887840"/>
                <a:gd name="connsiteY24" fmla="*/ 2556892 h 2556892"/>
                <a:gd name="connsiteX25" fmla="*/ 1261906 w 2887840"/>
                <a:gd name="connsiteY25" fmla="*/ 2556892 h 2556892"/>
                <a:gd name="connsiteX26" fmla="*/ 1281674 w 2887840"/>
                <a:gd name="connsiteY26" fmla="*/ 2299914 h 2556892"/>
                <a:gd name="connsiteX27" fmla="*/ 1306498 w 2887840"/>
                <a:gd name="connsiteY27" fmla="*/ 2083390 h 2556892"/>
                <a:gd name="connsiteX28" fmla="*/ 1330403 w 2887840"/>
                <a:gd name="connsiteY28" fmla="*/ 1927088 h 2556892"/>
                <a:gd name="connsiteX29" fmla="*/ 1372696 w 2887840"/>
                <a:gd name="connsiteY29" fmla="*/ 1718839 h 2556892"/>
                <a:gd name="connsiteX30" fmla="*/ 1406255 w 2887840"/>
                <a:gd name="connsiteY30" fmla="*/ 1619082 h 2556892"/>
                <a:gd name="connsiteX31" fmla="*/ 1413611 w 2887840"/>
                <a:gd name="connsiteY31" fmla="*/ 1591040 h 2556892"/>
                <a:gd name="connsiteX32" fmla="*/ 1319370 w 2887840"/>
                <a:gd name="connsiteY32" fmla="*/ 1212698 h 2556892"/>
                <a:gd name="connsiteX33" fmla="*/ 1287650 w 2887840"/>
                <a:gd name="connsiteY33" fmla="*/ 1086737 h 2556892"/>
                <a:gd name="connsiteX34" fmla="*/ 1126291 w 2887840"/>
                <a:gd name="connsiteY34" fmla="*/ 1342336 h 2556892"/>
                <a:gd name="connsiteX35" fmla="*/ 961255 w 2887840"/>
                <a:gd name="connsiteY35" fmla="*/ 1506453 h 2556892"/>
                <a:gd name="connsiteX36" fmla="*/ 764959 w 2887840"/>
                <a:gd name="connsiteY36" fmla="*/ 1636091 h 2556892"/>
                <a:gd name="connsiteX37" fmla="*/ 493729 w 2887840"/>
                <a:gd name="connsiteY37" fmla="*/ 1753318 h 2556892"/>
                <a:gd name="connsiteX38" fmla="*/ 271689 w 2887840"/>
                <a:gd name="connsiteY38" fmla="*/ 1791474 h 2556892"/>
                <a:gd name="connsiteX39" fmla="*/ 81829 w 2887840"/>
                <a:gd name="connsiteY39" fmla="*/ 1787336 h 2556892"/>
                <a:gd name="connsiteX40" fmla="*/ 0 w 2887840"/>
                <a:gd name="connsiteY40" fmla="*/ 1591499 h 2556892"/>
                <a:gd name="connsiteX41" fmla="*/ 47350 w 2887840"/>
                <a:gd name="connsiteY41" fmla="*/ 1572192 h 2556892"/>
                <a:gd name="connsiteX42" fmla="*/ 307087 w 2887840"/>
                <a:gd name="connsiteY42" fmla="*/ 1484387 h 2556892"/>
                <a:gd name="connsiteX43" fmla="*/ 416958 w 2887840"/>
                <a:gd name="connsiteY43" fmla="*/ 1438416 h 2556892"/>
                <a:gd name="connsiteX44" fmla="*/ 575558 w 2887840"/>
                <a:gd name="connsiteY44" fmla="*/ 1349692 h 2556892"/>
                <a:gd name="connsiteX45" fmla="*/ 782428 w 2887840"/>
                <a:gd name="connsiteY45" fmla="*/ 1212698 h 2556892"/>
                <a:gd name="connsiteX46" fmla="*/ 834835 w 2887840"/>
                <a:gd name="connsiteY46" fmla="*/ 1149718 h 2556892"/>
                <a:gd name="connsiteX47" fmla="*/ 1002629 w 2887840"/>
                <a:gd name="connsiteY47" fmla="*/ 829759 h 2556892"/>
                <a:gd name="connsiteX48" fmla="*/ 1144680 w 2887840"/>
                <a:gd name="connsiteY48" fmla="*/ 462450 h 2556892"/>
                <a:gd name="connsiteX49" fmla="*/ 1237082 w 2887840"/>
                <a:gd name="connsiteY49" fmla="*/ 327755 h 2556892"/>
                <a:gd name="connsiteX50" fmla="*/ 1397521 w 2887840"/>
                <a:gd name="connsiteY50" fmla="*/ 243628 h 2556892"/>
                <a:gd name="connsiteX51" fmla="*/ 1537732 w 2887840"/>
                <a:gd name="connsiteY51" fmla="*/ 170074 h 2556892"/>
                <a:gd name="connsiteX52" fmla="*/ 1592898 w 2887840"/>
                <a:gd name="connsiteY52" fmla="*/ 129160 h 2556892"/>
                <a:gd name="connsiteX53" fmla="*/ 1683262 w 2887840"/>
                <a:gd name="connsiteY53" fmla="*/ 35759 h 2556892"/>
                <a:gd name="connsiteX54" fmla="*/ 1777702 w 2887840"/>
                <a:gd name="connsiteY54" fmla="*/ 139274 h 2556892"/>
                <a:gd name="connsiteX55" fmla="*/ 1911938 w 2887840"/>
                <a:gd name="connsiteY55" fmla="*/ 215126 h 2556892"/>
                <a:gd name="connsiteX56" fmla="*/ 1955706 w 2887840"/>
                <a:gd name="connsiteY56" fmla="*/ 233819 h 2556892"/>
                <a:gd name="connsiteX57" fmla="*/ 1966643 w 2887840"/>
                <a:gd name="connsiteY57" fmla="*/ 230756 h 2556892"/>
                <a:gd name="connsiteX58" fmla="*/ 1969287 w 2887840"/>
                <a:gd name="connsiteY58" fmla="*/ 230053 h 2556892"/>
                <a:gd name="connsiteX59" fmla="*/ 2019050 w 2887840"/>
                <a:gd name="connsiteY59" fmla="*/ 186624 h 2556892"/>
                <a:gd name="connsiteX60" fmla="*/ 2082031 w 2887840"/>
                <a:gd name="connsiteY60" fmla="*/ 93762 h 2556892"/>
                <a:gd name="connsiteX61" fmla="*/ 2086941 w 2887840"/>
                <a:gd name="connsiteY61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29060 w 2887840"/>
                <a:gd name="connsiteY16" fmla="*/ 938251 h 2556892"/>
                <a:gd name="connsiteX17" fmla="*/ 2879628 w 2887840"/>
                <a:gd name="connsiteY17" fmla="*/ 1355208 h 2556892"/>
                <a:gd name="connsiteX18" fmla="*/ 2886064 w 2887840"/>
                <a:gd name="connsiteY18" fmla="*/ 1424625 h 2556892"/>
                <a:gd name="connsiteX19" fmla="*/ 2872273 w 2887840"/>
                <a:gd name="connsiteY19" fmla="*/ 1444852 h 2556892"/>
                <a:gd name="connsiteX20" fmla="*/ 2447500 w 2887840"/>
                <a:gd name="connsiteY20" fmla="*/ 1641608 h 2556892"/>
                <a:gd name="connsiteX21" fmla="*/ 2446581 w 2887840"/>
                <a:gd name="connsiteY21" fmla="*/ 1783659 h 2556892"/>
                <a:gd name="connsiteX22" fmla="*/ 2451178 w 2887840"/>
                <a:gd name="connsiteY22" fmla="*/ 2127522 h 2556892"/>
                <a:gd name="connsiteX23" fmla="*/ 2457614 w 2887840"/>
                <a:gd name="connsiteY23" fmla="*/ 2556892 h 2556892"/>
                <a:gd name="connsiteX24" fmla="*/ 1261906 w 2887840"/>
                <a:gd name="connsiteY24" fmla="*/ 2556892 h 2556892"/>
                <a:gd name="connsiteX25" fmla="*/ 1281674 w 2887840"/>
                <a:gd name="connsiteY25" fmla="*/ 2299914 h 2556892"/>
                <a:gd name="connsiteX26" fmla="*/ 1306498 w 2887840"/>
                <a:gd name="connsiteY26" fmla="*/ 2083390 h 2556892"/>
                <a:gd name="connsiteX27" fmla="*/ 1330403 w 2887840"/>
                <a:gd name="connsiteY27" fmla="*/ 1927088 h 2556892"/>
                <a:gd name="connsiteX28" fmla="*/ 1372696 w 2887840"/>
                <a:gd name="connsiteY28" fmla="*/ 1718839 h 2556892"/>
                <a:gd name="connsiteX29" fmla="*/ 1406255 w 2887840"/>
                <a:gd name="connsiteY29" fmla="*/ 1619082 h 2556892"/>
                <a:gd name="connsiteX30" fmla="*/ 1413611 w 2887840"/>
                <a:gd name="connsiteY30" fmla="*/ 1591040 h 2556892"/>
                <a:gd name="connsiteX31" fmla="*/ 1319370 w 2887840"/>
                <a:gd name="connsiteY31" fmla="*/ 1212698 h 2556892"/>
                <a:gd name="connsiteX32" fmla="*/ 1287650 w 2887840"/>
                <a:gd name="connsiteY32" fmla="*/ 1086737 h 2556892"/>
                <a:gd name="connsiteX33" fmla="*/ 1126291 w 2887840"/>
                <a:gd name="connsiteY33" fmla="*/ 1342336 h 2556892"/>
                <a:gd name="connsiteX34" fmla="*/ 961255 w 2887840"/>
                <a:gd name="connsiteY34" fmla="*/ 1506453 h 2556892"/>
                <a:gd name="connsiteX35" fmla="*/ 764959 w 2887840"/>
                <a:gd name="connsiteY35" fmla="*/ 1636091 h 2556892"/>
                <a:gd name="connsiteX36" fmla="*/ 493729 w 2887840"/>
                <a:gd name="connsiteY36" fmla="*/ 1753318 h 2556892"/>
                <a:gd name="connsiteX37" fmla="*/ 271689 w 2887840"/>
                <a:gd name="connsiteY37" fmla="*/ 1791474 h 2556892"/>
                <a:gd name="connsiteX38" fmla="*/ 81829 w 2887840"/>
                <a:gd name="connsiteY38" fmla="*/ 1787336 h 2556892"/>
                <a:gd name="connsiteX39" fmla="*/ 0 w 2887840"/>
                <a:gd name="connsiteY39" fmla="*/ 1591499 h 2556892"/>
                <a:gd name="connsiteX40" fmla="*/ 47350 w 2887840"/>
                <a:gd name="connsiteY40" fmla="*/ 1572192 h 2556892"/>
                <a:gd name="connsiteX41" fmla="*/ 307087 w 2887840"/>
                <a:gd name="connsiteY41" fmla="*/ 1484387 h 2556892"/>
                <a:gd name="connsiteX42" fmla="*/ 416958 w 2887840"/>
                <a:gd name="connsiteY42" fmla="*/ 1438416 h 2556892"/>
                <a:gd name="connsiteX43" fmla="*/ 575558 w 2887840"/>
                <a:gd name="connsiteY43" fmla="*/ 1349692 h 2556892"/>
                <a:gd name="connsiteX44" fmla="*/ 782428 w 2887840"/>
                <a:gd name="connsiteY44" fmla="*/ 1212698 h 2556892"/>
                <a:gd name="connsiteX45" fmla="*/ 834835 w 2887840"/>
                <a:gd name="connsiteY45" fmla="*/ 1149718 h 2556892"/>
                <a:gd name="connsiteX46" fmla="*/ 1002629 w 2887840"/>
                <a:gd name="connsiteY46" fmla="*/ 829759 h 2556892"/>
                <a:gd name="connsiteX47" fmla="*/ 1144680 w 2887840"/>
                <a:gd name="connsiteY47" fmla="*/ 462450 h 2556892"/>
                <a:gd name="connsiteX48" fmla="*/ 1237082 w 2887840"/>
                <a:gd name="connsiteY48" fmla="*/ 327755 h 2556892"/>
                <a:gd name="connsiteX49" fmla="*/ 1397521 w 2887840"/>
                <a:gd name="connsiteY49" fmla="*/ 243628 h 2556892"/>
                <a:gd name="connsiteX50" fmla="*/ 1537732 w 2887840"/>
                <a:gd name="connsiteY50" fmla="*/ 170074 h 2556892"/>
                <a:gd name="connsiteX51" fmla="*/ 1592898 w 2887840"/>
                <a:gd name="connsiteY51" fmla="*/ 129160 h 2556892"/>
                <a:gd name="connsiteX52" fmla="*/ 1683262 w 2887840"/>
                <a:gd name="connsiteY52" fmla="*/ 35759 h 2556892"/>
                <a:gd name="connsiteX53" fmla="*/ 1777702 w 2887840"/>
                <a:gd name="connsiteY53" fmla="*/ 139274 h 2556892"/>
                <a:gd name="connsiteX54" fmla="*/ 1911938 w 2887840"/>
                <a:gd name="connsiteY54" fmla="*/ 215126 h 2556892"/>
                <a:gd name="connsiteX55" fmla="*/ 1955706 w 2887840"/>
                <a:gd name="connsiteY55" fmla="*/ 233819 h 2556892"/>
                <a:gd name="connsiteX56" fmla="*/ 1966643 w 2887840"/>
                <a:gd name="connsiteY56" fmla="*/ 230756 h 2556892"/>
                <a:gd name="connsiteX57" fmla="*/ 1969287 w 2887840"/>
                <a:gd name="connsiteY57" fmla="*/ 230053 h 2556892"/>
                <a:gd name="connsiteX58" fmla="*/ 2019050 w 2887840"/>
                <a:gd name="connsiteY58" fmla="*/ 186624 h 2556892"/>
                <a:gd name="connsiteX59" fmla="*/ 2082031 w 2887840"/>
                <a:gd name="connsiteY59" fmla="*/ 93762 h 2556892"/>
                <a:gd name="connsiteX60" fmla="*/ 2086941 w 2887840"/>
                <a:gd name="connsiteY60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29060 w 2887840"/>
                <a:gd name="connsiteY16" fmla="*/ 938251 h 2556892"/>
                <a:gd name="connsiteX17" fmla="*/ 2879628 w 2887840"/>
                <a:gd name="connsiteY17" fmla="*/ 1355208 h 2556892"/>
                <a:gd name="connsiteX18" fmla="*/ 2886064 w 2887840"/>
                <a:gd name="connsiteY18" fmla="*/ 1424625 h 2556892"/>
                <a:gd name="connsiteX19" fmla="*/ 2872273 w 2887840"/>
                <a:gd name="connsiteY19" fmla="*/ 1444852 h 2556892"/>
                <a:gd name="connsiteX20" fmla="*/ 2447500 w 2887840"/>
                <a:gd name="connsiteY20" fmla="*/ 1641608 h 2556892"/>
                <a:gd name="connsiteX21" fmla="*/ 2446581 w 2887840"/>
                <a:gd name="connsiteY21" fmla="*/ 1783659 h 2556892"/>
                <a:gd name="connsiteX22" fmla="*/ 2451178 w 2887840"/>
                <a:gd name="connsiteY22" fmla="*/ 2127522 h 2556892"/>
                <a:gd name="connsiteX23" fmla="*/ 2457614 w 2887840"/>
                <a:gd name="connsiteY23" fmla="*/ 2556892 h 2556892"/>
                <a:gd name="connsiteX24" fmla="*/ 1261906 w 2887840"/>
                <a:gd name="connsiteY24" fmla="*/ 2556892 h 2556892"/>
                <a:gd name="connsiteX25" fmla="*/ 1281674 w 2887840"/>
                <a:gd name="connsiteY25" fmla="*/ 2299914 h 2556892"/>
                <a:gd name="connsiteX26" fmla="*/ 1306498 w 2887840"/>
                <a:gd name="connsiteY26" fmla="*/ 2083390 h 2556892"/>
                <a:gd name="connsiteX27" fmla="*/ 1330403 w 2887840"/>
                <a:gd name="connsiteY27" fmla="*/ 1927088 h 2556892"/>
                <a:gd name="connsiteX28" fmla="*/ 1372696 w 2887840"/>
                <a:gd name="connsiteY28" fmla="*/ 1718839 h 2556892"/>
                <a:gd name="connsiteX29" fmla="*/ 1406255 w 2887840"/>
                <a:gd name="connsiteY29" fmla="*/ 1619082 h 2556892"/>
                <a:gd name="connsiteX30" fmla="*/ 1413611 w 2887840"/>
                <a:gd name="connsiteY30" fmla="*/ 1591040 h 2556892"/>
                <a:gd name="connsiteX31" fmla="*/ 1319370 w 2887840"/>
                <a:gd name="connsiteY31" fmla="*/ 1212698 h 2556892"/>
                <a:gd name="connsiteX32" fmla="*/ 1287650 w 2887840"/>
                <a:gd name="connsiteY32" fmla="*/ 1086737 h 2556892"/>
                <a:gd name="connsiteX33" fmla="*/ 1126291 w 2887840"/>
                <a:gd name="connsiteY33" fmla="*/ 1342336 h 2556892"/>
                <a:gd name="connsiteX34" fmla="*/ 961255 w 2887840"/>
                <a:gd name="connsiteY34" fmla="*/ 1506453 h 2556892"/>
                <a:gd name="connsiteX35" fmla="*/ 764959 w 2887840"/>
                <a:gd name="connsiteY35" fmla="*/ 1636091 h 2556892"/>
                <a:gd name="connsiteX36" fmla="*/ 493729 w 2887840"/>
                <a:gd name="connsiteY36" fmla="*/ 1753318 h 2556892"/>
                <a:gd name="connsiteX37" fmla="*/ 271689 w 2887840"/>
                <a:gd name="connsiteY37" fmla="*/ 1791474 h 2556892"/>
                <a:gd name="connsiteX38" fmla="*/ 81829 w 2887840"/>
                <a:gd name="connsiteY38" fmla="*/ 1787336 h 2556892"/>
                <a:gd name="connsiteX39" fmla="*/ 0 w 2887840"/>
                <a:gd name="connsiteY39" fmla="*/ 1591499 h 2556892"/>
                <a:gd name="connsiteX40" fmla="*/ 47350 w 2887840"/>
                <a:gd name="connsiteY40" fmla="*/ 1572192 h 2556892"/>
                <a:gd name="connsiteX41" fmla="*/ 307087 w 2887840"/>
                <a:gd name="connsiteY41" fmla="*/ 1484387 h 2556892"/>
                <a:gd name="connsiteX42" fmla="*/ 416958 w 2887840"/>
                <a:gd name="connsiteY42" fmla="*/ 1438416 h 2556892"/>
                <a:gd name="connsiteX43" fmla="*/ 575558 w 2887840"/>
                <a:gd name="connsiteY43" fmla="*/ 1349692 h 2556892"/>
                <a:gd name="connsiteX44" fmla="*/ 782428 w 2887840"/>
                <a:gd name="connsiteY44" fmla="*/ 1212698 h 2556892"/>
                <a:gd name="connsiteX45" fmla="*/ 834835 w 2887840"/>
                <a:gd name="connsiteY45" fmla="*/ 1149718 h 2556892"/>
                <a:gd name="connsiteX46" fmla="*/ 1002629 w 2887840"/>
                <a:gd name="connsiteY46" fmla="*/ 829759 h 2556892"/>
                <a:gd name="connsiteX47" fmla="*/ 1144680 w 2887840"/>
                <a:gd name="connsiteY47" fmla="*/ 462450 h 2556892"/>
                <a:gd name="connsiteX48" fmla="*/ 1237082 w 2887840"/>
                <a:gd name="connsiteY48" fmla="*/ 327755 h 2556892"/>
                <a:gd name="connsiteX49" fmla="*/ 1397521 w 2887840"/>
                <a:gd name="connsiteY49" fmla="*/ 243628 h 2556892"/>
                <a:gd name="connsiteX50" fmla="*/ 1537732 w 2887840"/>
                <a:gd name="connsiteY50" fmla="*/ 170074 h 2556892"/>
                <a:gd name="connsiteX51" fmla="*/ 1592898 w 2887840"/>
                <a:gd name="connsiteY51" fmla="*/ 129160 h 2556892"/>
                <a:gd name="connsiteX52" fmla="*/ 1683262 w 2887840"/>
                <a:gd name="connsiteY52" fmla="*/ 35759 h 2556892"/>
                <a:gd name="connsiteX53" fmla="*/ 1777702 w 2887840"/>
                <a:gd name="connsiteY53" fmla="*/ 139274 h 2556892"/>
                <a:gd name="connsiteX54" fmla="*/ 1911938 w 2887840"/>
                <a:gd name="connsiteY54" fmla="*/ 215126 h 2556892"/>
                <a:gd name="connsiteX55" fmla="*/ 1955706 w 2887840"/>
                <a:gd name="connsiteY55" fmla="*/ 233819 h 2556892"/>
                <a:gd name="connsiteX56" fmla="*/ 1966643 w 2887840"/>
                <a:gd name="connsiteY56" fmla="*/ 230756 h 2556892"/>
                <a:gd name="connsiteX57" fmla="*/ 2019050 w 2887840"/>
                <a:gd name="connsiteY57" fmla="*/ 186624 h 2556892"/>
                <a:gd name="connsiteX58" fmla="*/ 2082031 w 2887840"/>
                <a:gd name="connsiteY58" fmla="*/ 93762 h 2556892"/>
                <a:gd name="connsiteX59" fmla="*/ 2086941 w 2887840"/>
                <a:gd name="connsiteY59" fmla="*/ 0 h 2556892"/>
                <a:gd name="connsiteX0" fmla="*/ 2501286 w 2887840"/>
                <a:gd name="connsiteY0" fmla="*/ 1100528 h 2556892"/>
                <a:gd name="connsiteX1" fmla="*/ 2492092 w 2887840"/>
                <a:gd name="connsiteY1" fmla="*/ 1180518 h 2556892"/>
                <a:gd name="connsiteX2" fmla="*/ 2452097 w 2887840"/>
                <a:gd name="connsiteY2" fmla="*/ 1334981 h 2556892"/>
                <a:gd name="connsiteX3" fmla="*/ 2526110 w 2887840"/>
                <a:gd name="connsiteY3" fmla="*/ 1243499 h 2556892"/>
                <a:gd name="connsiteX4" fmla="*/ 2505883 w 2887840"/>
                <a:gd name="connsiteY4" fmla="*/ 1129031 h 2556892"/>
                <a:gd name="connsiteX5" fmla="*/ 2501286 w 2887840"/>
                <a:gd name="connsiteY5" fmla="*/ 1100528 h 2556892"/>
                <a:gd name="connsiteX6" fmla="*/ 2086941 w 2887840"/>
                <a:gd name="connsiteY6" fmla="*/ 0 h 2556892"/>
                <a:gd name="connsiteX7" fmla="*/ 2145931 w 2887840"/>
                <a:gd name="connsiteY7" fmla="*/ 92843 h 2556892"/>
                <a:gd name="connsiteX8" fmla="*/ 2145711 w 2887840"/>
                <a:gd name="connsiteY8" fmla="*/ 95772 h 2556892"/>
                <a:gd name="connsiteX9" fmla="*/ 2342226 w 2887840"/>
                <a:gd name="connsiteY9" fmla="*/ 146169 h 2556892"/>
                <a:gd name="connsiteX10" fmla="*/ 2509101 w 2887840"/>
                <a:gd name="connsiteY10" fmla="*/ 214666 h 2556892"/>
                <a:gd name="connsiteX11" fmla="*/ 2625868 w 2887840"/>
                <a:gd name="connsiteY11" fmla="*/ 296494 h 2556892"/>
                <a:gd name="connsiteX12" fmla="*/ 2692066 w 2887840"/>
                <a:gd name="connsiteY12" fmla="*/ 382460 h 2556892"/>
                <a:gd name="connsiteX13" fmla="*/ 2730222 w 2887840"/>
                <a:gd name="connsiteY13" fmla="*/ 459692 h 2556892"/>
                <a:gd name="connsiteX14" fmla="*/ 2761023 w 2887840"/>
                <a:gd name="connsiteY14" fmla="*/ 561747 h 2556892"/>
                <a:gd name="connsiteX15" fmla="*/ 2784008 w 2887840"/>
                <a:gd name="connsiteY15" fmla="*/ 666102 h 2556892"/>
                <a:gd name="connsiteX16" fmla="*/ 2829060 w 2887840"/>
                <a:gd name="connsiteY16" fmla="*/ 938251 h 2556892"/>
                <a:gd name="connsiteX17" fmla="*/ 2879628 w 2887840"/>
                <a:gd name="connsiteY17" fmla="*/ 1355208 h 2556892"/>
                <a:gd name="connsiteX18" fmla="*/ 2886064 w 2887840"/>
                <a:gd name="connsiteY18" fmla="*/ 1424625 h 2556892"/>
                <a:gd name="connsiteX19" fmla="*/ 2872273 w 2887840"/>
                <a:gd name="connsiteY19" fmla="*/ 1444852 h 2556892"/>
                <a:gd name="connsiteX20" fmla="*/ 2447500 w 2887840"/>
                <a:gd name="connsiteY20" fmla="*/ 1641608 h 2556892"/>
                <a:gd name="connsiteX21" fmla="*/ 2446581 w 2887840"/>
                <a:gd name="connsiteY21" fmla="*/ 1783659 h 2556892"/>
                <a:gd name="connsiteX22" fmla="*/ 2451178 w 2887840"/>
                <a:gd name="connsiteY22" fmla="*/ 2127522 h 2556892"/>
                <a:gd name="connsiteX23" fmla="*/ 2457614 w 2887840"/>
                <a:gd name="connsiteY23" fmla="*/ 2556892 h 2556892"/>
                <a:gd name="connsiteX24" fmla="*/ 1261906 w 2887840"/>
                <a:gd name="connsiteY24" fmla="*/ 2556892 h 2556892"/>
                <a:gd name="connsiteX25" fmla="*/ 1281674 w 2887840"/>
                <a:gd name="connsiteY25" fmla="*/ 2299914 h 2556892"/>
                <a:gd name="connsiteX26" fmla="*/ 1306498 w 2887840"/>
                <a:gd name="connsiteY26" fmla="*/ 2083390 h 2556892"/>
                <a:gd name="connsiteX27" fmla="*/ 1330403 w 2887840"/>
                <a:gd name="connsiteY27" fmla="*/ 1927088 h 2556892"/>
                <a:gd name="connsiteX28" fmla="*/ 1372696 w 2887840"/>
                <a:gd name="connsiteY28" fmla="*/ 1718839 h 2556892"/>
                <a:gd name="connsiteX29" fmla="*/ 1406255 w 2887840"/>
                <a:gd name="connsiteY29" fmla="*/ 1619082 h 2556892"/>
                <a:gd name="connsiteX30" fmla="*/ 1413611 w 2887840"/>
                <a:gd name="connsiteY30" fmla="*/ 1591040 h 2556892"/>
                <a:gd name="connsiteX31" fmla="*/ 1319370 w 2887840"/>
                <a:gd name="connsiteY31" fmla="*/ 1212698 h 2556892"/>
                <a:gd name="connsiteX32" fmla="*/ 1287650 w 2887840"/>
                <a:gd name="connsiteY32" fmla="*/ 1086737 h 2556892"/>
                <a:gd name="connsiteX33" fmla="*/ 1126291 w 2887840"/>
                <a:gd name="connsiteY33" fmla="*/ 1342336 h 2556892"/>
                <a:gd name="connsiteX34" fmla="*/ 961255 w 2887840"/>
                <a:gd name="connsiteY34" fmla="*/ 1506453 h 2556892"/>
                <a:gd name="connsiteX35" fmla="*/ 764959 w 2887840"/>
                <a:gd name="connsiteY35" fmla="*/ 1636091 h 2556892"/>
                <a:gd name="connsiteX36" fmla="*/ 493729 w 2887840"/>
                <a:gd name="connsiteY36" fmla="*/ 1753318 h 2556892"/>
                <a:gd name="connsiteX37" fmla="*/ 271689 w 2887840"/>
                <a:gd name="connsiteY37" fmla="*/ 1791474 h 2556892"/>
                <a:gd name="connsiteX38" fmla="*/ 81829 w 2887840"/>
                <a:gd name="connsiteY38" fmla="*/ 1787336 h 2556892"/>
                <a:gd name="connsiteX39" fmla="*/ 0 w 2887840"/>
                <a:gd name="connsiteY39" fmla="*/ 1591499 h 2556892"/>
                <a:gd name="connsiteX40" fmla="*/ 47350 w 2887840"/>
                <a:gd name="connsiteY40" fmla="*/ 1572192 h 2556892"/>
                <a:gd name="connsiteX41" fmla="*/ 307087 w 2887840"/>
                <a:gd name="connsiteY41" fmla="*/ 1484387 h 2556892"/>
                <a:gd name="connsiteX42" fmla="*/ 416958 w 2887840"/>
                <a:gd name="connsiteY42" fmla="*/ 1438416 h 2556892"/>
                <a:gd name="connsiteX43" fmla="*/ 575558 w 2887840"/>
                <a:gd name="connsiteY43" fmla="*/ 1349692 h 2556892"/>
                <a:gd name="connsiteX44" fmla="*/ 782428 w 2887840"/>
                <a:gd name="connsiteY44" fmla="*/ 1212698 h 2556892"/>
                <a:gd name="connsiteX45" fmla="*/ 834835 w 2887840"/>
                <a:gd name="connsiteY45" fmla="*/ 1149718 h 2556892"/>
                <a:gd name="connsiteX46" fmla="*/ 1002629 w 2887840"/>
                <a:gd name="connsiteY46" fmla="*/ 829759 h 2556892"/>
                <a:gd name="connsiteX47" fmla="*/ 1144680 w 2887840"/>
                <a:gd name="connsiteY47" fmla="*/ 462450 h 2556892"/>
                <a:gd name="connsiteX48" fmla="*/ 1237082 w 2887840"/>
                <a:gd name="connsiteY48" fmla="*/ 327755 h 2556892"/>
                <a:gd name="connsiteX49" fmla="*/ 1397521 w 2887840"/>
                <a:gd name="connsiteY49" fmla="*/ 243628 h 2556892"/>
                <a:gd name="connsiteX50" fmla="*/ 1537732 w 2887840"/>
                <a:gd name="connsiteY50" fmla="*/ 170074 h 2556892"/>
                <a:gd name="connsiteX51" fmla="*/ 1592898 w 2887840"/>
                <a:gd name="connsiteY51" fmla="*/ 129160 h 2556892"/>
                <a:gd name="connsiteX52" fmla="*/ 1683262 w 2887840"/>
                <a:gd name="connsiteY52" fmla="*/ 35759 h 2556892"/>
                <a:gd name="connsiteX53" fmla="*/ 1777702 w 2887840"/>
                <a:gd name="connsiteY53" fmla="*/ 139274 h 2556892"/>
                <a:gd name="connsiteX54" fmla="*/ 1911938 w 2887840"/>
                <a:gd name="connsiteY54" fmla="*/ 215126 h 2556892"/>
                <a:gd name="connsiteX55" fmla="*/ 1955706 w 2887840"/>
                <a:gd name="connsiteY55" fmla="*/ 233819 h 2556892"/>
                <a:gd name="connsiteX56" fmla="*/ 2019050 w 2887840"/>
                <a:gd name="connsiteY56" fmla="*/ 186624 h 2556892"/>
                <a:gd name="connsiteX57" fmla="*/ 2082031 w 2887840"/>
                <a:gd name="connsiteY57" fmla="*/ 93762 h 2556892"/>
                <a:gd name="connsiteX58" fmla="*/ 2086941 w 2887840"/>
                <a:gd name="connsiteY58" fmla="*/ 0 h 255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7840" h="2556892">
                  <a:moveTo>
                    <a:pt x="2501286" y="1100528"/>
                  </a:moveTo>
                  <a:cubicBezTo>
                    <a:pt x="2503585" y="1125353"/>
                    <a:pt x="2496229" y="1152936"/>
                    <a:pt x="2492092" y="1180518"/>
                  </a:cubicBezTo>
                  <a:cubicBezTo>
                    <a:pt x="2483894" y="1219593"/>
                    <a:pt x="2453016" y="1315367"/>
                    <a:pt x="2452097" y="1334981"/>
                  </a:cubicBezTo>
                  <a:cubicBezTo>
                    <a:pt x="2457767" y="1345478"/>
                    <a:pt x="2517146" y="1277824"/>
                    <a:pt x="2526110" y="1243499"/>
                  </a:cubicBezTo>
                  <a:cubicBezTo>
                    <a:pt x="2521513" y="1204883"/>
                    <a:pt x="2511860" y="1167187"/>
                    <a:pt x="2505883" y="1129031"/>
                  </a:cubicBezTo>
                  <a:cubicBezTo>
                    <a:pt x="2504044" y="1118917"/>
                    <a:pt x="2502665" y="1108803"/>
                    <a:pt x="2501286" y="1100528"/>
                  </a:cubicBezTo>
                  <a:close/>
                  <a:moveTo>
                    <a:pt x="2086941" y="0"/>
                  </a:moveTo>
                  <a:cubicBezTo>
                    <a:pt x="2112225" y="34478"/>
                    <a:pt x="2120647" y="62502"/>
                    <a:pt x="2145931" y="92843"/>
                  </a:cubicBezTo>
                  <a:cubicBezTo>
                    <a:pt x="2145858" y="93819"/>
                    <a:pt x="2145784" y="94796"/>
                    <a:pt x="2145711" y="95772"/>
                  </a:cubicBezTo>
                  <a:lnTo>
                    <a:pt x="2342226" y="146169"/>
                  </a:lnTo>
                  <a:cubicBezTo>
                    <a:pt x="2401299" y="164557"/>
                    <a:pt x="2455315" y="186164"/>
                    <a:pt x="2509101" y="214666"/>
                  </a:cubicBezTo>
                  <a:cubicBezTo>
                    <a:pt x="2551854" y="237192"/>
                    <a:pt x="2590470" y="264774"/>
                    <a:pt x="2625868" y="296494"/>
                  </a:cubicBezTo>
                  <a:cubicBezTo>
                    <a:pt x="2652991" y="320399"/>
                    <a:pt x="2673678" y="350740"/>
                    <a:pt x="2692066" y="382460"/>
                  </a:cubicBezTo>
                  <a:cubicBezTo>
                    <a:pt x="2706317" y="407285"/>
                    <a:pt x="2719649" y="432569"/>
                    <a:pt x="2730222" y="459692"/>
                  </a:cubicBezTo>
                  <a:cubicBezTo>
                    <a:pt x="2743094" y="492791"/>
                    <a:pt x="2751829" y="527269"/>
                    <a:pt x="2761023" y="561747"/>
                  </a:cubicBezTo>
                  <a:cubicBezTo>
                    <a:pt x="2770217" y="596226"/>
                    <a:pt x="2777572" y="631164"/>
                    <a:pt x="2784008" y="666102"/>
                  </a:cubicBezTo>
                  <a:cubicBezTo>
                    <a:pt x="2795347" y="728853"/>
                    <a:pt x="2817721" y="862246"/>
                    <a:pt x="2829060" y="938251"/>
                  </a:cubicBezTo>
                  <a:cubicBezTo>
                    <a:pt x="2844997" y="1053102"/>
                    <a:pt x="2870127" y="1274146"/>
                    <a:pt x="2879628" y="1355208"/>
                  </a:cubicBezTo>
                  <a:cubicBezTo>
                    <a:pt x="2881467" y="1378194"/>
                    <a:pt x="2884225" y="1401179"/>
                    <a:pt x="2886064" y="1424625"/>
                  </a:cubicBezTo>
                  <a:cubicBezTo>
                    <a:pt x="2886983" y="1435658"/>
                    <a:pt x="2893905" y="1425846"/>
                    <a:pt x="2872273" y="1444852"/>
                  </a:cubicBezTo>
                  <a:cubicBezTo>
                    <a:pt x="2792625" y="1514831"/>
                    <a:pt x="2558423" y="1615120"/>
                    <a:pt x="2447500" y="1641608"/>
                  </a:cubicBezTo>
                  <a:cubicBezTo>
                    <a:pt x="2444282" y="1688958"/>
                    <a:pt x="2445201" y="1736308"/>
                    <a:pt x="2446581" y="1783659"/>
                  </a:cubicBezTo>
                  <a:cubicBezTo>
                    <a:pt x="2449339" y="1898127"/>
                    <a:pt x="2449799" y="2013054"/>
                    <a:pt x="2451178" y="2127522"/>
                  </a:cubicBezTo>
                  <a:cubicBezTo>
                    <a:pt x="2453017" y="2270492"/>
                    <a:pt x="2455315" y="2413922"/>
                    <a:pt x="2457614" y="2556892"/>
                  </a:cubicBezTo>
                  <a:lnTo>
                    <a:pt x="1261906" y="2556892"/>
                  </a:lnTo>
                  <a:cubicBezTo>
                    <a:pt x="1266043" y="2470926"/>
                    <a:pt x="1274318" y="2385420"/>
                    <a:pt x="1281674" y="2299914"/>
                  </a:cubicBezTo>
                  <a:cubicBezTo>
                    <a:pt x="1287650" y="2227739"/>
                    <a:pt x="1298223" y="2155565"/>
                    <a:pt x="1306498" y="2083390"/>
                  </a:cubicBezTo>
                  <a:cubicBezTo>
                    <a:pt x="1312474" y="2030983"/>
                    <a:pt x="1321668" y="1979036"/>
                    <a:pt x="1330403" y="1927088"/>
                  </a:cubicBezTo>
                  <a:cubicBezTo>
                    <a:pt x="1341896" y="1857212"/>
                    <a:pt x="1354308" y="1787336"/>
                    <a:pt x="1372696" y="1718839"/>
                  </a:cubicBezTo>
                  <a:cubicBezTo>
                    <a:pt x="1381891" y="1685281"/>
                    <a:pt x="1394762" y="1652181"/>
                    <a:pt x="1406255" y="1619082"/>
                  </a:cubicBezTo>
                  <a:cubicBezTo>
                    <a:pt x="1409473" y="1609888"/>
                    <a:pt x="1413151" y="1600694"/>
                    <a:pt x="1413611" y="1591040"/>
                  </a:cubicBezTo>
                  <a:cubicBezTo>
                    <a:pt x="1399130" y="1523309"/>
                    <a:pt x="1338908" y="1293377"/>
                    <a:pt x="1319370" y="1212698"/>
                  </a:cubicBezTo>
                  <a:cubicBezTo>
                    <a:pt x="1298377" y="1128648"/>
                    <a:pt x="1309837" y="1152574"/>
                    <a:pt x="1287650" y="1086737"/>
                  </a:cubicBezTo>
                  <a:cubicBezTo>
                    <a:pt x="1255470" y="1108343"/>
                    <a:pt x="1180690" y="1272383"/>
                    <a:pt x="1126291" y="1342336"/>
                  </a:cubicBezTo>
                  <a:cubicBezTo>
                    <a:pt x="1071892" y="1412289"/>
                    <a:pt x="1021477" y="1457494"/>
                    <a:pt x="961255" y="1506453"/>
                  </a:cubicBezTo>
                  <a:cubicBezTo>
                    <a:pt x="901033" y="1555412"/>
                    <a:pt x="842880" y="1594947"/>
                    <a:pt x="764959" y="1636091"/>
                  </a:cubicBezTo>
                  <a:cubicBezTo>
                    <a:pt x="687038" y="1677235"/>
                    <a:pt x="575941" y="1727421"/>
                    <a:pt x="493729" y="1753318"/>
                  </a:cubicBezTo>
                  <a:cubicBezTo>
                    <a:pt x="411517" y="1779215"/>
                    <a:pt x="340517" y="1788699"/>
                    <a:pt x="271689" y="1791474"/>
                  </a:cubicBezTo>
                  <a:cubicBezTo>
                    <a:pt x="193046" y="1794645"/>
                    <a:pt x="184572" y="1800678"/>
                    <a:pt x="81829" y="1787336"/>
                  </a:cubicBezTo>
                  <a:cubicBezTo>
                    <a:pt x="64513" y="1751862"/>
                    <a:pt x="5747" y="1627356"/>
                    <a:pt x="0" y="1591499"/>
                  </a:cubicBezTo>
                  <a:cubicBezTo>
                    <a:pt x="12412" y="1576329"/>
                    <a:pt x="31260" y="1577249"/>
                    <a:pt x="47350" y="1572192"/>
                  </a:cubicBezTo>
                  <a:cubicBezTo>
                    <a:pt x="134695" y="1545069"/>
                    <a:pt x="222040" y="1518865"/>
                    <a:pt x="307087" y="1484387"/>
                  </a:cubicBezTo>
                  <a:cubicBezTo>
                    <a:pt x="368688" y="1462091"/>
                    <a:pt x="372213" y="1460865"/>
                    <a:pt x="416958" y="1438416"/>
                  </a:cubicBezTo>
                  <a:cubicBezTo>
                    <a:pt x="461703" y="1415967"/>
                    <a:pt x="524530" y="1382331"/>
                    <a:pt x="575558" y="1349692"/>
                  </a:cubicBezTo>
                  <a:cubicBezTo>
                    <a:pt x="645434" y="1305100"/>
                    <a:pt x="714391" y="1259588"/>
                    <a:pt x="782428" y="1212698"/>
                  </a:cubicBezTo>
                  <a:cubicBezTo>
                    <a:pt x="807252" y="1195689"/>
                    <a:pt x="820584" y="1172703"/>
                    <a:pt x="834835" y="1149718"/>
                  </a:cubicBezTo>
                  <a:cubicBezTo>
                    <a:pt x="871535" y="1085895"/>
                    <a:pt x="950988" y="944304"/>
                    <a:pt x="1002629" y="829759"/>
                  </a:cubicBezTo>
                  <a:cubicBezTo>
                    <a:pt x="1054270" y="715214"/>
                    <a:pt x="1113100" y="581094"/>
                    <a:pt x="1144680" y="462450"/>
                  </a:cubicBezTo>
                  <a:cubicBezTo>
                    <a:pt x="1158471" y="405906"/>
                    <a:pt x="1188812" y="361773"/>
                    <a:pt x="1237082" y="327755"/>
                  </a:cubicBezTo>
                  <a:cubicBezTo>
                    <a:pt x="1287190" y="292357"/>
                    <a:pt x="1343734" y="271210"/>
                    <a:pt x="1397521" y="243628"/>
                  </a:cubicBezTo>
                  <a:cubicBezTo>
                    <a:pt x="1444411" y="219263"/>
                    <a:pt x="1493140" y="198576"/>
                    <a:pt x="1537732" y="170074"/>
                  </a:cubicBezTo>
                  <a:cubicBezTo>
                    <a:pt x="1557040" y="157662"/>
                    <a:pt x="1576808" y="145709"/>
                    <a:pt x="1592898" y="129160"/>
                  </a:cubicBezTo>
                  <a:cubicBezTo>
                    <a:pt x="1617153" y="106774"/>
                    <a:pt x="1662455" y="64053"/>
                    <a:pt x="1683262" y="35759"/>
                  </a:cubicBezTo>
                  <a:cubicBezTo>
                    <a:pt x="1706567" y="67425"/>
                    <a:pt x="1739589" y="109380"/>
                    <a:pt x="1777702" y="139274"/>
                  </a:cubicBezTo>
                  <a:cubicBezTo>
                    <a:pt x="1815815" y="169168"/>
                    <a:pt x="1865507" y="193060"/>
                    <a:pt x="1911938" y="215126"/>
                  </a:cubicBezTo>
                  <a:lnTo>
                    <a:pt x="1955706" y="233819"/>
                  </a:lnTo>
                  <a:lnTo>
                    <a:pt x="2019050" y="186624"/>
                  </a:lnTo>
                  <a:cubicBezTo>
                    <a:pt x="2045714" y="159501"/>
                    <a:pt x="2065021" y="127321"/>
                    <a:pt x="2082031" y="93762"/>
                  </a:cubicBezTo>
                  <a:cubicBezTo>
                    <a:pt x="2092758" y="60893"/>
                    <a:pt x="2076291" y="153"/>
                    <a:pt x="2086941" y="0"/>
                  </a:cubicBezTo>
                  <a:close/>
                </a:path>
              </a:pathLst>
            </a:custGeom>
            <a:solidFill>
              <a:schemeClr val="bg1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48375F3B-4DA3-4A85-9421-5C9132178FE8}"/>
                </a:ext>
              </a:extLst>
            </p:cNvPr>
            <p:cNvSpPr/>
            <p:nvPr/>
          </p:nvSpPr>
          <p:spPr>
            <a:xfrm>
              <a:off x="9497016" y="4025235"/>
              <a:ext cx="1206042" cy="2498068"/>
            </a:xfrm>
            <a:custGeom>
              <a:avLst/>
              <a:gdLst>
                <a:gd name="connsiteX0" fmla="*/ 883564 w 1206042"/>
                <a:gd name="connsiteY0" fmla="*/ 35398 h 2498067"/>
                <a:gd name="connsiteX1" fmla="*/ 894138 w 1206042"/>
                <a:gd name="connsiteY1" fmla="*/ 45511 h 2498067"/>
                <a:gd name="connsiteX2" fmla="*/ 910687 w 1206042"/>
                <a:gd name="connsiteY2" fmla="*/ 59303 h 2498067"/>
                <a:gd name="connsiteX3" fmla="*/ 1051818 w 1206042"/>
                <a:gd name="connsiteY3" fmla="*/ 291457 h 2498067"/>
                <a:gd name="connsiteX4" fmla="*/ 1185134 w 1206042"/>
                <a:gd name="connsiteY4" fmla="*/ 746570 h 2498067"/>
                <a:gd name="connsiteX5" fmla="*/ 1205361 w 1206042"/>
                <a:gd name="connsiteY5" fmla="*/ 1137324 h 2498067"/>
                <a:gd name="connsiteX6" fmla="*/ 1192490 w 1206042"/>
                <a:gd name="connsiteY6" fmla="*/ 1242138 h 2498067"/>
                <a:gd name="connsiteX7" fmla="*/ 1192030 w 1206042"/>
                <a:gd name="connsiteY7" fmla="*/ 1259148 h 2498067"/>
                <a:gd name="connsiteX8" fmla="*/ 1191570 w 1206042"/>
                <a:gd name="connsiteY8" fmla="*/ 1287190 h 2498067"/>
                <a:gd name="connsiteX9" fmla="*/ 1192490 w 1206042"/>
                <a:gd name="connsiteY9" fmla="*/ 1413610 h 2498067"/>
                <a:gd name="connsiteX10" fmla="*/ 1192490 w 1206042"/>
                <a:gd name="connsiteY10" fmla="*/ 1555201 h 2498067"/>
                <a:gd name="connsiteX11" fmla="*/ 1185594 w 1206042"/>
                <a:gd name="connsiteY11" fmla="*/ 1582784 h 2498067"/>
                <a:gd name="connsiteX12" fmla="*/ 1184675 w 1206042"/>
                <a:gd name="connsiteY12" fmla="*/ 1724835 h 2498067"/>
                <a:gd name="connsiteX13" fmla="*/ 1189272 w 1206042"/>
                <a:gd name="connsiteY13" fmla="*/ 2068698 h 2498067"/>
                <a:gd name="connsiteX14" fmla="*/ 1195708 w 1206042"/>
                <a:gd name="connsiteY14" fmla="*/ 2498068 h 2498067"/>
                <a:gd name="connsiteX15" fmla="*/ 0 w 1206042"/>
                <a:gd name="connsiteY15" fmla="*/ 2498068 h 2498067"/>
                <a:gd name="connsiteX16" fmla="*/ 19768 w 1206042"/>
                <a:gd name="connsiteY16" fmla="*/ 2241090 h 2498067"/>
                <a:gd name="connsiteX17" fmla="*/ 44592 w 1206042"/>
                <a:gd name="connsiteY17" fmla="*/ 2024566 h 2498067"/>
                <a:gd name="connsiteX18" fmla="*/ 68497 w 1206042"/>
                <a:gd name="connsiteY18" fmla="*/ 1868264 h 2498067"/>
                <a:gd name="connsiteX19" fmla="*/ 110790 w 1206042"/>
                <a:gd name="connsiteY19" fmla="*/ 1660015 h 2498067"/>
                <a:gd name="connsiteX20" fmla="*/ 144349 w 1206042"/>
                <a:gd name="connsiteY20" fmla="*/ 1560258 h 2498067"/>
                <a:gd name="connsiteX21" fmla="*/ 151705 w 1206042"/>
                <a:gd name="connsiteY21" fmla="*/ 1532216 h 2498067"/>
                <a:gd name="connsiteX22" fmla="*/ 154923 w 1206042"/>
                <a:gd name="connsiteY22" fmla="*/ 1504173 h 2498067"/>
                <a:gd name="connsiteX23" fmla="*/ 224799 w 1206042"/>
                <a:gd name="connsiteY23" fmla="*/ 1231105 h 2498067"/>
                <a:gd name="connsiteX24" fmla="*/ 265253 w 1206042"/>
                <a:gd name="connsiteY24" fmla="*/ 939649 h 2498067"/>
                <a:gd name="connsiteX25" fmla="*/ 286400 w 1206042"/>
                <a:gd name="connsiteY25" fmla="*/ 758063 h 2498067"/>
                <a:gd name="connsiteX26" fmla="*/ 309385 w 1206042"/>
                <a:gd name="connsiteY26" fmla="*/ 526828 h 2498067"/>
                <a:gd name="connsiteX27" fmla="*/ 321338 w 1206042"/>
                <a:gd name="connsiteY27" fmla="*/ 390754 h 2498067"/>
                <a:gd name="connsiteX28" fmla="*/ 325016 w 1206042"/>
                <a:gd name="connsiteY28" fmla="*/ 325935 h 2498067"/>
                <a:gd name="connsiteX29" fmla="*/ 328693 w 1206042"/>
                <a:gd name="connsiteY29" fmla="*/ 124122 h 2498067"/>
                <a:gd name="connsiteX30" fmla="*/ 331911 w 1206042"/>
                <a:gd name="connsiteY30" fmla="*/ 70336 h 2498067"/>
                <a:gd name="connsiteX31" fmla="*/ 397650 w 1206042"/>
                <a:gd name="connsiteY31" fmla="*/ 0 h 2498067"/>
                <a:gd name="connsiteX32" fmla="*/ 407304 w 1206042"/>
                <a:gd name="connsiteY32" fmla="*/ 17929 h 2498067"/>
                <a:gd name="connsiteX33" fmla="*/ 410522 w 1206042"/>
                <a:gd name="connsiteY33" fmla="*/ 74013 h 2498067"/>
                <a:gd name="connsiteX34" fmla="*/ 415119 w 1206042"/>
                <a:gd name="connsiteY34" fmla="*/ 255599 h 2498067"/>
                <a:gd name="connsiteX35" fmla="*/ 422474 w 1206042"/>
                <a:gd name="connsiteY35" fmla="*/ 566823 h 2498067"/>
                <a:gd name="connsiteX36" fmla="*/ 424773 w 1206042"/>
                <a:gd name="connsiteY36" fmla="*/ 664282 h 2498067"/>
                <a:gd name="connsiteX37" fmla="*/ 442242 w 1206042"/>
                <a:gd name="connsiteY37" fmla="*/ 683130 h 2498067"/>
                <a:gd name="connsiteX38" fmla="*/ 608197 w 1206042"/>
                <a:gd name="connsiteY38" fmla="*/ 685888 h 2498067"/>
                <a:gd name="connsiteX39" fmla="*/ 842190 w 1206042"/>
                <a:gd name="connsiteY39" fmla="*/ 677154 h 2498067"/>
                <a:gd name="connsiteX40" fmla="*/ 1046761 w 1206042"/>
                <a:gd name="connsiteY40" fmla="*/ 662443 h 2498067"/>
                <a:gd name="connsiteX41" fmla="*/ 1062392 w 1206042"/>
                <a:gd name="connsiteY41" fmla="*/ 638538 h 2498067"/>
                <a:gd name="connsiteX42" fmla="*/ 992515 w 1206042"/>
                <a:gd name="connsiteY42" fmla="*/ 414659 h 2498067"/>
                <a:gd name="connsiteX43" fmla="*/ 896896 w 1206042"/>
                <a:gd name="connsiteY43" fmla="*/ 110790 h 2498067"/>
                <a:gd name="connsiteX44" fmla="*/ 878507 w 1206042"/>
                <a:gd name="connsiteY44" fmla="*/ 55625 h 2498067"/>
                <a:gd name="connsiteX45" fmla="*/ 883564 w 1206042"/>
                <a:gd name="connsiteY45" fmla="*/ 35398 h 2498067"/>
                <a:gd name="connsiteX0" fmla="*/ 883564 w 1281045"/>
                <a:gd name="connsiteY0" fmla="*/ 35398 h 2498068"/>
                <a:gd name="connsiteX1" fmla="*/ 894138 w 1281045"/>
                <a:gd name="connsiteY1" fmla="*/ 45511 h 2498068"/>
                <a:gd name="connsiteX2" fmla="*/ 910687 w 1281045"/>
                <a:gd name="connsiteY2" fmla="*/ 59303 h 2498068"/>
                <a:gd name="connsiteX3" fmla="*/ 1051818 w 1281045"/>
                <a:gd name="connsiteY3" fmla="*/ 291457 h 2498068"/>
                <a:gd name="connsiteX4" fmla="*/ 1185134 w 1281045"/>
                <a:gd name="connsiteY4" fmla="*/ 746570 h 2498068"/>
                <a:gd name="connsiteX5" fmla="*/ 1205361 w 1281045"/>
                <a:gd name="connsiteY5" fmla="*/ 1137324 h 2498068"/>
                <a:gd name="connsiteX6" fmla="*/ 1192490 w 1281045"/>
                <a:gd name="connsiteY6" fmla="*/ 1242138 h 2498068"/>
                <a:gd name="connsiteX7" fmla="*/ 1192030 w 1281045"/>
                <a:gd name="connsiteY7" fmla="*/ 1259148 h 2498068"/>
                <a:gd name="connsiteX8" fmla="*/ 1191570 w 1281045"/>
                <a:gd name="connsiteY8" fmla="*/ 1287190 h 2498068"/>
                <a:gd name="connsiteX9" fmla="*/ 1192490 w 1281045"/>
                <a:gd name="connsiteY9" fmla="*/ 1413610 h 2498068"/>
                <a:gd name="connsiteX10" fmla="*/ 1192490 w 1281045"/>
                <a:gd name="connsiteY10" fmla="*/ 1555201 h 2498068"/>
                <a:gd name="connsiteX11" fmla="*/ 1185594 w 1281045"/>
                <a:gd name="connsiteY11" fmla="*/ 1582784 h 2498068"/>
                <a:gd name="connsiteX12" fmla="*/ 1184675 w 1281045"/>
                <a:gd name="connsiteY12" fmla="*/ 1724835 h 2498068"/>
                <a:gd name="connsiteX13" fmla="*/ 1195708 w 1281045"/>
                <a:gd name="connsiteY13" fmla="*/ 2498068 h 2498068"/>
                <a:gd name="connsiteX14" fmla="*/ 0 w 1281045"/>
                <a:gd name="connsiteY14" fmla="*/ 2498068 h 2498068"/>
                <a:gd name="connsiteX15" fmla="*/ 19768 w 1281045"/>
                <a:gd name="connsiteY15" fmla="*/ 2241090 h 2498068"/>
                <a:gd name="connsiteX16" fmla="*/ 44592 w 1281045"/>
                <a:gd name="connsiteY16" fmla="*/ 2024566 h 2498068"/>
                <a:gd name="connsiteX17" fmla="*/ 68497 w 1281045"/>
                <a:gd name="connsiteY17" fmla="*/ 1868264 h 2498068"/>
                <a:gd name="connsiteX18" fmla="*/ 110790 w 1281045"/>
                <a:gd name="connsiteY18" fmla="*/ 1660015 h 2498068"/>
                <a:gd name="connsiteX19" fmla="*/ 144349 w 1281045"/>
                <a:gd name="connsiteY19" fmla="*/ 1560258 h 2498068"/>
                <a:gd name="connsiteX20" fmla="*/ 151705 w 1281045"/>
                <a:gd name="connsiteY20" fmla="*/ 1532216 h 2498068"/>
                <a:gd name="connsiteX21" fmla="*/ 154923 w 1281045"/>
                <a:gd name="connsiteY21" fmla="*/ 1504173 h 2498068"/>
                <a:gd name="connsiteX22" fmla="*/ 224799 w 1281045"/>
                <a:gd name="connsiteY22" fmla="*/ 1231105 h 2498068"/>
                <a:gd name="connsiteX23" fmla="*/ 265253 w 1281045"/>
                <a:gd name="connsiteY23" fmla="*/ 939649 h 2498068"/>
                <a:gd name="connsiteX24" fmla="*/ 286400 w 1281045"/>
                <a:gd name="connsiteY24" fmla="*/ 758063 h 2498068"/>
                <a:gd name="connsiteX25" fmla="*/ 309385 w 1281045"/>
                <a:gd name="connsiteY25" fmla="*/ 526828 h 2498068"/>
                <a:gd name="connsiteX26" fmla="*/ 321338 w 1281045"/>
                <a:gd name="connsiteY26" fmla="*/ 390754 h 2498068"/>
                <a:gd name="connsiteX27" fmla="*/ 325016 w 1281045"/>
                <a:gd name="connsiteY27" fmla="*/ 325935 h 2498068"/>
                <a:gd name="connsiteX28" fmla="*/ 328693 w 1281045"/>
                <a:gd name="connsiteY28" fmla="*/ 124122 h 2498068"/>
                <a:gd name="connsiteX29" fmla="*/ 331911 w 1281045"/>
                <a:gd name="connsiteY29" fmla="*/ 70336 h 2498068"/>
                <a:gd name="connsiteX30" fmla="*/ 397650 w 1281045"/>
                <a:gd name="connsiteY30" fmla="*/ 0 h 2498068"/>
                <a:gd name="connsiteX31" fmla="*/ 407304 w 1281045"/>
                <a:gd name="connsiteY31" fmla="*/ 17929 h 2498068"/>
                <a:gd name="connsiteX32" fmla="*/ 410522 w 1281045"/>
                <a:gd name="connsiteY32" fmla="*/ 74013 h 2498068"/>
                <a:gd name="connsiteX33" fmla="*/ 415119 w 1281045"/>
                <a:gd name="connsiteY33" fmla="*/ 255599 h 2498068"/>
                <a:gd name="connsiteX34" fmla="*/ 422474 w 1281045"/>
                <a:gd name="connsiteY34" fmla="*/ 566823 h 2498068"/>
                <a:gd name="connsiteX35" fmla="*/ 424773 w 1281045"/>
                <a:gd name="connsiteY35" fmla="*/ 664282 h 2498068"/>
                <a:gd name="connsiteX36" fmla="*/ 442242 w 1281045"/>
                <a:gd name="connsiteY36" fmla="*/ 683130 h 2498068"/>
                <a:gd name="connsiteX37" fmla="*/ 608197 w 1281045"/>
                <a:gd name="connsiteY37" fmla="*/ 685888 h 2498068"/>
                <a:gd name="connsiteX38" fmla="*/ 842190 w 1281045"/>
                <a:gd name="connsiteY38" fmla="*/ 677154 h 2498068"/>
                <a:gd name="connsiteX39" fmla="*/ 1046761 w 1281045"/>
                <a:gd name="connsiteY39" fmla="*/ 662443 h 2498068"/>
                <a:gd name="connsiteX40" fmla="*/ 1062392 w 1281045"/>
                <a:gd name="connsiteY40" fmla="*/ 638538 h 2498068"/>
                <a:gd name="connsiteX41" fmla="*/ 992515 w 1281045"/>
                <a:gd name="connsiteY41" fmla="*/ 414659 h 2498068"/>
                <a:gd name="connsiteX42" fmla="*/ 896896 w 1281045"/>
                <a:gd name="connsiteY42" fmla="*/ 110790 h 2498068"/>
                <a:gd name="connsiteX43" fmla="*/ 878507 w 1281045"/>
                <a:gd name="connsiteY43" fmla="*/ 55625 h 2498068"/>
                <a:gd name="connsiteX44" fmla="*/ 883564 w 1281045"/>
                <a:gd name="connsiteY44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242138 h 2498068"/>
                <a:gd name="connsiteX7" fmla="*/ 1192030 w 1206042"/>
                <a:gd name="connsiteY7" fmla="*/ 1259148 h 2498068"/>
                <a:gd name="connsiteX8" fmla="*/ 1191570 w 1206042"/>
                <a:gd name="connsiteY8" fmla="*/ 1287190 h 2498068"/>
                <a:gd name="connsiteX9" fmla="*/ 1192490 w 1206042"/>
                <a:gd name="connsiteY9" fmla="*/ 1413610 h 2498068"/>
                <a:gd name="connsiteX10" fmla="*/ 1192490 w 1206042"/>
                <a:gd name="connsiteY10" fmla="*/ 1555201 h 2498068"/>
                <a:gd name="connsiteX11" fmla="*/ 1185594 w 1206042"/>
                <a:gd name="connsiteY11" fmla="*/ 1582784 h 2498068"/>
                <a:gd name="connsiteX12" fmla="*/ 1184675 w 1206042"/>
                <a:gd name="connsiteY12" fmla="*/ 1724835 h 2498068"/>
                <a:gd name="connsiteX13" fmla="*/ 1195708 w 1206042"/>
                <a:gd name="connsiteY13" fmla="*/ 2498068 h 2498068"/>
                <a:gd name="connsiteX14" fmla="*/ 0 w 1206042"/>
                <a:gd name="connsiteY14" fmla="*/ 2498068 h 2498068"/>
                <a:gd name="connsiteX15" fmla="*/ 19768 w 1206042"/>
                <a:gd name="connsiteY15" fmla="*/ 2241090 h 2498068"/>
                <a:gd name="connsiteX16" fmla="*/ 44592 w 1206042"/>
                <a:gd name="connsiteY16" fmla="*/ 2024566 h 2498068"/>
                <a:gd name="connsiteX17" fmla="*/ 68497 w 1206042"/>
                <a:gd name="connsiteY17" fmla="*/ 1868264 h 2498068"/>
                <a:gd name="connsiteX18" fmla="*/ 110790 w 1206042"/>
                <a:gd name="connsiteY18" fmla="*/ 1660015 h 2498068"/>
                <a:gd name="connsiteX19" fmla="*/ 144349 w 1206042"/>
                <a:gd name="connsiteY19" fmla="*/ 1560258 h 2498068"/>
                <a:gd name="connsiteX20" fmla="*/ 151705 w 1206042"/>
                <a:gd name="connsiteY20" fmla="*/ 1532216 h 2498068"/>
                <a:gd name="connsiteX21" fmla="*/ 154923 w 1206042"/>
                <a:gd name="connsiteY21" fmla="*/ 1504173 h 2498068"/>
                <a:gd name="connsiteX22" fmla="*/ 224799 w 1206042"/>
                <a:gd name="connsiteY22" fmla="*/ 1231105 h 2498068"/>
                <a:gd name="connsiteX23" fmla="*/ 265253 w 1206042"/>
                <a:gd name="connsiteY23" fmla="*/ 939649 h 2498068"/>
                <a:gd name="connsiteX24" fmla="*/ 286400 w 1206042"/>
                <a:gd name="connsiteY24" fmla="*/ 758063 h 2498068"/>
                <a:gd name="connsiteX25" fmla="*/ 309385 w 1206042"/>
                <a:gd name="connsiteY25" fmla="*/ 526828 h 2498068"/>
                <a:gd name="connsiteX26" fmla="*/ 321338 w 1206042"/>
                <a:gd name="connsiteY26" fmla="*/ 390754 h 2498068"/>
                <a:gd name="connsiteX27" fmla="*/ 325016 w 1206042"/>
                <a:gd name="connsiteY27" fmla="*/ 325935 h 2498068"/>
                <a:gd name="connsiteX28" fmla="*/ 328693 w 1206042"/>
                <a:gd name="connsiteY28" fmla="*/ 124122 h 2498068"/>
                <a:gd name="connsiteX29" fmla="*/ 331911 w 1206042"/>
                <a:gd name="connsiteY29" fmla="*/ 70336 h 2498068"/>
                <a:gd name="connsiteX30" fmla="*/ 397650 w 1206042"/>
                <a:gd name="connsiteY30" fmla="*/ 0 h 2498068"/>
                <a:gd name="connsiteX31" fmla="*/ 407304 w 1206042"/>
                <a:gd name="connsiteY31" fmla="*/ 17929 h 2498068"/>
                <a:gd name="connsiteX32" fmla="*/ 410522 w 1206042"/>
                <a:gd name="connsiteY32" fmla="*/ 74013 h 2498068"/>
                <a:gd name="connsiteX33" fmla="*/ 415119 w 1206042"/>
                <a:gd name="connsiteY33" fmla="*/ 255599 h 2498068"/>
                <a:gd name="connsiteX34" fmla="*/ 422474 w 1206042"/>
                <a:gd name="connsiteY34" fmla="*/ 566823 h 2498068"/>
                <a:gd name="connsiteX35" fmla="*/ 424773 w 1206042"/>
                <a:gd name="connsiteY35" fmla="*/ 664282 h 2498068"/>
                <a:gd name="connsiteX36" fmla="*/ 442242 w 1206042"/>
                <a:gd name="connsiteY36" fmla="*/ 683130 h 2498068"/>
                <a:gd name="connsiteX37" fmla="*/ 608197 w 1206042"/>
                <a:gd name="connsiteY37" fmla="*/ 685888 h 2498068"/>
                <a:gd name="connsiteX38" fmla="*/ 842190 w 1206042"/>
                <a:gd name="connsiteY38" fmla="*/ 677154 h 2498068"/>
                <a:gd name="connsiteX39" fmla="*/ 1046761 w 1206042"/>
                <a:gd name="connsiteY39" fmla="*/ 662443 h 2498068"/>
                <a:gd name="connsiteX40" fmla="*/ 1062392 w 1206042"/>
                <a:gd name="connsiteY40" fmla="*/ 638538 h 2498068"/>
                <a:gd name="connsiteX41" fmla="*/ 992515 w 1206042"/>
                <a:gd name="connsiteY41" fmla="*/ 414659 h 2498068"/>
                <a:gd name="connsiteX42" fmla="*/ 896896 w 1206042"/>
                <a:gd name="connsiteY42" fmla="*/ 110790 h 2498068"/>
                <a:gd name="connsiteX43" fmla="*/ 878507 w 1206042"/>
                <a:gd name="connsiteY43" fmla="*/ 55625 h 2498068"/>
                <a:gd name="connsiteX44" fmla="*/ 883564 w 1206042"/>
                <a:gd name="connsiteY44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242138 h 2498068"/>
                <a:gd name="connsiteX7" fmla="*/ 1192030 w 1206042"/>
                <a:gd name="connsiteY7" fmla="*/ 1259148 h 2498068"/>
                <a:gd name="connsiteX8" fmla="*/ 1191570 w 1206042"/>
                <a:gd name="connsiteY8" fmla="*/ 1287190 h 2498068"/>
                <a:gd name="connsiteX9" fmla="*/ 1192490 w 1206042"/>
                <a:gd name="connsiteY9" fmla="*/ 1413610 h 2498068"/>
                <a:gd name="connsiteX10" fmla="*/ 1192490 w 1206042"/>
                <a:gd name="connsiteY10" fmla="*/ 1555201 h 2498068"/>
                <a:gd name="connsiteX11" fmla="*/ 1185594 w 1206042"/>
                <a:gd name="connsiteY11" fmla="*/ 1582784 h 2498068"/>
                <a:gd name="connsiteX12" fmla="*/ 1184675 w 1206042"/>
                <a:gd name="connsiteY12" fmla="*/ 1724835 h 2498068"/>
                <a:gd name="connsiteX13" fmla="*/ 1195708 w 1206042"/>
                <a:gd name="connsiteY13" fmla="*/ 2498068 h 2498068"/>
                <a:gd name="connsiteX14" fmla="*/ 0 w 1206042"/>
                <a:gd name="connsiteY14" fmla="*/ 2498068 h 2498068"/>
                <a:gd name="connsiteX15" fmla="*/ 19768 w 1206042"/>
                <a:gd name="connsiteY15" fmla="*/ 2241090 h 2498068"/>
                <a:gd name="connsiteX16" fmla="*/ 44592 w 1206042"/>
                <a:gd name="connsiteY16" fmla="*/ 2024566 h 2498068"/>
                <a:gd name="connsiteX17" fmla="*/ 68497 w 1206042"/>
                <a:gd name="connsiteY17" fmla="*/ 1868264 h 2498068"/>
                <a:gd name="connsiteX18" fmla="*/ 110790 w 1206042"/>
                <a:gd name="connsiteY18" fmla="*/ 1660015 h 2498068"/>
                <a:gd name="connsiteX19" fmla="*/ 144349 w 1206042"/>
                <a:gd name="connsiteY19" fmla="*/ 1560258 h 2498068"/>
                <a:gd name="connsiteX20" fmla="*/ 154923 w 1206042"/>
                <a:gd name="connsiteY20" fmla="*/ 1504173 h 2498068"/>
                <a:gd name="connsiteX21" fmla="*/ 224799 w 1206042"/>
                <a:gd name="connsiteY21" fmla="*/ 1231105 h 2498068"/>
                <a:gd name="connsiteX22" fmla="*/ 265253 w 1206042"/>
                <a:gd name="connsiteY22" fmla="*/ 939649 h 2498068"/>
                <a:gd name="connsiteX23" fmla="*/ 286400 w 1206042"/>
                <a:gd name="connsiteY23" fmla="*/ 758063 h 2498068"/>
                <a:gd name="connsiteX24" fmla="*/ 309385 w 1206042"/>
                <a:gd name="connsiteY24" fmla="*/ 526828 h 2498068"/>
                <a:gd name="connsiteX25" fmla="*/ 321338 w 1206042"/>
                <a:gd name="connsiteY25" fmla="*/ 390754 h 2498068"/>
                <a:gd name="connsiteX26" fmla="*/ 325016 w 1206042"/>
                <a:gd name="connsiteY26" fmla="*/ 325935 h 2498068"/>
                <a:gd name="connsiteX27" fmla="*/ 328693 w 1206042"/>
                <a:gd name="connsiteY27" fmla="*/ 124122 h 2498068"/>
                <a:gd name="connsiteX28" fmla="*/ 331911 w 1206042"/>
                <a:gd name="connsiteY28" fmla="*/ 70336 h 2498068"/>
                <a:gd name="connsiteX29" fmla="*/ 397650 w 1206042"/>
                <a:gd name="connsiteY29" fmla="*/ 0 h 2498068"/>
                <a:gd name="connsiteX30" fmla="*/ 407304 w 1206042"/>
                <a:gd name="connsiteY30" fmla="*/ 17929 h 2498068"/>
                <a:gd name="connsiteX31" fmla="*/ 410522 w 1206042"/>
                <a:gd name="connsiteY31" fmla="*/ 74013 h 2498068"/>
                <a:gd name="connsiteX32" fmla="*/ 415119 w 1206042"/>
                <a:gd name="connsiteY32" fmla="*/ 255599 h 2498068"/>
                <a:gd name="connsiteX33" fmla="*/ 422474 w 1206042"/>
                <a:gd name="connsiteY33" fmla="*/ 566823 h 2498068"/>
                <a:gd name="connsiteX34" fmla="*/ 424773 w 1206042"/>
                <a:gd name="connsiteY34" fmla="*/ 664282 h 2498068"/>
                <a:gd name="connsiteX35" fmla="*/ 442242 w 1206042"/>
                <a:gd name="connsiteY35" fmla="*/ 683130 h 2498068"/>
                <a:gd name="connsiteX36" fmla="*/ 608197 w 1206042"/>
                <a:gd name="connsiteY36" fmla="*/ 685888 h 2498068"/>
                <a:gd name="connsiteX37" fmla="*/ 842190 w 1206042"/>
                <a:gd name="connsiteY37" fmla="*/ 677154 h 2498068"/>
                <a:gd name="connsiteX38" fmla="*/ 1046761 w 1206042"/>
                <a:gd name="connsiteY38" fmla="*/ 662443 h 2498068"/>
                <a:gd name="connsiteX39" fmla="*/ 1062392 w 1206042"/>
                <a:gd name="connsiteY39" fmla="*/ 638538 h 2498068"/>
                <a:gd name="connsiteX40" fmla="*/ 992515 w 1206042"/>
                <a:gd name="connsiteY40" fmla="*/ 414659 h 2498068"/>
                <a:gd name="connsiteX41" fmla="*/ 896896 w 1206042"/>
                <a:gd name="connsiteY41" fmla="*/ 110790 h 2498068"/>
                <a:gd name="connsiteX42" fmla="*/ 878507 w 1206042"/>
                <a:gd name="connsiteY42" fmla="*/ 55625 h 2498068"/>
                <a:gd name="connsiteX43" fmla="*/ 883564 w 1206042"/>
                <a:gd name="connsiteY43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242138 h 2498068"/>
                <a:gd name="connsiteX7" fmla="*/ 1192030 w 1206042"/>
                <a:gd name="connsiteY7" fmla="*/ 1259148 h 2498068"/>
                <a:gd name="connsiteX8" fmla="*/ 1191570 w 1206042"/>
                <a:gd name="connsiteY8" fmla="*/ 1287190 h 2498068"/>
                <a:gd name="connsiteX9" fmla="*/ 1192490 w 1206042"/>
                <a:gd name="connsiteY9" fmla="*/ 1413610 h 2498068"/>
                <a:gd name="connsiteX10" fmla="*/ 1192490 w 1206042"/>
                <a:gd name="connsiteY10" fmla="*/ 1555201 h 2498068"/>
                <a:gd name="connsiteX11" fmla="*/ 1185594 w 1206042"/>
                <a:gd name="connsiteY11" fmla="*/ 1582784 h 2498068"/>
                <a:gd name="connsiteX12" fmla="*/ 1184675 w 1206042"/>
                <a:gd name="connsiteY12" fmla="*/ 1724835 h 2498068"/>
                <a:gd name="connsiteX13" fmla="*/ 1195708 w 1206042"/>
                <a:gd name="connsiteY13" fmla="*/ 2498068 h 2498068"/>
                <a:gd name="connsiteX14" fmla="*/ 0 w 1206042"/>
                <a:gd name="connsiteY14" fmla="*/ 2498068 h 2498068"/>
                <a:gd name="connsiteX15" fmla="*/ 19768 w 1206042"/>
                <a:gd name="connsiteY15" fmla="*/ 2241090 h 2498068"/>
                <a:gd name="connsiteX16" fmla="*/ 44592 w 1206042"/>
                <a:gd name="connsiteY16" fmla="*/ 2024566 h 2498068"/>
                <a:gd name="connsiteX17" fmla="*/ 68497 w 1206042"/>
                <a:gd name="connsiteY17" fmla="*/ 1868264 h 2498068"/>
                <a:gd name="connsiteX18" fmla="*/ 110790 w 1206042"/>
                <a:gd name="connsiteY18" fmla="*/ 1660015 h 2498068"/>
                <a:gd name="connsiteX19" fmla="*/ 144349 w 1206042"/>
                <a:gd name="connsiteY19" fmla="*/ 1560258 h 2498068"/>
                <a:gd name="connsiteX20" fmla="*/ 224799 w 1206042"/>
                <a:gd name="connsiteY20" fmla="*/ 1231105 h 2498068"/>
                <a:gd name="connsiteX21" fmla="*/ 265253 w 1206042"/>
                <a:gd name="connsiteY21" fmla="*/ 939649 h 2498068"/>
                <a:gd name="connsiteX22" fmla="*/ 286400 w 1206042"/>
                <a:gd name="connsiteY22" fmla="*/ 758063 h 2498068"/>
                <a:gd name="connsiteX23" fmla="*/ 309385 w 1206042"/>
                <a:gd name="connsiteY23" fmla="*/ 526828 h 2498068"/>
                <a:gd name="connsiteX24" fmla="*/ 321338 w 1206042"/>
                <a:gd name="connsiteY24" fmla="*/ 390754 h 2498068"/>
                <a:gd name="connsiteX25" fmla="*/ 325016 w 1206042"/>
                <a:gd name="connsiteY25" fmla="*/ 325935 h 2498068"/>
                <a:gd name="connsiteX26" fmla="*/ 328693 w 1206042"/>
                <a:gd name="connsiteY26" fmla="*/ 124122 h 2498068"/>
                <a:gd name="connsiteX27" fmla="*/ 331911 w 1206042"/>
                <a:gd name="connsiteY27" fmla="*/ 70336 h 2498068"/>
                <a:gd name="connsiteX28" fmla="*/ 397650 w 1206042"/>
                <a:gd name="connsiteY28" fmla="*/ 0 h 2498068"/>
                <a:gd name="connsiteX29" fmla="*/ 407304 w 1206042"/>
                <a:gd name="connsiteY29" fmla="*/ 17929 h 2498068"/>
                <a:gd name="connsiteX30" fmla="*/ 410522 w 1206042"/>
                <a:gd name="connsiteY30" fmla="*/ 74013 h 2498068"/>
                <a:gd name="connsiteX31" fmla="*/ 415119 w 1206042"/>
                <a:gd name="connsiteY31" fmla="*/ 255599 h 2498068"/>
                <a:gd name="connsiteX32" fmla="*/ 422474 w 1206042"/>
                <a:gd name="connsiteY32" fmla="*/ 566823 h 2498068"/>
                <a:gd name="connsiteX33" fmla="*/ 424773 w 1206042"/>
                <a:gd name="connsiteY33" fmla="*/ 664282 h 2498068"/>
                <a:gd name="connsiteX34" fmla="*/ 442242 w 1206042"/>
                <a:gd name="connsiteY34" fmla="*/ 683130 h 2498068"/>
                <a:gd name="connsiteX35" fmla="*/ 608197 w 1206042"/>
                <a:gd name="connsiteY35" fmla="*/ 685888 h 2498068"/>
                <a:gd name="connsiteX36" fmla="*/ 842190 w 1206042"/>
                <a:gd name="connsiteY36" fmla="*/ 677154 h 2498068"/>
                <a:gd name="connsiteX37" fmla="*/ 1046761 w 1206042"/>
                <a:gd name="connsiteY37" fmla="*/ 662443 h 2498068"/>
                <a:gd name="connsiteX38" fmla="*/ 1062392 w 1206042"/>
                <a:gd name="connsiteY38" fmla="*/ 638538 h 2498068"/>
                <a:gd name="connsiteX39" fmla="*/ 992515 w 1206042"/>
                <a:gd name="connsiteY39" fmla="*/ 414659 h 2498068"/>
                <a:gd name="connsiteX40" fmla="*/ 896896 w 1206042"/>
                <a:gd name="connsiteY40" fmla="*/ 110790 h 2498068"/>
                <a:gd name="connsiteX41" fmla="*/ 878507 w 1206042"/>
                <a:gd name="connsiteY41" fmla="*/ 55625 h 2498068"/>
                <a:gd name="connsiteX42" fmla="*/ 883564 w 1206042"/>
                <a:gd name="connsiteY42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242138 h 2498068"/>
                <a:gd name="connsiteX7" fmla="*/ 1191570 w 1206042"/>
                <a:gd name="connsiteY7" fmla="*/ 1287190 h 2498068"/>
                <a:gd name="connsiteX8" fmla="*/ 1192490 w 1206042"/>
                <a:gd name="connsiteY8" fmla="*/ 1413610 h 2498068"/>
                <a:gd name="connsiteX9" fmla="*/ 1192490 w 1206042"/>
                <a:gd name="connsiteY9" fmla="*/ 1555201 h 2498068"/>
                <a:gd name="connsiteX10" fmla="*/ 1185594 w 1206042"/>
                <a:gd name="connsiteY10" fmla="*/ 1582784 h 2498068"/>
                <a:gd name="connsiteX11" fmla="*/ 1184675 w 1206042"/>
                <a:gd name="connsiteY11" fmla="*/ 1724835 h 2498068"/>
                <a:gd name="connsiteX12" fmla="*/ 1195708 w 1206042"/>
                <a:gd name="connsiteY12" fmla="*/ 2498068 h 2498068"/>
                <a:gd name="connsiteX13" fmla="*/ 0 w 1206042"/>
                <a:gd name="connsiteY13" fmla="*/ 2498068 h 2498068"/>
                <a:gd name="connsiteX14" fmla="*/ 19768 w 1206042"/>
                <a:gd name="connsiteY14" fmla="*/ 2241090 h 2498068"/>
                <a:gd name="connsiteX15" fmla="*/ 44592 w 1206042"/>
                <a:gd name="connsiteY15" fmla="*/ 2024566 h 2498068"/>
                <a:gd name="connsiteX16" fmla="*/ 68497 w 1206042"/>
                <a:gd name="connsiteY16" fmla="*/ 1868264 h 2498068"/>
                <a:gd name="connsiteX17" fmla="*/ 110790 w 1206042"/>
                <a:gd name="connsiteY17" fmla="*/ 1660015 h 2498068"/>
                <a:gd name="connsiteX18" fmla="*/ 144349 w 1206042"/>
                <a:gd name="connsiteY18" fmla="*/ 1560258 h 2498068"/>
                <a:gd name="connsiteX19" fmla="*/ 224799 w 1206042"/>
                <a:gd name="connsiteY19" fmla="*/ 1231105 h 2498068"/>
                <a:gd name="connsiteX20" fmla="*/ 265253 w 1206042"/>
                <a:gd name="connsiteY20" fmla="*/ 939649 h 2498068"/>
                <a:gd name="connsiteX21" fmla="*/ 286400 w 1206042"/>
                <a:gd name="connsiteY21" fmla="*/ 758063 h 2498068"/>
                <a:gd name="connsiteX22" fmla="*/ 309385 w 1206042"/>
                <a:gd name="connsiteY22" fmla="*/ 526828 h 2498068"/>
                <a:gd name="connsiteX23" fmla="*/ 321338 w 1206042"/>
                <a:gd name="connsiteY23" fmla="*/ 390754 h 2498068"/>
                <a:gd name="connsiteX24" fmla="*/ 325016 w 1206042"/>
                <a:gd name="connsiteY24" fmla="*/ 325935 h 2498068"/>
                <a:gd name="connsiteX25" fmla="*/ 328693 w 1206042"/>
                <a:gd name="connsiteY25" fmla="*/ 124122 h 2498068"/>
                <a:gd name="connsiteX26" fmla="*/ 331911 w 1206042"/>
                <a:gd name="connsiteY26" fmla="*/ 70336 h 2498068"/>
                <a:gd name="connsiteX27" fmla="*/ 397650 w 1206042"/>
                <a:gd name="connsiteY27" fmla="*/ 0 h 2498068"/>
                <a:gd name="connsiteX28" fmla="*/ 407304 w 1206042"/>
                <a:gd name="connsiteY28" fmla="*/ 17929 h 2498068"/>
                <a:gd name="connsiteX29" fmla="*/ 410522 w 1206042"/>
                <a:gd name="connsiteY29" fmla="*/ 74013 h 2498068"/>
                <a:gd name="connsiteX30" fmla="*/ 415119 w 1206042"/>
                <a:gd name="connsiteY30" fmla="*/ 255599 h 2498068"/>
                <a:gd name="connsiteX31" fmla="*/ 422474 w 1206042"/>
                <a:gd name="connsiteY31" fmla="*/ 566823 h 2498068"/>
                <a:gd name="connsiteX32" fmla="*/ 424773 w 1206042"/>
                <a:gd name="connsiteY32" fmla="*/ 664282 h 2498068"/>
                <a:gd name="connsiteX33" fmla="*/ 442242 w 1206042"/>
                <a:gd name="connsiteY33" fmla="*/ 683130 h 2498068"/>
                <a:gd name="connsiteX34" fmla="*/ 608197 w 1206042"/>
                <a:gd name="connsiteY34" fmla="*/ 685888 h 2498068"/>
                <a:gd name="connsiteX35" fmla="*/ 842190 w 1206042"/>
                <a:gd name="connsiteY35" fmla="*/ 677154 h 2498068"/>
                <a:gd name="connsiteX36" fmla="*/ 1046761 w 1206042"/>
                <a:gd name="connsiteY36" fmla="*/ 662443 h 2498068"/>
                <a:gd name="connsiteX37" fmla="*/ 1062392 w 1206042"/>
                <a:gd name="connsiteY37" fmla="*/ 638538 h 2498068"/>
                <a:gd name="connsiteX38" fmla="*/ 992515 w 1206042"/>
                <a:gd name="connsiteY38" fmla="*/ 414659 h 2498068"/>
                <a:gd name="connsiteX39" fmla="*/ 896896 w 1206042"/>
                <a:gd name="connsiteY39" fmla="*/ 110790 h 2498068"/>
                <a:gd name="connsiteX40" fmla="*/ 878507 w 1206042"/>
                <a:gd name="connsiteY40" fmla="*/ 55625 h 2498068"/>
                <a:gd name="connsiteX41" fmla="*/ 883564 w 1206042"/>
                <a:gd name="connsiteY41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1570 w 1206042"/>
                <a:gd name="connsiteY6" fmla="*/ 1287190 h 2498068"/>
                <a:gd name="connsiteX7" fmla="*/ 1192490 w 1206042"/>
                <a:gd name="connsiteY7" fmla="*/ 1413610 h 2498068"/>
                <a:gd name="connsiteX8" fmla="*/ 1192490 w 1206042"/>
                <a:gd name="connsiteY8" fmla="*/ 1555201 h 2498068"/>
                <a:gd name="connsiteX9" fmla="*/ 1185594 w 1206042"/>
                <a:gd name="connsiteY9" fmla="*/ 1582784 h 2498068"/>
                <a:gd name="connsiteX10" fmla="*/ 1184675 w 1206042"/>
                <a:gd name="connsiteY10" fmla="*/ 1724835 h 2498068"/>
                <a:gd name="connsiteX11" fmla="*/ 1195708 w 1206042"/>
                <a:gd name="connsiteY11" fmla="*/ 2498068 h 2498068"/>
                <a:gd name="connsiteX12" fmla="*/ 0 w 1206042"/>
                <a:gd name="connsiteY12" fmla="*/ 2498068 h 2498068"/>
                <a:gd name="connsiteX13" fmla="*/ 19768 w 1206042"/>
                <a:gd name="connsiteY13" fmla="*/ 2241090 h 2498068"/>
                <a:gd name="connsiteX14" fmla="*/ 44592 w 1206042"/>
                <a:gd name="connsiteY14" fmla="*/ 2024566 h 2498068"/>
                <a:gd name="connsiteX15" fmla="*/ 68497 w 1206042"/>
                <a:gd name="connsiteY15" fmla="*/ 1868264 h 2498068"/>
                <a:gd name="connsiteX16" fmla="*/ 110790 w 1206042"/>
                <a:gd name="connsiteY16" fmla="*/ 1660015 h 2498068"/>
                <a:gd name="connsiteX17" fmla="*/ 144349 w 1206042"/>
                <a:gd name="connsiteY17" fmla="*/ 1560258 h 2498068"/>
                <a:gd name="connsiteX18" fmla="*/ 224799 w 1206042"/>
                <a:gd name="connsiteY18" fmla="*/ 1231105 h 2498068"/>
                <a:gd name="connsiteX19" fmla="*/ 265253 w 1206042"/>
                <a:gd name="connsiteY19" fmla="*/ 939649 h 2498068"/>
                <a:gd name="connsiteX20" fmla="*/ 286400 w 1206042"/>
                <a:gd name="connsiteY20" fmla="*/ 758063 h 2498068"/>
                <a:gd name="connsiteX21" fmla="*/ 309385 w 1206042"/>
                <a:gd name="connsiteY21" fmla="*/ 526828 h 2498068"/>
                <a:gd name="connsiteX22" fmla="*/ 321338 w 1206042"/>
                <a:gd name="connsiteY22" fmla="*/ 390754 h 2498068"/>
                <a:gd name="connsiteX23" fmla="*/ 325016 w 1206042"/>
                <a:gd name="connsiteY23" fmla="*/ 325935 h 2498068"/>
                <a:gd name="connsiteX24" fmla="*/ 328693 w 1206042"/>
                <a:gd name="connsiteY24" fmla="*/ 124122 h 2498068"/>
                <a:gd name="connsiteX25" fmla="*/ 331911 w 1206042"/>
                <a:gd name="connsiteY25" fmla="*/ 70336 h 2498068"/>
                <a:gd name="connsiteX26" fmla="*/ 397650 w 1206042"/>
                <a:gd name="connsiteY26" fmla="*/ 0 h 2498068"/>
                <a:gd name="connsiteX27" fmla="*/ 407304 w 1206042"/>
                <a:gd name="connsiteY27" fmla="*/ 17929 h 2498068"/>
                <a:gd name="connsiteX28" fmla="*/ 410522 w 1206042"/>
                <a:gd name="connsiteY28" fmla="*/ 74013 h 2498068"/>
                <a:gd name="connsiteX29" fmla="*/ 415119 w 1206042"/>
                <a:gd name="connsiteY29" fmla="*/ 255599 h 2498068"/>
                <a:gd name="connsiteX30" fmla="*/ 422474 w 1206042"/>
                <a:gd name="connsiteY30" fmla="*/ 566823 h 2498068"/>
                <a:gd name="connsiteX31" fmla="*/ 424773 w 1206042"/>
                <a:gd name="connsiteY31" fmla="*/ 664282 h 2498068"/>
                <a:gd name="connsiteX32" fmla="*/ 442242 w 1206042"/>
                <a:gd name="connsiteY32" fmla="*/ 683130 h 2498068"/>
                <a:gd name="connsiteX33" fmla="*/ 608197 w 1206042"/>
                <a:gd name="connsiteY33" fmla="*/ 685888 h 2498068"/>
                <a:gd name="connsiteX34" fmla="*/ 842190 w 1206042"/>
                <a:gd name="connsiteY34" fmla="*/ 677154 h 2498068"/>
                <a:gd name="connsiteX35" fmla="*/ 1046761 w 1206042"/>
                <a:gd name="connsiteY35" fmla="*/ 662443 h 2498068"/>
                <a:gd name="connsiteX36" fmla="*/ 1062392 w 1206042"/>
                <a:gd name="connsiteY36" fmla="*/ 638538 h 2498068"/>
                <a:gd name="connsiteX37" fmla="*/ 992515 w 1206042"/>
                <a:gd name="connsiteY37" fmla="*/ 414659 h 2498068"/>
                <a:gd name="connsiteX38" fmla="*/ 896896 w 1206042"/>
                <a:gd name="connsiteY38" fmla="*/ 110790 h 2498068"/>
                <a:gd name="connsiteX39" fmla="*/ 878507 w 1206042"/>
                <a:gd name="connsiteY39" fmla="*/ 55625 h 2498068"/>
                <a:gd name="connsiteX40" fmla="*/ 883564 w 1206042"/>
                <a:gd name="connsiteY40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413610 h 2498068"/>
                <a:gd name="connsiteX7" fmla="*/ 1192490 w 1206042"/>
                <a:gd name="connsiteY7" fmla="*/ 1555201 h 2498068"/>
                <a:gd name="connsiteX8" fmla="*/ 1185594 w 1206042"/>
                <a:gd name="connsiteY8" fmla="*/ 1582784 h 2498068"/>
                <a:gd name="connsiteX9" fmla="*/ 1184675 w 1206042"/>
                <a:gd name="connsiteY9" fmla="*/ 1724835 h 2498068"/>
                <a:gd name="connsiteX10" fmla="*/ 1195708 w 1206042"/>
                <a:gd name="connsiteY10" fmla="*/ 2498068 h 2498068"/>
                <a:gd name="connsiteX11" fmla="*/ 0 w 1206042"/>
                <a:gd name="connsiteY11" fmla="*/ 2498068 h 2498068"/>
                <a:gd name="connsiteX12" fmla="*/ 19768 w 1206042"/>
                <a:gd name="connsiteY12" fmla="*/ 2241090 h 2498068"/>
                <a:gd name="connsiteX13" fmla="*/ 44592 w 1206042"/>
                <a:gd name="connsiteY13" fmla="*/ 2024566 h 2498068"/>
                <a:gd name="connsiteX14" fmla="*/ 68497 w 1206042"/>
                <a:gd name="connsiteY14" fmla="*/ 1868264 h 2498068"/>
                <a:gd name="connsiteX15" fmla="*/ 110790 w 1206042"/>
                <a:gd name="connsiteY15" fmla="*/ 1660015 h 2498068"/>
                <a:gd name="connsiteX16" fmla="*/ 144349 w 1206042"/>
                <a:gd name="connsiteY16" fmla="*/ 1560258 h 2498068"/>
                <a:gd name="connsiteX17" fmla="*/ 224799 w 1206042"/>
                <a:gd name="connsiteY17" fmla="*/ 1231105 h 2498068"/>
                <a:gd name="connsiteX18" fmla="*/ 265253 w 1206042"/>
                <a:gd name="connsiteY18" fmla="*/ 939649 h 2498068"/>
                <a:gd name="connsiteX19" fmla="*/ 286400 w 1206042"/>
                <a:gd name="connsiteY19" fmla="*/ 758063 h 2498068"/>
                <a:gd name="connsiteX20" fmla="*/ 309385 w 1206042"/>
                <a:gd name="connsiteY20" fmla="*/ 526828 h 2498068"/>
                <a:gd name="connsiteX21" fmla="*/ 321338 w 1206042"/>
                <a:gd name="connsiteY21" fmla="*/ 390754 h 2498068"/>
                <a:gd name="connsiteX22" fmla="*/ 325016 w 1206042"/>
                <a:gd name="connsiteY22" fmla="*/ 325935 h 2498068"/>
                <a:gd name="connsiteX23" fmla="*/ 328693 w 1206042"/>
                <a:gd name="connsiteY23" fmla="*/ 124122 h 2498068"/>
                <a:gd name="connsiteX24" fmla="*/ 331911 w 1206042"/>
                <a:gd name="connsiteY24" fmla="*/ 70336 h 2498068"/>
                <a:gd name="connsiteX25" fmla="*/ 397650 w 1206042"/>
                <a:gd name="connsiteY25" fmla="*/ 0 h 2498068"/>
                <a:gd name="connsiteX26" fmla="*/ 407304 w 1206042"/>
                <a:gd name="connsiteY26" fmla="*/ 17929 h 2498068"/>
                <a:gd name="connsiteX27" fmla="*/ 410522 w 1206042"/>
                <a:gd name="connsiteY27" fmla="*/ 74013 h 2498068"/>
                <a:gd name="connsiteX28" fmla="*/ 415119 w 1206042"/>
                <a:gd name="connsiteY28" fmla="*/ 255599 h 2498068"/>
                <a:gd name="connsiteX29" fmla="*/ 422474 w 1206042"/>
                <a:gd name="connsiteY29" fmla="*/ 566823 h 2498068"/>
                <a:gd name="connsiteX30" fmla="*/ 424773 w 1206042"/>
                <a:gd name="connsiteY30" fmla="*/ 664282 h 2498068"/>
                <a:gd name="connsiteX31" fmla="*/ 442242 w 1206042"/>
                <a:gd name="connsiteY31" fmla="*/ 683130 h 2498068"/>
                <a:gd name="connsiteX32" fmla="*/ 608197 w 1206042"/>
                <a:gd name="connsiteY32" fmla="*/ 685888 h 2498068"/>
                <a:gd name="connsiteX33" fmla="*/ 842190 w 1206042"/>
                <a:gd name="connsiteY33" fmla="*/ 677154 h 2498068"/>
                <a:gd name="connsiteX34" fmla="*/ 1046761 w 1206042"/>
                <a:gd name="connsiteY34" fmla="*/ 662443 h 2498068"/>
                <a:gd name="connsiteX35" fmla="*/ 1062392 w 1206042"/>
                <a:gd name="connsiteY35" fmla="*/ 638538 h 2498068"/>
                <a:gd name="connsiteX36" fmla="*/ 992515 w 1206042"/>
                <a:gd name="connsiteY36" fmla="*/ 414659 h 2498068"/>
                <a:gd name="connsiteX37" fmla="*/ 896896 w 1206042"/>
                <a:gd name="connsiteY37" fmla="*/ 110790 h 2498068"/>
                <a:gd name="connsiteX38" fmla="*/ 878507 w 1206042"/>
                <a:gd name="connsiteY38" fmla="*/ 55625 h 2498068"/>
                <a:gd name="connsiteX39" fmla="*/ 883564 w 1206042"/>
                <a:gd name="connsiteY39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92490 w 1206042"/>
                <a:gd name="connsiteY6" fmla="*/ 1555201 h 2498068"/>
                <a:gd name="connsiteX7" fmla="*/ 1185594 w 1206042"/>
                <a:gd name="connsiteY7" fmla="*/ 1582784 h 2498068"/>
                <a:gd name="connsiteX8" fmla="*/ 1184675 w 1206042"/>
                <a:gd name="connsiteY8" fmla="*/ 1724835 h 2498068"/>
                <a:gd name="connsiteX9" fmla="*/ 1195708 w 1206042"/>
                <a:gd name="connsiteY9" fmla="*/ 2498068 h 2498068"/>
                <a:gd name="connsiteX10" fmla="*/ 0 w 1206042"/>
                <a:gd name="connsiteY10" fmla="*/ 2498068 h 2498068"/>
                <a:gd name="connsiteX11" fmla="*/ 19768 w 1206042"/>
                <a:gd name="connsiteY11" fmla="*/ 2241090 h 2498068"/>
                <a:gd name="connsiteX12" fmla="*/ 44592 w 1206042"/>
                <a:gd name="connsiteY12" fmla="*/ 2024566 h 2498068"/>
                <a:gd name="connsiteX13" fmla="*/ 68497 w 1206042"/>
                <a:gd name="connsiteY13" fmla="*/ 1868264 h 2498068"/>
                <a:gd name="connsiteX14" fmla="*/ 110790 w 1206042"/>
                <a:gd name="connsiteY14" fmla="*/ 1660015 h 2498068"/>
                <a:gd name="connsiteX15" fmla="*/ 144349 w 1206042"/>
                <a:gd name="connsiteY15" fmla="*/ 1560258 h 2498068"/>
                <a:gd name="connsiteX16" fmla="*/ 224799 w 1206042"/>
                <a:gd name="connsiteY16" fmla="*/ 1231105 h 2498068"/>
                <a:gd name="connsiteX17" fmla="*/ 265253 w 1206042"/>
                <a:gd name="connsiteY17" fmla="*/ 939649 h 2498068"/>
                <a:gd name="connsiteX18" fmla="*/ 286400 w 1206042"/>
                <a:gd name="connsiteY18" fmla="*/ 758063 h 2498068"/>
                <a:gd name="connsiteX19" fmla="*/ 309385 w 1206042"/>
                <a:gd name="connsiteY19" fmla="*/ 526828 h 2498068"/>
                <a:gd name="connsiteX20" fmla="*/ 321338 w 1206042"/>
                <a:gd name="connsiteY20" fmla="*/ 390754 h 2498068"/>
                <a:gd name="connsiteX21" fmla="*/ 325016 w 1206042"/>
                <a:gd name="connsiteY21" fmla="*/ 325935 h 2498068"/>
                <a:gd name="connsiteX22" fmla="*/ 328693 w 1206042"/>
                <a:gd name="connsiteY22" fmla="*/ 124122 h 2498068"/>
                <a:gd name="connsiteX23" fmla="*/ 331911 w 1206042"/>
                <a:gd name="connsiteY23" fmla="*/ 70336 h 2498068"/>
                <a:gd name="connsiteX24" fmla="*/ 397650 w 1206042"/>
                <a:gd name="connsiteY24" fmla="*/ 0 h 2498068"/>
                <a:gd name="connsiteX25" fmla="*/ 407304 w 1206042"/>
                <a:gd name="connsiteY25" fmla="*/ 17929 h 2498068"/>
                <a:gd name="connsiteX26" fmla="*/ 410522 w 1206042"/>
                <a:gd name="connsiteY26" fmla="*/ 74013 h 2498068"/>
                <a:gd name="connsiteX27" fmla="*/ 415119 w 1206042"/>
                <a:gd name="connsiteY27" fmla="*/ 255599 h 2498068"/>
                <a:gd name="connsiteX28" fmla="*/ 422474 w 1206042"/>
                <a:gd name="connsiteY28" fmla="*/ 566823 h 2498068"/>
                <a:gd name="connsiteX29" fmla="*/ 424773 w 1206042"/>
                <a:gd name="connsiteY29" fmla="*/ 664282 h 2498068"/>
                <a:gd name="connsiteX30" fmla="*/ 442242 w 1206042"/>
                <a:gd name="connsiteY30" fmla="*/ 683130 h 2498068"/>
                <a:gd name="connsiteX31" fmla="*/ 608197 w 1206042"/>
                <a:gd name="connsiteY31" fmla="*/ 685888 h 2498068"/>
                <a:gd name="connsiteX32" fmla="*/ 842190 w 1206042"/>
                <a:gd name="connsiteY32" fmla="*/ 677154 h 2498068"/>
                <a:gd name="connsiteX33" fmla="*/ 1046761 w 1206042"/>
                <a:gd name="connsiteY33" fmla="*/ 662443 h 2498068"/>
                <a:gd name="connsiteX34" fmla="*/ 1062392 w 1206042"/>
                <a:gd name="connsiteY34" fmla="*/ 638538 h 2498068"/>
                <a:gd name="connsiteX35" fmla="*/ 992515 w 1206042"/>
                <a:gd name="connsiteY35" fmla="*/ 414659 h 2498068"/>
                <a:gd name="connsiteX36" fmla="*/ 896896 w 1206042"/>
                <a:gd name="connsiteY36" fmla="*/ 110790 h 2498068"/>
                <a:gd name="connsiteX37" fmla="*/ 878507 w 1206042"/>
                <a:gd name="connsiteY37" fmla="*/ 55625 h 2498068"/>
                <a:gd name="connsiteX38" fmla="*/ 883564 w 1206042"/>
                <a:gd name="connsiteY38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608197 w 1206042"/>
                <a:gd name="connsiteY30" fmla="*/ 685888 h 2498068"/>
                <a:gd name="connsiteX31" fmla="*/ 842190 w 1206042"/>
                <a:gd name="connsiteY31" fmla="*/ 677154 h 2498068"/>
                <a:gd name="connsiteX32" fmla="*/ 1046761 w 1206042"/>
                <a:gd name="connsiteY32" fmla="*/ 662443 h 2498068"/>
                <a:gd name="connsiteX33" fmla="*/ 1062392 w 1206042"/>
                <a:gd name="connsiteY33" fmla="*/ 638538 h 2498068"/>
                <a:gd name="connsiteX34" fmla="*/ 992515 w 1206042"/>
                <a:gd name="connsiteY34" fmla="*/ 414659 h 2498068"/>
                <a:gd name="connsiteX35" fmla="*/ 896896 w 1206042"/>
                <a:gd name="connsiteY35" fmla="*/ 110790 h 2498068"/>
                <a:gd name="connsiteX36" fmla="*/ 878507 w 1206042"/>
                <a:gd name="connsiteY36" fmla="*/ 55625 h 2498068"/>
                <a:gd name="connsiteX37" fmla="*/ 883564 w 1206042"/>
                <a:gd name="connsiteY37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608197 w 1206042"/>
                <a:gd name="connsiteY30" fmla="*/ 685888 h 2498068"/>
                <a:gd name="connsiteX31" fmla="*/ 842190 w 1206042"/>
                <a:gd name="connsiteY31" fmla="*/ 677154 h 2498068"/>
                <a:gd name="connsiteX32" fmla="*/ 1046761 w 1206042"/>
                <a:gd name="connsiteY32" fmla="*/ 662443 h 2498068"/>
                <a:gd name="connsiteX33" fmla="*/ 1062392 w 1206042"/>
                <a:gd name="connsiteY33" fmla="*/ 638538 h 2498068"/>
                <a:gd name="connsiteX34" fmla="*/ 992515 w 1206042"/>
                <a:gd name="connsiteY34" fmla="*/ 414659 h 2498068"/>
                <a:gd name="connsiteX35" fmla="*/ 896896 w 1206042"/>
                <a:gd name="connsiteY35" fmla="*/ 110790 h 2498068"/>
                <a:gd name="connsiteX36" fmla="*/ 878507 w 1206042"/>
                <a:gd name="connsiteY36" fmla="*/ 55625 h 2498068"/>
                <a:gd name="connsiteX37" fmla="*/ 883564 w 1206042"/>
                <a:gd name="connsiteY37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608197 w 1206042"/>
                <a:gd name="connsiteY30" fmla="*/ 685888 h 2498068"/>
                <a:gd name="connsiteX31" fmla="*/ 842190 w 1206042"/>
                <a:gd name="connsiteY31" fmla="*/ 677154 h 2498068"/>
                <a:gd name="connsiteX32" fmla="*/ 1046761 w 1206042"/>
                <a:gd name="connsiteY32" fmla="*/ 662443 h 2498068"/>
                <a:gd name="connsiteX33" fmla="*/ 1062392 w 1206042"/>
                <a:gd name="connsiteY33" fmla="*/ 638538 h 2498068"/>
                <a:gd name="connsiteX34" fmla="*/ 992515 w 1206042"/>
                <a:gd name="connsiteY34" fmla="*/ 414659 h 2498068"/>
                <a:gd name="connsiteX35" fmla="*/ 896896 w 1206042"/>
                <a:gd name="connsiteY35" fmla="*/ 110790 h 2498068"/>
                <a:gd name="connsiteX36" fmla="*/ 878507 w 1206042"/>
                <a:gd name="connsiteY36" fmla="*/ 55625 h 2498068"/>
                <a:gd name="connsiteX37" fmla="*/ 883564 w 1206042"/>
                <a:gd name="connsiteY37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842190 w 1206042"/>
                <a:gd name="connsiteY30" fmla="*/ 677154 h 2498068"/>
                <a:gd name="connsiteX31" fmla="*/ 1046761 w 1206042"/>
                <a:gd name="connsiteY31" fmla="*/ 662443 h 2498068"/>
                <a:gd name="connsiteX32" fmla="*/ 1062392 w 1206042"/>
                <a:gd name="connsiteY32" fmla="*/ 638538 h 2498068"/>
                <a:gd name="connsiteX33" fmla="*/ 992515 w 1206042"/>
                <a:gd name="connsiteY33" fmla="*/ 414659 h 2498068"/>
                <a:gd name="connsiteX34" fmla="*/ 896896 w 1206042"/>
                <a:gd name="connsiteY34" fmla="*/ 110790 h 2498068"/>
                <a:gd name="connsiteX35" fmla="*/ 878507 w 1206042"/>
                <a:gd name="connsiteY35" fmla="*/ 55625 h 2498068"/>
                <a:gd name="connsiteX36" fmla="*/ 883564 w 1206042"/>
                <a:gd name="connsiteY36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992515 w 1206042"/>
                <a:gd name="connsiteY32" fmla="*/ 414659 h 2498068"/>
                <a:gd name="connsiteX33" fmla="*/ 896896 w 1206042"/>
                <a:gd name="connsiteY33" fmla="*/ 110790 h 2498068"/>
                <a:gd name="connsiteX34" fmla="*/ 878507 w 1206042"/>
                <a:gd name="connsiteY34" fmla="*/ 55625 h 2498068"/>
                <a:gd name="connsiteX35" fmla="*/ 883564 w 1206042"/>
                <a:gd name="connsiteY35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992515 w 1206042"/>
                <a:gd name="connsiteY32" fmla="*/ 414659 h 2498068"/>
                <a:gd name="connsiteX33" fmla="*/ 896896 w 1206042"/>
                <a:gd name="connsiteY33" fmla="*/ 110790 h 2498068"/>
                <a:gd name="connsiteX34" fmla="*/ 878507 w 1206042"/>
                <a:gd name="connsiteY34" fmla="*/ 55625 h 2498068"/>
                <a:gd name="connsiteX35" fmla="*/ 883564 w 1206042"/>
                <a:gd name="connsiteY35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992515 w 1206042"/>
                <a:gd name="connsiteY32" fmla="*/ 414659 h 2498068"/>
                <a:gd name="connsiteX33" fmla="*/ 896896 w 1206042"/>
                <a:gd name="connsiteY33" fmla="*/ 110790 h 2498068"/>
                <a:gd name="connsiteX34" fmla="*/ 878507 w 1206042"/>
                <a:gd name="connsiteY34" fmla="*/ 55625 h 2498068"/>
                <a:gd name="connsiteX35" fmla="*/ 883564 w 1206042"/>
                <a:gd name="connsiteY35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992515 w 1206042"/>
                <a:gd name="connsiteY32" fmla="*/ 414659 h 2498068"/>
                <a:gd name="connsiteX33" fmla="*/ 896896 w 1206042"/>
                <a:gd name="connsiteY33" fmla="*/ 110790 h 2498068"/>
                <a:gd name="connsiteX34" fmla="*/ 878507 w 1206042"/>
                <a:gd name="connsiteY34" fmla="*/ 55625 h 2498068"/>
                <a:gd name="connsiteX35" fmla="*/ 883564 w 1206042"/>
                <a:gd name="connsiteY35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992515 w 1206042"/>
                <a:gd name="connsiteY32" fmla="*/ 414659 h 2498068"/>
                <a:gd name="connsiteX33" fmla="*/ 896896 w 1206042"/>
                <a:gd name="connsiteY33" fmla="*/ 110790 h 2498068"/>
                <a:gd name="connsiteX34" fmla="*/ 878507 w 1206042"/>
                <a:gd name="connsiteY34" fmla="*/ 55625 h 2498068"/>
                <a:gd name="connsiteX35" fmla="*/ 883564 w 1206042"/>
                <a:gd name="connsiteY35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896896 w 1206042"/>
                <a:gd name="connsiteY32" fmla="*/ 110790 h 2498068"/>
                <a:gd name="connsiteX33" fmla="*/ 878507 w 1206042"/>
                <a:gd name="connsiteY33" fmla="*/ 55625 h 2498068"/>
                <a:gd name="connsiteX34" fmla="*/ 883564 w 1206042"/>
                <a:gd name="connsiteY34" fmla="*/ 35398 h 2498068"/>
                <a:gd name="connsiteX0" fmla="*/ 883564 w 1206042"/>
                <a:gd name="connsiteY0" fmla="*/ 35398 h 2498068"/>
                <a:gd name="connsiteX1" fmla="*/ 894138 w 1206042"/>
                <a:gd name="connsiteY1" fmla="*/ 45511 h 2498068"/>
                <a:gd name="connsiteX2" fmla="*/ 910687 w 1206042"/>
                <a:gd name="connsiteY2" fmla="*/ 59303 h 2498068"/>
                <a:gd name="connsiteX3" fmla="*/ 1051818 w 1206042"/>
                <a:gd name="connsiteY3" fmla="*/ 291457 h 2498068"/>
                <a:gd name="connsiteX4" fmla="*/ 1185134 w 1206042"/>
                <a:gd name="connsiteY4" fmla="*/ 746570 h 2498068"/>
                <a:gd name="connsiteX5" fmla="*/ 1205361 w 1206042"/>
                <a:gd name="connsiteY5" fmla="*/ 1137324 h 2498068"/>
                <a:gd name="connsiteX6" fmla="*/ 1185594 w 1206042"/>
                <a:gd name="connsiteY6" fmla="*/ 1582784 h 2498068"/>
                <a:gd name="connsiteX7" fmla="*/ 1184675 w 1206042"/>
                <a:gd name="connsiteY7" fmla="*/ 1724835 h 2498068"/>
                <a:gd name="connsiteX8" fmla="*/ 1195708 w 1206042"/>
                <a:gd name="connsiteY8" fmla="*/ 2498068 h 2498068"/>
                <a:gd name="connsiteX9" fmla="*/ 0 w 1206042"/>
                <a:gd name="connsiteY9" fmla="*/ 2498068 h 2498068"/>
                <a:gd name="connsiteX10" fmla="*/ 19768 w 1206042"/>
                <a:gd name="connsiteY10" fmla="*/ 2241090 h 2498068"/>
                <a:gd name="connsiteX11" fmla="*/ 44592 w 1206042"/>
                <a:gd name="connsiteY11" fmla="*/ 2024566 h 2498068"/>
                <a:gd name="connsiteX12" fmla="*/ 68497 w 1206042"/>
                <a:gd name="connsiteY12" fmla="*/ 1868264 h 2498068"/>
                <a:gd name="connsiteX13" fmla="*/ 110790 w 1206042"/>
                <a:gd name="connsiteY13" fmla="*/ 1660015 h 2498068"/>
                <a:gd name="connsiteX14" fmla="*/ 144349 w 1206042"/>
                <a:gd name="connsiteY14" fmla="*/ 1560258 h 2498068"/>
                <a:gd name="connsiteX15" fmla="*/ 224799 w 1206042"/>
                <a:gd name="connsiteY15" fmla="*/ 1231105 h 2498068"/>
                <a:gd name="connsiteX16" fmla="*/ 265253 w 1206042"/>
                <a:gd name="connsiteY16" fmla="*/ 939649 h 2498068"/>
                <a:gd name="connsiteX17" fmla="*/ 286400 w 1206042"/>
                <a:gd name="connsiteY17" fmla="*/ 758063 h 2498068"/>
                <a:gd name="connsiteX18" fmla="*/ 309385 w 1206042"/>
                <a:gd name="connsiteY18" fmla="*/ 526828 h 2498068"/>
                <a:gd name="connsiteX19" fmla="*/ 321338 w 1206042"/>
                <a:gd name="connsiteY19" fmla="*/ 390754 h 2498068"/>
                <a:gd name="connsiteX20" fmla="*/ 325016 w 1206042"/>
                <a:gd name="connsiteY20" fmla="*/ 325935 h 2498068"/>
                <a:gd name="connsiteX21" fmla="*/ 328693 w 1206042"/>
                <a:gd name="connsiteY21" fmla="*/ 124122 h 2498068"/>
                <a:gd name="connsiteX22" fmla="*/ 331911 w 1206042"/>
                <a:gd name="connsiteY22" fmla="*/ 70336 h 2498068"/>
                <a:gd name="connsiteX23" fmla="*/ 397650 w 1206042"/>
                <a:gd name="connsiteY23" fmla="*/ 0 h 2498068"/>
                <a:gd name="connsiteX24" fmla="*/ 407304 w 1206042"/>
                <a:gd name="connsiteY24" fmla="*/ 17929 h 2498068"/>
                <a:gd name="connsiteX25" fmla="*/ 410522 w 1206042"/>
                <a:gd name="connsiteY25" fmla="*/ 74013 h 2498068"/>
                <a:gd name="connsiteX26" fmla="*/ 415119 w 1206042"/>
                <a:gd name="connsiteY26" fmla="*/ 255599 h 2498068"/>
                <a:gd name="connsiteX27" fmla="*/ 422474 w 1206042"/>
                <a:gd name="connsiteY27" fmla="*/ 566823 h 2498068"/>
                <a:gd name="connsiteX28" fmla="*/ 424773 w 1206042"/>
                <a:gd name="connsiteY28" fmla="*/ 664282 h 2498068"/>
                <a:gd name="connsiteX29" fmla="*/ 442242 w 1206042"/>
                <a:gd name="connsiteY29" fmla="*/ 683130 h 2498068"/>
                <a:gd name="connsiteX30" fmla="*/ 1046761 w 1206042"/>
                <a:gd name="connsiteY30" fmla="*/ 662443 h 2498068"/>
                <a:gd name="connsiteX31" fmla="*/ 1062392 w 1206042"/>
                <a:gd name="connsiteY31" fmla="*/ 638538 h 2498068"/>
                <a:gd name="connsiteX32" fmla="*/ 896896 w 1206042"/>
                <a:gd name="connsiteY32" fmla="*/ 110790 h 2498068"/>
                <a:gd name="connsiteX33" fmla="*/ 878507 w 1206042"/>
                <a:gd name="connsiteY33" fmla="*/ 55625 h 2498068"/>
                <a:gd name="connsiteX34" fmla="*/ 883564 w 1206042"/>
                <a:gd name="connsiteY34" fmla="*/ 35398 h 2498068"/>
                <a:gd name="connsiteX0" fmla="*/ 883564 w 1206042"/>
                <a:gd name="connsiteY0" fmla="*/ 35398 h 2498068"/>
                <a:gd name="connsiteX1" fmla="*/ 910687 w 1206042"/>
                <a:gd name="connsiteY1" fmla="*/ 59303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96896 w 1206042"/>
                <a:gd name="connsiteY31" fmla="*/ 110790 h 2498068"/>
                <a:gd name="connsiteX32" fmla="*/ 878507 w 1206042"/>
                <a:gd name="connsiteY32" fmla="*/ 55625 h 2498068"/>
                <a:gd name="connsiteX33" fmla="*/ 883564 w 1206042"/>
                <a:gd name="connsiteY33" fmla="*/ 35398 h 2498068"/>
                <a:gd name="connsiteX0" fmla="*/ 883564 w 1206042"/>
                <a:gd name="connsiteY0" fmla="*/ 35398 h 2498068"/>
                <a:gd name="connsiteX1" fmla="*/ 915684 w 1206042"/>
                <a:gd name="connsiteY1" fmla="*/ 41814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96896 w 1206042"/>
                <a:gd name="connsiteY31" fmla="*/ 110790 h 2498068"/>
                <a:gd name="connsiteX32" fmla="*/ 878507 w 1206042"/>
                <a:gd name="connsiteY32" fmla="*/ 55625 h 2498068"/>
                <a:gd name="connsiteX33" fmla="*/ 883564 w 1206042"/>
                <a:gd name="connsiteY33" fmla="*/ 35398 h 2498068"/>
                <a:gd name="connsiteX0" fmla="*/ 883564 w 1206042"/>
                <a:gd name="connsiteY0" fmla="*/ 35398 h 2498068"/>
                <a:gd name="connsiteX1" fmla="*/ 915684 w 1206042"/>
                <a:gd name="connsiteY1" fmla="*/ 41814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96896 w 1206042"/>
                <a:gd name="connsiteY31" fmla="*/ 110790 h 2498068"/>
                <a:gd name="connsiteX32" fmla="*/ 883564 w 1206042"/>
                <a:gd name="connsiteY32" fmla="*/ 35398 h 2498068"/>
                <a:gd name="connsiteX0" fmla="*/ 883564 w 1206042"/>
                <a:gd name="connsiteY0" fmla="*/ 53011 h 2515681"/>
                <a:gd name="connsiteX1" fmla="*/ 915684 w 1206042"/>
                <a:gd name="connsiteY1" fmla="*/ 59427 h 2515681"/>
                <a:gd name="connsiteX2" fmla="*/ 1051818 w 1206042"/>
                <a:gd name="connsiteY2" fmla="*/ 309070 h 2515681"/>
                <a:gd name="connsiteX3" fmla="*/ 1185134 w 1206042"/>
                <a:gd name="connsiteY3" fmla="*/ 764183 h 2515681"/>
                <a:gd name="connsiteX4" fmla="*/ 1205361 w 1206042"/>
                <a:gd name="connsiteY4" fmla="*/ 1154937 h 2515681"/>
                <a:gd name="connsiteX5" fmla="*/ 1185594 w 1206042"/>
                <a:gd name="connsiteY5" fmla="*/ 1600397 h 2515681"/>
                <a:gd name="connsiteX6" fmla="*/ 1184675 w 1206042"/>
                <a:gd name="connsiteY6" fmla="*/ 1742448 h 2515681"/>
                <a:gd name="connsiteX7" fmla="*/ 1195708 w 1206042"/>
                <a:gd name="connsiteY7" fmla="*/ 2515681 h 2515681"/>
                <a:gd name="connsiteX8" fmla="*/ 0 w 1206042"/>
                <a:gd name="connsiteY8" fmla="*/ 2515681 h 2515681"/>
                <a:gd name="connsiteX9" fmla="*/ 19768 w 1206042"/>
                <a:gd name="connsiteY9" fmla="*/ 2258703 h 2515681"/>
                <a:gd name="connsiteX10" fmla="*/ 44592 w 1206042"/>
                <a:gd name="connsiteY10" fmla="*/ 2042179 h 2515681"/>
                <a:gd name="connsiteX11" fmla="*/ 68497 w 1206042"/>
                <a:gd name="connsiteY11" fmla="*/ 1885877 h 2515681"/>
                <a:gd name="connsiteX12" fmla="*/ 110790 w 1206042"/>
                <a:gd name="connsiteY12" fmla="*/ 1677628 h 2515681"/>
                <a:gd name="connsiteX13" fmla="*/ 144349 w 1206042"/>
                <a:gd name="connsiteY13" fmla="*/ 1577871 h 2515681"/>
                <a:gd name="connsiteX14" fmla="*/ 224799 w 1206042"/>
                <a:gd name="connsiteY14" fmla="*/ 1248718 h 2515681"/>
                <a:gd name="connsiteX15" fmla="*/ 265253 w 1206042"/>
                <a:gd name="connsiteY15" fmla="*/ 957262 h 2515681"/>
                <a:gd name="connsiteX16" fmla="*/ 286400 w 1206042"/>
                <a:gd name="connsiteY16" fmla="*/ 775676 h 2515681"/>
                <a:gd name="connsiteX17" fmla="*/ 309385 w 1206042"/>
                <a:gd name="connsiteY17" fmla="*/ 544441 h 2515681"/>
                <a:gd name="connsiteX18" fmla="*/ 321338 w 1206042"/>
                <a:gd name="connsiteY18" fmla="*/ 408367 h 2515681"/>
                <a:gd name="connsiteX19" fmla="*/ 325016 w 1206042"/>
                <a:gd name="connsiteY19" fmla="*/ 343548 h 2515681"/>
                <a:gd name="connsiteX20" fmla="*/ 328693 w 1206042"/>
                <a:gd name="connsiteY20" fmla="*/ 141735 h 2515681"/>
                <a:gd name="connsiteX21" fmla="*/ 331911 w 1206042"/>
                <a:gd name="connsiteY21" fmla="*/ 87949 h 2515681"/>
                <a:gd name="connsiteX22" fmla="*/ 397650 w 1206042"/>
                <a:gd name="connsiteY22" fmla="*/ 17613 h 2515681"/>
                <a:gd name="connsiteX23" fmla="*/ 407304 w 1206042"/>
                <a:gd name="connsiteY23" fmla="*/ 35542 h 2515681"/>
                <a:gd name="connsiteX24" fmla="*/ 410522 w 1206042"/>
                <a:gd name="connsiteY24" fmla="*/ 91626 h 2515681"/>
                <a:gd name="connsiteX25" fmla="*/ 415119 w 1206042"/>
                <a:gd name="connsiteY25" fmla="*/ 273212 h 2515681"/>
                <a:gd name="connsiteX26" fmla="*/ 422474 w 1206042"/>
                <a:gd name="connsiteY26" fmla="*/ 584436 h 2515681"/>
                <a:gd name="connsiteX27" fmla="*/ 424773 w 1206042"/>
                <a:gd name="connsiteY27" fmla="*/ 681895 h 2515681"/>
                <a:gd name="connsiteX28" fmla="*/ 442242 w 1206042"/>
                <a:gd name="connsiteY28" fmla="*/ 700743 h 2515681"/>
                <a:gd name="connsiteX29" fmla="*/ 1046761 w 1206042"/>
                <a:gd name="connsiteY29" fmla="*/ 680056 h 2515681"/>
                <a:gd name="connsiteX30" fmla="*/ 1062392 w 1206042"/>
                <a:gd name="connsiteY30" fmla="*/ 656151 h 2515681"/>
                <a:gd name="connsiteX31" fmla="*/ 883564 w 1206042"/>
                <a:gd name="connsiteY31" fmla="*/ 53011 h 2515681"/>
                <a:gd name="connsiteX0" fmla="*/ 883564 w 1206042"/>
                <a:gd name="connsiteY0" fmla="*/ 35398 h 2498068"/>
                <a:gd name="connsiteX1" fmla="*/ 915684 w 1206042"/>
                <a:gd name="connsiteY1" fmla="*/ 41814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83564 w 1206042"/>
                <a:gd name="connsiteY31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83564 w 1206042"/>
                <a:gd name="connsiteY31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83564 w 1206042"/>
                <a:gd name="connsiteY31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07304 w 1206042"/>
                <a:gd name="connsiteY23" fmla="*/ 17929 h 2498068"/>
                <a:gd name="connsiteX24" fmla="*/ 410522 w 1206042"/>
                <a:gd name="connsiteY24" fmla="*/ 74013 h 2498068"/>
                <a:gd name="connsiteX25" fmla="*/ 415119 w 1206042"/>
                <a:gd name="connsiteY25" fmla="*/ 255599 h 2498068"/>
                <a:gd name="connsiteX26" fmla="*/ 422474 w 1206042"/>
                <a:gd name="connsiteY26" fmla="*/ 566823 h 2498068"/>
                <a:gd name="connsiteX27" fmla="*/ 424773 w 1206042"/>
                <a:gd name="connsiteY27" fmla="*/ 664282 h 2498068"/>
                <a:gd name="connsiteX28" fmla="*/ 442242 w 1206042"/>
                <a:gd name="connsiteY28" fmla="*/ 683130 h 2498068"/>
                <a:gd name="connsiteX29" fmla="*/ 1046761 w 1206042"/>
                <a:gd name="connsiteY29" fmla="*/ 662443 h 2498068"/>
                <a:gd name="connsiteX30" fmla="*/ 1062392 w 1206042"/>
                <a:gd name="connsiteY30" fmla="*/ 638538 h 2498068"/>
                <a:gd name="connsiteX31" fmla="*/ 883564 w 1206042"/>
                <a:gd name="connsiteY31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10522 w 1206042"/>
                <a:gd name="connsiteY23" fmla="*/ 74013 h 2498068"/>
                <a:gd name="connsiteX24" fmla="*/ 415119 w 1206042"/>
                <a:gd name="connsiteY24" fmla="*/ 255599 h 2498068"/>
                <a:gd name="connsiteX25" fmla="*/ 422474 w 1206042"/>
                <a:gd name="connsiteY25" fmla="*/ 566823 h 2498068"/>
                <a:gd name="connsiteX26" fmla="*/ 424773 w 1206042"/>
                <a:gd name="connsiteY26" fmla="*/ 664282 h 2498068"/>
                <a:gd name="connsiteX27" fmla="*/ 442242 w 1206042"/>
                <a:gd name="connsiteY27" fmla="*/ 683130 h 2498068"/>
                <a:gd name="connsiteX28" fmla="*/ 1046761 w 1206042"/>
                <a:gd name="connsiteY28" fmla="*/ 662443 h 2498068"/>
                <a:gd name="connsiteX29" fmla="*/ 1062392 w 1206042"/>
                <a:gd name="connsiteY29" fmla="*/ 638538 h 2498068"/>
                <a:gd name="connsiteX30" fmla="*/ 883564 w 1206042"/>
                <a:gd name="connsiteY30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15119 w 1206042"/>
                <a:gd name="connsiteY23" fmla="*/ 255599 h 2498068"/>
                <a:gd name="connsiteX24" fmla="*/ 422474 w 1206042"/>
                <a:gd name="connsiteY24" fmla="*/ 566823 h 2498068"/>
                <a:gd name="connsiteX25" fmla="*/ 424773 w 1206042"/>
                <a:gd name="connsiteY25" fmla="*/ 664282 h 2498068"/>
                <a:gd name="connsiteX26" fmla="*/ 442242 w 1206042"/>
                <a:gd name="connsiteY26" fmla="*/ 683130 h 2498068"/>
                <a:gd name="connsiteX27" fmla="*/ 1046761 w 1206042"/>
                <a:gd name="connsiteY27" fmla="*/ 662443 h 2498068"/>
                <a:gd name="connsiteX28" fmla="*/ 1062392 w 1206042"/>
                <a:gd name="connsiteY28" fmla="*/ 638538 h 2498068"/>
                <a:gd name="connsiteX29" fmla="*/ 883564 w 1206042"/>
                <a:gd name="connsiteY29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5016 w 1206042"/>
                <a:gd name="connsiteY19" fmla="*/ 325935 h 2498068"/>
                <a:gd name="connsiteX20" fmla="*/ 328693 w 1206042"/>
                <a:gd name="connsiteY20" fmla="*/ 124122 h 2498068"/>
                <a:gd name="connsiteX21" fmla="*/ 331911 w 1206042"/>
                <a:gd name="connsiteY21" fmla="*/ 70336 h 2498068"/>
                <a:gd name="connsiteX22" fmla="*/ 397650 w 1206042"/>
                <a:gd name="connsiteY22" fmla="*/ 0 h 2498068"/>
                <a:gd name="connsiteX23" fmla="*/ 415119 w 1206042"/>
                <a:gd name="connsiteY23" fmla="*/ 255599 h 2498068"/>
                <a:gd name="connsiteX24" fmla="*/ 424773 w 1206042"/>
                <a:gd name="connsiteY24" fmla="*/ 664282 h 2498068"/>
                <a:gd name="connsiteX25" fmla="*/ 442242 w 1206042"/>
                <a:gd name="connsiteY25" fmla="*/ 683130 h 2498068"/>
                <a:gd name="connsiteX26" fmla="*/ 1046761 w 1206042"/>
                <a:gd name="connsiteY26" fmla="*/ 662443 h 2498068"/>
                <a:gd name="connsiteX27" fmla="*/ 1062392 w 1206042"/>
                <a:gd name="connsiteY27" fmla="*/ 638538 h 2498068"/>
                <a:gd name="connsiteX28" fmla="*/ 883564 w 1206042"/>
                <a:gd name="connsiteY28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09385 w 1206042"/>
                <a:gd name="connsiteY17" fmla="*/ 526828 h 2498068"/>
                <a:gd name="connsiteX18" fmla="*/ 321338 w 1206042"/>
                <a:gd name="connsiteY18" fmla="*/ 390754 h 2498068"/>
                <a:gd name="connsiteX19" fmla="*/ 328693 w 1206042"/>
                <a:gd name="connsiteY19" fmla="*/ 124122 h 2498068"/>
                <a:gd name="connsiteX20" fmla="*/ 331911 w 1206042"/>
                <a:gd name="connsiteY20" fmla="*/ 70336 h 2498068"/>
                <a:gd name="connsiteX21" fmla="*/ 397650 w 1206042"/>
                <a:gd name="connsiteY21" fmla="*/ 0 h 2498068"/>
                <a:gd name="connsiteX22" fmla="*/ 415119 w 1206042"/>
                <a:gd name="connsiteY22" fmla="*/ 255599 h 2498068"/>
                <a:gd name="connsiteX23" fmla="*/ 424773 w 1206042"/>
                <a:gd name="connsiteY23" fmla="*/ 664282 h 2498068"/>
                <a:gd name="connsiteX24" fmla="*/ 442242 w 1206042"/>
                <a:gd name="connsiteY24" fmla="*/ 683130 h 2498068"/>
                <a:gd name="connsiteX25" fmla="*/ 1046761 w 1206042"/>
                <a:gd name="connsiteY25" fmla="*/ 662443 h 2498068"/>
                <a:gd name="connsiteX26" fmla="*/ 1062392 w 1206042"/>
                <a:gd name="connsiteY26" fmla="*/ 638538 h 2498068"/>
                <a:gd name="connsiteX27" fmla="*/ 883564 w 1206042"/>
                <a:gd name="connsiteY27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65253 w 1206042"/>
                <a:gd name="connsiteY15" fmla="*/ 939649 h 2498068"/>
                <a:gd name="connsiteX16" fmla="*/ 286400 w 1206042"/>
                <a:gd name="connsiteY16" fmla="*/ 758063 h 2498068"/>
                <a:gd name="connsiteX17" fmla="*/ 321338 w 1206042"/>
                <a:gd name="connsiteY17" fmla="*/ 390754 h 2498068"/>
                <a:gd name="connsiteX18" fmla="*/ 328693 w 1206042"/>
                <a:gd name="connsiteY18" fmla="*/ 124122 h 2498068"/>
                <a:gd name="connsiteX19" fmla="*/ 331911 w 1206042"/>
                <a:gd name="connsiteY19" fmla="*/ 70336 h 2498068"/>
                <a:gd name="connsiteX20" fmla="*/ 397650 w 1206042"/>
                <a:gd name="connsiteY20" fmla="*/ 0 h 2498068"/>
                <a:gd name="connsiteX21" fmla="*/ 415119 w 1206042"/>
                <a:gd name="connsiteY21" fmla="*/ 255599 h 2498068"/>
                <a:gd name="connsiteX22" fmla="*/ 424773 w 1206042"/>
                <a:gd name="connsiteY22" fmla="*/ 664282 h 2498068"/>
                <a:gd name="connsiteX23" fmla="*/ 442242 w 1206042"/>
                <a:gd name="connsiteY23" fmla="*/ 683130 h 2498068"/>
                <a:gd name="connsiteX24" fmla="*/ 1046761 w 1206042"/>
                <a:gd name="connsiteY24" fmla="*/ 662443 h 2498068"/>
                <a:gd name="connsiteX25" fmla="*/ 1062392 w 1206042"/>
                <a:gd name="connsiteY25" fmla="*/ 638538 h 2498068"/>
                <a:gd name="connsiteX26" fmla="*/ 883564 w 1206042"/>
                <a:gd name="connsiteY26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86400 w 1206042"/>
                <a:gd name="connsiteY15" fmla="*/ 758063 h 2498068"/>
                <a:gd name="connsiteX16" fmla="*/ 321338 w 1206042"/>
                <a:gd name="connsiteY16" fmla="*/ 390754 h 2498068"/>
                <a:gd name="connsiteX17" fmla="*/ 328693 w 1206042"/>
                <a:gd name="connsiteY17" fmla="*/ 124122 h 2498068"/>
                <a:gd name="connsiteX18" fmla="*/ 331911 w 1206042"/>
                <a:gd name="connsiteY18" fmla="*/ 70336 h 2498068"/>
                <a:gd name="connsiteX19" fmla="*/ 397650 w 1206042"/>
                <a:gd name="connsiteY19" fmla="*/ 0 h 2498068"/>
                <a:gd name="connsiteX20" fmla="*/ 415119 w 1206042"/>
                <a:gd name="connsiteY20" fmla="*/ 255599 h 2498068"/>
                <a:gd name="connsiteX21" fmla="*/ 424773 w 1206042"/>
                <a:gd name="connsiteY21" fmla="*/ 664282 h 2498068"/>
                <a:gd name="connsiteX22" fmla="*/ 442242 w 1206042"/>
                <a:gd name="connsiteY22" fmla="*/ 683130 h 2498068"/>
                <a:gd name="connsiteX23" fmla="*/ 1046761 w 1206042"/>
                <a:gd name="connsiteY23" fmla="*/ 662443 h 2498068"/>
                <a:gd name="connsiteX24" fmla="*/ 1062392 w 1206042"/>
                <a:gd name="connsiteY24" fmla="*/ 638538 h 2498068"/>
                <a:gd name="connsiteX25" fmla="*/ 883564 w 1206042"/>
                <a:gd name="connsiteY25" fmla="*/ 35398 h 2498068"/>
                <a:gd name="connsiteX0" fmla="*/ 883564 w 1206042"/>
                <a:gd name="connsiteY0" fmla="*/ 35398 h 2498068"/>
                <a:gd name="connsiteX1" fmla="*/ 933172 w 1206042"/>
                <a:gd name="connsiteY1" fmla="*/ 46811 h 2498068"/>
                <a:gd name="connsiteX2" fmla="*/ 1051818 w 1206042"/>
                <a:gd name="connsiteY2" fmla="*/ 291457 h 2498068"/>
                <a:gd name="connsiteX3" fmla="*/ 1185134 w 1206042"/>
                <a:gd name="connsiteY3" fmla="*/ 746570 h 2498068"/>
                <a:gd name="connsiteX4" fmla="*/ 1205361 w 1206042"/>
                <a:gd name="connsiteY4" fmla="*/ 1137324 h 2498068"/>
                <a:gd name="connsiteX5" fmla="*/ 1185594 w 1206042"/>
                <a:gd name="connsiteY5" fmla="*/ 1582784 h 2498068"/>
                <a:gd name="connsiteX6" fmla="*/ 1184675 w 1206042"/>
                <a:gd name="connsiteY6" fmla="*/ 1724835 h 2498068"/>
                <a:gd name="connsiteX7" fmla="*/ 1195708 w 1206042"/>
                <a:gd name="connsiteY7" fmla="*/ 2498068 h 2498068"/>
                <a:gd name="connsiteX8" fmla="*/ 0 w 1206042"/>
                <a:gd name="connsiteY8" fmla="*/ 2498068 h 2498068"/>
                <a:gd name="connsiteX9" fmla="*/ 19768 w 1206042"/>
                <a:gd name="connsiteY9" fmla="*/ 2241090 h 2498068"/>
                <a:gd name="connsiteX10" fmla="*/ 44592 w 1206042"/>
                <a:gd name="connsiteY10" fmla="*/ 2024566 h 2498068"/>
                <a:gd name="connsiteX11" fmla="*/ 68497 w 1206042"/>
                <a:gd name="connsiteY11" fmla="*/ 1868264 h 2498068"/>
                <a:gd name="connsiteX12" fmla="*/ 110790 w 1206042"/>
                <a:gd name="connsiteY12" fmla="*/ 1660015 h 2498068"/>
                <a:gd name="connsiteX13" fmla="*/ 144349 w 1206042"/>
                <a:gd name="connsiteY13" fmla="*/ 1560258 h 2498068"/>
                <a:gd name="connsiteX14" fmla="*/ 224799 w 1206042"/>
                <a:gd name="connsiteY14" fmla="*/ 1231105 h 2498068"/>
                <a:gd name="connsiteX15" fmla="*/ 286400 w 1206042"/>
                <a:gd name="connsiteY15" fmla="*/ 758063 h 2498068"/>
                <a:gd name="connsiteX16" fmla="*/ 321338 w 1206042"/>
                <a:gd name="connsiteY16" fmla="*/ 390754 h 2498068"/>
                <a:gd name="connsiteX17" fmla="*/ 328693 w 1206042"/>
                <a:gd name="connsiteY17" fmla="*/ 124122 h 2498068"/>
                <a:gd name="connsiteX18" fmla="*/ 331911 w 1206042"/>
                <a:gd name="connsiteY18" fmla="*/ 70336 h 2498068"/>
                <a:gd name="connsiteX19" fmla="*/ 397650 w 1206042"/>
                <a:gd name="connsiteY19" fmla="*/ 0 h 2498068"/>
                <a:gd name="connsiteX20" fmla="*/ 415119 w 1206042"/>
                <a:gd name="connsiteY20" fmla="*/ 255599 h 2498068"/>
                <a:gd name="connsiteX21" fmla="*/ 424773 w 1206042"/>
                <a:gd name="connsiteY21" fmla="*/ 664282 h 2498068"/>
                <a:gd name="connsiteX22" fmla="*/ 442242 w 1206042"/>
                <a:gd name="connsiteY22" fmla="*/ 683130 h 2498068"/>
                <a:gd name="connsiteX23" fmla="*/ 1046761 w 1206042"/>
                <a:gd name="connsiteY23" fmla="*/ 662443 h 2498068"/>
                <a:gd name="connsiteX24" fmla="*/ 1062392 w 1206042"/>
                <a:gd name="connsiteY24" fmla="*/ 638538 h 2498068"/>
                <a:gd name="connsiteX25" fmla="*/ 883564 w 1206042"/>
                <a:gd name="connsiteY25" fmla="*/ 35398 h 249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06042" h="2498068">
                  <a:moveTo>
                    <a:pt x="883564" y="35398"/>
                  </a:moveTo>
                  <a:cubicBezTo>
                    <a:pt x="901585" y="18390"/>
                    <a:pt x="915124" y="31617"/>
                    <a:pt x="933172" y="46811"/>
                  </a:cubicBezTo>
                  <a:cubicBezTo>
                    <a:pt x="972236" y="79698"/>
                    <a:pt x="1009824" y="174831"/>
                    <a:pt x="1051818" y="291457"/>
                  </a:cubicBezTo>
                  <a:cubicBezTo>
                    <a:pt x="1093812" y="408083"/>
                    <a:pt x="1161229" y="588889"/>
                    <a:pt x="1185134" y="746570"/>
                  </a:cubicBezTo>
                  <a:cubicBezTo>
                    <a:pt x="1204902" y="876209"/>
                    <a:pt x="1207660" y="1006766"/>
                    <a:pt x="1205361" y="1137324"/>
                  </a:cubicBezTo>
                  <a:cubicBezTo>
                    <a:pt x="1187949" y="1381624"/>
                    <a:pt x="1189042" y="1427404"/>
                    <a:pt x="1185594" y="1582784"/>
                  </a:cubicBezTo>
                  <a:cubicBezTo>
                    <a:pt x="1182376" y="1630134"/>
                    <a:pt x="1183755" y="1677484"/>
                    <a:pt x="1184675" y="1724835"/>
                  </a:cubicBezTo>
                  <a:cubicBezTo>
                    <a:pt x="1186361" y="1877382"/>
                    <a:pt x="1220767" y="2284252"/>
                    <a:pt x="1195708" y="2498068"/>
                  </a:cubicBezTo>
                  <a:lnTo>
                    <a:pt x="0" y="2498068"/>
                  </a:lnTo>
                  <a:cubicBezTo>
                    <a:pt x="3678" y="2412102"/>
                    <a:pt x="12412" y="2326596"/>
                    <a:pt x="19768" y="2241090"/>
                  </a:cubicBezTo>
                  <a:cubicBezTo>
                    <a:pt x="25744" y="2168455"/>
                    <a:pt x="36317" y="2096741"/>
                    <a:pt x="44592" y="2024566"/>
                  </a:cubicBezTo>
                  <a:cubicBezTo>
                    <a:pt x="50568" y="1972159"/>
                    <a:pt x="59762" y="1920212"/>
                    <a:pt x="68497" y="1868264"/>
                  </a:cubicBezTo>
                  <a:cubicBezTo>
                    <a:pt x="79990" y="1798388"/>
                    <a:pt x="92402" y="1728512"/>
                    <a:pt x="110790" y="1660015"/>
                  </a:cubicBezTo>
                  <a:cubicBezTo>
                    <a:pt x="119985" y="1625997"/>
                    <a:pt x="132856" y="1593357"/>
                    <a:pt x="144349" y="1560258"/>
                  </a:cubicBezTo>
                  <a:cubicBezTo>
                    <a:pt x="163350" y="1488773"/>
                    <a:pt x="204648" y="1334540"/>
                    <a:pt x="224799" y="1231105"/>
                  </a:cubicBezTo>
                  <a:cubicBezTo>
                    <a:pt x="248474" y="1097406"/>
                    <a:pt x="270310" y="898121"/>
                    <a:pt x="286400" y="758063"/>
                  </a:cubicBezTo>
                  <a:cubicBezTo>
                    <a:pt x="295747" y="666581"/>
                    <a:pt x="314289" y="496411"/>
                    <a:pt x="321338" y="390754"/>
                  </a:cubicBezTo>
                  <a:cubicBezTo>
                    <a:pt x="324556" y="323636"/>
                    <a:pt x="326931" y="177525"/>
                    <a:pt x="328693" y="124122"/>
                  </a:cubicBezTo>
                  <a:cubicBezTo>
                    <a:pt x="327774" y="106193"/>
                    <a:pt x="324096" y="87805"/>
                    <a:pt x="331911" y="70336"/>
                  </a:cubicBezTo>
                  <a:cubicBezTo>
                    <a:pt x="355816" y="48729"/>
                    <a:pt x="377423" y="25284"/>
                    <a:pt x="397650" y="0"/>
                  </a:cubicBezTo>
                  <a:cubicBezTo>
                    <a:pt x="411518" y="30877"/>
                    <a:pt x="410982" y="161129"/>
                    <a:pt x="415119" y="255599"/>
                  </a:cubicBezTo>
                  <a:cubicBezTo>
                    <a:pt x="419639" y="366313"/>
                    <a:pt x="426063" y="592895"/>
                    <a:pt x="424773" y="664282"/>
                  </a:cubicBezTo>
                  <a:cubicBezTo>
                    <a:pt x="424298" y="690566"/>
                    <a:pt x="423521" y="683437"/>
                    <a:pt x="442242" y="683130"/>
                  </a:cubicBezTo>
                  <a:cubicBezTo>
                    <a:pt x="545894" y="681430"/>
                    <a:pt x="943136" y="662213"/>
                    <a:pt x="1046761" y="662443"/>
                  </a:cubicBezTo>
                  <a:cubicBezTo>
                    <a:pt x="1075168" y="662506"/>
                    <a:pt x="1068828" y="660145"/>
                    <a:pt x="1062392" y="638538"/>
                  </a:cubicBezTo>
                  <a:cubicBezTo>
                    <a:pt x="1015206" y="306680"/>
                    <a:pt x="908015" y="134852"/>
                    <a:pt x="883564" y="35398"/>
                  </a:cubicBezTo>
                  <a:close/>
                </a:path>
              </a:pathLst>
            </a:custGeom>
            <a:solidFill>
              <a:schemeClr val="accent1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F85D7D24-249F-4096-9D34-2076C7639E72}"/>
                </a:ext>
              </a:extLst>
            </p:cNvPr>
            <p:cNvSpPr/>
            <p:nvPr/>
          </p:nvSpPr>
          <p:spPr>
            <a:xfrm>
              <a:off x="9764769" y="3251604"/>
              <a:ext cx="621373" cy="950116"/>
            </a:xfrm>
            <a:custGeom>
              <a:avLst/>
              <a:gdLst>
                <a:gd name="connsiteX0" fmla="*/ 564782 w 621374"/>
                <a:gd name="connsiteY0" fmla="*/ 229578 h 946726"/>
                <a:gd name="connsiteX1" fmla="*/ 590526 w 621374"/>
                <a:gd name="connsiteY1" fmla="*/ 217166 h 946726"/>
                <a:gd name="connsiteX2" fmla="*/ 610294 w 621374"/>
                <a:gd name="connsiteY2" fmla="*/ 246127 h 946726"/>
                <a:gd name="connsiteX3" fmla="*/ 621326 w 621374"/>
                <a:gd name="connsiteY3" fmla="*/ 321980 h 946726"/>
                <a:gd name="connsiteX4" fmla="*/ 608914 w 621374"/>
                <a:gd name="connsiteY4" fmla="*/ 428173 h 946726"/>
                <a:gd name="connsiteX5" fmla="*/ 586388 w 621374"/>
                <a:gd name="connsiteY5" fmla="*/ 448400 h 946726"/>
                <a:gd name="connsiteX6" fmla="*/ 574896 w 621374"/>
                <a:gd name="connsiteY6" fmla="*/ 463111 h 946726"/>
                <a:gd name="connsiteX7" fmla="*/ 574896 w 621374"/>
                <a:gd name="connsiteY7" fmla="*/ 490234 h 946726"/>
                <a:gd name="connsiteX8" fmla="*/ 560645 w 621374"/>
                <a:gd name="connsiteY8" fmla="*/ 593209 h 946726"/>
                <a:gd name="connsiteX9" fmla="*/ 545015 w 621374"/>
                <a:gd name="connsiteY9" fmla="*/ 618953 h 946726"/>
                <a:gd name="connsiteX10" fmla="*/ 541796 w 621374"/>
                <a:gd name="connsiteY10" fmla="*/ 629986 h 946726"/>
                <a:gd name="connsiteX11" fmla="*/ 547773 w 621374"/>
                <a:gd name="connsiteY11" fmla="*/ 734340 h 946726"/>
                <a:gd name="connsiteX12" fmla="*/ 553749 w 621374"/>
                <a:gd name="connsiteY12" fmla="*/ 750430 h 946726"/>
                <a:gd name="connsiteX13" fmla="*/ 555128 w 621374"/>
                <a:gd name="connsiteY13" fmla="*/ 808354 h 946726"/>
                <a:gd name="connsiteX14" fmla="*/ 448935 w 621374"/>
                <a:gd name="connsiteY14" fmla="*/ 935693 h 946726"/>
                <a:gd name="connsiteX15" fmla="*/ 441120 w 621374"/>
                <a:gd name="connsiteY15" fmla="*/ 942129 h 946726"/>
                <a:gd name="connsiteX16" fmla="*/ 428708 w 621374"/>
                <a:gd name="connsiteY16" fmla="*/ 946727 h 946726"/>
                <a:gd name="connsiteX17" fmla="*/ 387334 w 621374"/>
                <a:gd name="connsiteY17" fmla="*/ 931556 h 946726"/>
                <a:gd name="connsiteX18" fmla="*/ 252638 w 621374"/>
                <a:gd name="connsiteY18" fmla="*/ 858002 h 946726"/>
                <a:gd name="connsiteX19" fmla="*/ 164374 w 621374"/>
                <a:gd name="connsiteY19" fmla="*/ 774795 h 946726"/>
                <a:gd name="connsiteX20" fmla="*/ 157019 w 621374"/>
                <a:gd name="connsiteY20" fmla="*/ 755947 h 946726"/>
                <a:gd name="connsiteX21" fmla="*/ 136332 w 621374"/>
                <a:gd name="connsiteY21" fmla="*/ 659867 h 946726"/>
                <a:gd name="connsiteX22" fmla="*/ 94958 w 621374"/>
                <a:gd name="connsiteY22" fmla="*/ 550916 h 946726"/>
                <a:gd name="connsiteX23" fmla="*/ 78408 w 621374"/>
                <a:gd name="connsiteY23" fmla="*/ 537124 h 946726"/>
                <a:gd name="connsiteX24" fmla="*/ 53124 w 621374"/>
                <a:gd name="connsiteY24" fmla="*/ 521494 h 946726"/>
                <a:gd name="connsiteX25" fmla="*/ 8992 w 621374"/>
                <a:gd name="connsiteY25" fmla="*/ 431391 h 946726"/>
                <a:gd name="connsiteX26" fmla="*/ 6693 w 621374"/>
                <a:gd name="connsiteY26" fmla="*/ 414841 h 946726"/>
                <a:gd name="connsiteX27" fmla="*/ 1636 w 621374"/>
                <a:gd name="connsiteY27" fmla="*/ 378064 h 946726"/>
                <a:gd name="connsiteX28" fmla="*/ 30138 w 621374"/>
                <a:gd name="connsiteY28" fmla="*/ 323819 h 946726"/>
                <a:gd name="connsiteX29" fmla="*/ 56802 w 621374"/>
                <a:gd name="connsiteY29" fmla="*/ 363813 h 946726"/>
                <a:gd name="connsiteX30" fmla="*/ 54043 w 621374"/>
                <a:gd name="connsiteY30" fmla="*/ 150967 h 946726"/>
                <a:gd name="connsiteX31" fmla="*/ 139550 w 621374"/>
                <a:gd name="connsiteY31" fmla="*/ 82470 h 946726"/>
                <a:gd name="connsiteX32" fmla="*/ 266430 w 621374"/>
                <a:gd name="connsiteY32" fmla="*/ 52130 h 946726"/>
                <a:gd name="connsiteX33" fmla="*/ 360670 w 621374"/>
                <a:gd name="connsiteY33" fmla="*/ 4320 h 946726"/>
                <a:gd name="connsiteX34" fmla="*/ 440201 w 621374"/>
                <a:gd name="connsiteY34" fmla="*/ 21329 h 946726"/>
                <a:gd name="connsiteX35" fmla="*/ 490309 w 621374"/>
                <a:gd name="connsiteY35" fmla="*/ 89826 h 946726"/>
                <a:gd name="connsiteX36" fmla="*/ 549612 w 621374"/>
                <a:gd name="connsiteY36" fmla="*/ 258540 h 946726"/>
                <a:gd name="connsiteX37" fmla="*/ 564782 w 621374"/>
                <a:gd name="connsiteY37" fmla="*/ 229578 h 94672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48935 w 621373"/>
                <a:gd name="connsiteY14" fmla="*/ 935693 h 950116"/>
                <a:gd name="connsiteX15" fmla="*/ 428708 w 621373"/>
                <a:gd name="connsiteY15" fmla="*/ 946727 h 950116"/>
                <a:gd name="connsiteX16" fmla="*/ 387334 w 621373"/>
                <a:gd name="connsiteY16" fmla="*/ 931556 h 950116"/>
                <a:gd name="connsiteX17" fmla="*/ 252638 w 621373"/>
                <a:gd name="connsiteY17" fmla="*/ 858002 h 950116"/>
                <a:gd name="connsiteX18" fmla="*/ 164374 w 621373"/>
                <a:gd name="connsiteY18" fmla="*/ 774795 h 950116"/>
                <a:gd name="connsiteX19" fmla="*/ 157019 w 621373"/>
                <a:gd name="connsiteY19" fmla="*/ 755947 h 950116"/>
                <a:gd name="connsiteX20" fmla="*/ 136332 w 621373"/>
                <a:gd name="connsiteY20" fmla="*/ 659867 h 950116"/>
                <a:gd name="connsiteX21" fmla="*/ 94958 w 621373"/>
                <a:gd name="connsiteY21" fmla="*/ 550916 h 950116"/>
                <a:gd name="connsiteX22" fmla="*/ 78408 w 621373"/>
                <a:gd name="connsiteY22" fmla="*/ 537124 h 950116"/>
                <a:gd name="connsiteX23" fmla="*/ 53124 w 621373"/>
                <a:gd name="connsiteY23" fmla="*/ 521494 h 950116"/>
                <a:gd name="connsiteX24" fmla="*/ 8992 w 621373"/>
                <a:gd name="connsiteY24" fmla="*/ 431391 h 950116"/>
                <a:gd name="connsiteX25" fmla="*/ 6693 w 621373"/>
                <a:gd name="connsiteY25" fmla="*/ 414841 h 950116"/>
                <a:gd name="connsiteX26" fmla="*/ 1636 w 621373"/>
                <a:gd name="connsiteY26" fmla="*/ 378064 h 950116"/>
                <a:gd name="connsiteX27" fmla="*/ 30138 w 621373"/>
                <a:gd name="connsiteY27" fmla="*/ 323819 h 950116"/>
                <a:gd name="connsiteX28" fmla="*/ 56802 w 621373"/>
                <a:gd name="connsiteY28" fmla="*/ 363813 h 950116"/>
                <a:gd name="connsiteX29" fmla="*/ 54043 w 621373"/>
                <a:gd name="connsiteY29" fmla="*/ 150967 h 950116"/>
                <a:gd name="connsiteX30" fmla="*/ 139550 w 621373"/>
                <a:gd name="connsiteY30" fmla="*/ 82470 h 950116"/>
                <a:gd name="connsiteX31" fmla="*/ 266430 w 621373"/>
                <a:gd name="connsiteY31" fmla="*/ 52130 h 950116"/>
                <a:gd name="connsiteX32" fmla="*/ 360670 w 621373"/>
                <a:gd name="connsiteY32" fmla="*/ 4320 h 950116"/>
                <a:gd name="connsiteX33" fmla="*/ 440201 w 621373"/>
                <a:gd name="connsiteY33" fmla="*/ 21329 h 950116"/>
                <a:gd name="connsiteX34" fmla="*/ 490309 w 621373"/>
                <a:gd name="connsiteY34" fmla="*/ 89826 h 950116"/>
                <a:gd name="connsiteX35" fmla="*/ 549612 w 621373"/>
                <a:gd name="connsiteY35" fmla="*/ 258540 h 950116"/>
                <a:gd name="connsiteX36" fmla="*/ 564782 w 621373"/>
                <a:gd name="connsiteY36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48935 w 621373"/>
                <a:gd name="connsiteY14" fmla="*/ 935693 h 950116"/>
                <a:gd name="connsiteX15" fmla="*/ 428708 w 621373"/>
                <a:gd name="connsiteY15" fmla="*/ 946727 h 950116"/>
                <a:gd name="connsiteX16" fmla="*/ 252638 w 621373"/>
                <a:gd name="connsiteY16" fmla="*/ 858002 h 950116"/>
                <a:gd name="connsiteX17" fmla="*/ 164374 w 621373"/>
                <a:gd name="connsiteY17" fmla="*/ 774795 h 950116"/>
                <a:gd name="connsiteX18" fmla="*/ 157019 w 621373"/>
                <a:gd name="connsiteY18" fmla="*/ 755947 h 950116"/>
                <a:gd name="connsiteX19" fmla="*/ 136332 w 621373"/>
                <a:gd name="connsiteY19" fmla="*/ 659867 h 950116"/>
                <a:gd name="connsiteX20" fmla="*/ 94958 w 621373"/>
                <a:gd name="connsiteY20" fmla="*/ 550916 h 950116"/>
                <a:gd name="connsiteX21" fmla="*/ 78408 w 621373"/>
                <a:gd name="connsiteY21" fmla="*/ 537124 h 950116"/>
                <a:gd name="connsiteX22" fmla="*/ 53124 w 621373"/>
                <a:gd name="connsiteY22" fmla="*/ 521494 h 950116"/>
                <a:gd name="connsiteX23" fmla="*/ 8992 w 621373"/>
                <a:gd name="connsiteY23" fmla="*/ 431391 h 950116"/>
                <a:gd name="connsiteX24" fmla="*/ 6693 w 621373"/>
                <a:gd name="connsiteY24" fmla="*/ 414841 h 950116"/>
                <a:gd name="connsiteX25" fmla="*/ 1636 w 621373"/>
                <a:gd name="connsiteY25" fmla="*/ 378064 h 950116"/>
                <a:gd name="connsiteX26" fmla="*/ 30138 w 621373"/>
                <a:gd name="connsiteY26" fmla="*/ 323819 h 950116"/>
                <a:gd name="connsiteX27" fmla="*/ 56802 w 621373"/>
                <a:gd name="connsiteY27" fmla="*/ 363813 h 950116"/>
                <a:gd name="connsiteX28" fmla="*/ 54043 w 621373"/>
                <a:gd name="connsiteY28" fmla="*/ 150967 h 950116"/>
                <a:gd name="connsiteX29" fmla="*/ 139550 w 621373"/>
                <a:gd name="connsiteY29" fmla="*/ 82470 h 950116"/>
                <a:gd name="connsiteX30" fmla="*/ 266430 w 621373"/>
                <a:gd name="connsiteY30" fmla="*/ 52130 h 950116"/>
                <a:gd name="connsiteX31" fmla="*/ 360670 w 621373"/>
                <a:gd name="connsiteY31" fmla="*/ 4320 h 950116"/>
                <a:gd name="connsiteX32" fmla="*/ 440201 w 621373"/>
                <a:gd name="connsiteY32" fmla="*/ 21329 h 950116"/>
                <a:gd name="connsiteX33" fmla="*/ 490309 w 621373"/>
                <a:gd name="connsiteY33" fmla="*/ 89826 h 950116"/>
                <a:gd name="connsiteX34" fmla="*/ 549612 w 621373"/>
                <a:gd name="connsiteY34" fmla="*/ 258540 h 950116"/>
                <a:gd name="connsiteX35" fmla="*/ 564782 w 621373"/>
                <a:gd name="connsiteY35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48935 w 621373"/>
                <a:gd name="connsiteY14" fmla="*/ 935693 h 950116"/>
                <a:gd name="connsiteX15" fmla="*/ 402514 w 621373"/>
                <a:gd name="connsiteY15" fmla="*/ 946727 h 950116"/>
                <a:gd name="connsiteX16" fmla="*/ 252638 w 621373"/>
                <a:gd name="connsiteY16" fmla="*/ 858002 h 950116"/>
                <a:gd name="connsiteX17" fmla="*/ 164374 w 621373"/>
                <a:gd name="connsiteY17" fmla="*/ 774795 h 950116"/>
                <a:gd name="connsiteX18" fmla="*/ 157019 w 621373"/>
                <a:gd name="connsiteY18" fmla="*/ 755947 h 950116"/>
                <a:gd name="connsiteX19" fmla="*/ 136332 w 621373"/>
                <a:gd name="connsiteY19" fmla="*/ 659867 h 950116"/>
                <a:gd name="connsiteX20" fmla="*/ 94958 w 621373"/>
                <a:gd name="connsiteY20" fmla="*/ 550916 h 950116"/>
                <a:gd name="connsiteX21" fmla="*/ 78408 w 621373"/>
                <a:gd name="connsiteY21" fmla="*/ 537124 h 950116"/>
                <a:gd name="connsiteX22" fmla="*/ 53124 w 621373"/>
                <a:gd name="connsiteY22" fmla="*/ 521494 h 950116"/>
                <a:gd name="connsiteX23" fmla="*/ 8992 w 621373"/>
                <a:gd name="connsiteY23" fmla="*/ 431391 h 950116"/>
                <a:gd name="connsiteX24" fmla="*/ 6693 w 621373"/>
                <a:gd name="connsiteY24" fmla="*/ 414841 h 950116"/>
                <a:gd name="connsiteX25" fmla="*/ 1636 w 621373"/>
                <a:gd name="connsiteY25" fmla="*/ 378064 h 950116"/>
                <a:gd name="connsiteX26" fmla="*/ 30138 w 621373"/>
                <a:gd name="connsiteY26" fmla="*/ 323819 h 950116"/>
                <a:gd name="connsiteX27" fmla="*/ 56802 w 621373"/>
                <a:gd name="connsiteY27" fmla="*/ 363813 h 950116"/>
                <a:gd name="connsiteX28" fmla="*/ 54043 w 621373"/>
                <a:gd name="connsiteY28" fmla="*/ 150967 h 950116"/>
                <a:gd name="connsiteX29" fmla="*/ 139550 w 621373"/>
                <a:gd name="connsiteY29" fmla="*/ 82470 h 950116"/>
                <a:gd name="connsiteX30" fmla="*/ 266430 w 621373"/>
                <a:gd name="connsiteY30" fmla="*/ 52130 h 950116"/>
                <a:gd name="connsiteX31" fmla="*/ 360670 w 621373"/>
                <a:gd name="connsiteY31" fmla="*/ 4320 h 950116"/>
                <a:gd name="connsiteX32" fmla="*/ 440201 w 621373"/>
                <a:gd name="connsiteY32" fmla="*/ 21329 h 950116"/>
                <a:gd name="connsiteX33" fmla="*/ 490309 w 621373"/>
                <a:gd name="connsiteY33" fmla="*/ 89826 h 950116"/>
                <a:gd name="connsiteX34" fmla="*/ 549612 w 621373"/>
                <a:gd name="connsiteY34" fmla="*/ 258540 h 950116"/>
                <a:gd name="connsiteX35" fmla="*/ 564782 w 621373"/>
                <a:gd name="connsiteY35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65603 w 621373"/>
                <a:gd name="connsiteY14" fmla="*/ 935693 h 950116"/>
                <a:gd name="connsiteX15" fmla="*/ 402514 w 621373"/>
                <a:gd name="connsiteY15" fmla="*/ 946727 h 950116"/>
                <a:gd name="connsiteX16" fmla="*/ 252638 w 621373"/>
                <a:gd name="connsiteY16" fmla="*/ 858002 h 950116"/>
                <a:gd name="connsiteX17" fmla="*/ 164374 w 621373"/>
                <a:gd name="connsiteY17" fmla="*/ 774795 h 950116"/>
                <a:gd name="connsiteX18" fmla="*/ 157019 w 621373"/>
                <a:gd name="connsiteY18" fmla="*/ 755947 h 950116"/>
                <a:gd name="connsiteX19" fmla="*/ 136332 w 621373"/>
                <a:gd name="connsiteY19" fmla="*/ 659867 h 950116"/>
                <a:gd name="connsiteX20" fmla="*/ 94958 w 621373"/>
                <a:gd name="connsiteY20" fmla="*/ 550916 h 950116"/>
                <a:gd name="connsiteX21" fmla="*/ 78408 w 621373"/>
                <a:gd name="connsiteY21" fmla="*/ 537124 h 950116"/>
                <a:gd name="connsiteX22" fmla="*/ 53124 w 621373"/>
                <a:gd name="connsiteY22" fmla="*/ 521494 h 950116"/>
                <a:gd name="connsiteX23" fmla="*/ 8992 w 621373"/>
                <a:gd name="connsiteY23" fmla="*/ 431391 h 950116"/>
                <a:gd name="connsiteX24" fmla="*/ 6693 w 621373"/>
                <a:gd name="connsiteY24" fmla="*/ 414841 h 950116"/>
                <a:gd name="connsiteX25" fmla="*/ 1636 w 621373"/>
                <a:gd name="connsiteY25" fmla="*/ 378064 h 950116"/>
                <a:gd name="connsiteX26" fmla="*/ 30138 w 621373"/>
                <a:gd name="connsiteY26" fmla="*/ 323819 h 950116"/>
                <a:gd name="connsiteX27" fmla="*/ 56802 w 621373"/>
                <a:gd name="connsiteY27" fmla="*/ 363813 h 950116"/>
                <a:gd name="connsiteX28" fmla="*/ 54043 w 621373"/>
                <a:gd name="connsiteY28" fmla="*/ 150967 h 950116"/>
                <a:gd name="connsiteX29" fmla="*/ 139550 w 621373"/>
                <a:gd name="connsiteY29" fmla="*/ 82470 h 950116"/>
                <a:gd name="connsiteX30" fmla="*/ 266430 w 621373"/>
                <a:gd name="connsiteY30" fmla="*/ 52130 h 950116"/>
                <a:gd name="connsiteX31" fmla="*/ 360670 w 621373"/>
                <a:gd name="connsiteY31" fmla="*/ 4320 h 950116"/>
                <a:gd name="connsiteX32" fmla="*/ 440201 w 621373"/>
                <a:gd name="connsiteY32" fmla="*/ 21329 h 950116"/>
                <a:gd name="connsiteX33" fmla="*/ 490309 w 621373"/>
                <a:gd name="connsiteY33" fmla="*/ 89826 h 950116"/>
                <a:gd name="connsiteX34" fmla="*/ 549612 w 621373"/>
                <a:gd name="connsiteY34" fmla="*/ 258540 h 950116"/>
                <a:gd name="connsiteX35" fmla="*/ 564782 w 621373"/>
                <a:gd name="connsiteY35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65603 w 621373"/>
                <a:gd name="connsiteY14" fmla="*/ 935693 h 950116"/>
                <a:gd name="connsiteX15" fmla="*/ 402514 w 621373"/>
                <a:gd name="connsiteY15" fmla="*/ 946727 h 950116"/>
                <a:gd name="connsiteX16" fmla="*/ 252638 w 621373"/>
                <a:gd name="connsiteY16" fmla="*/ 858002 h 950116"/>
                <a:gd name="connsiteX17" fmla="*/ 164374 w 621373"/>
                <a:gd name="connsiteY17" fmla="*/ 774795 h 950116"/>
                <a:gd name="connsiteX18" fmla="*/ 157019 w 621373"/>
                <a:gd name="connsiteY18" fmla="*/ 755947 h 950116"/>
                <a:gd name="connsiteX19" fmla="*/ 136332 w 621373"/>
                <a:gd name="connsiteY19" fmla="*/ 659867 h 950116"/>
                <a:gd name="connsiteX20" fmla="*/ 94958 w 621373"/>
                <a:gd name="connsiteY20" fmla="*/ 550916 h 950116"/>
                <a:gd name="connsiteX21" fmla="*/ 78408 w 621373"/>
                <a:gd name="connsiteY21" fmla="*/ 537124 h 950116"/>
                <a:gd name="connsiteX22" fmla="*/ 53124 w 621373"/>
                <a:gd name="connsiteY22" fmla="*/ 521494 h 950116"/>
                <a:gd name="connsiteX23" fmla="*/ 8992 w 621373"/>
                <a:gd name="connsiteY23" fmla="*/ 431391 h 950116"/>
                <a:gd name="connsiteX24" fmla="*/ 6693 w 621373"/>
                <a:gd name="connsiteY24" fmla="*/ 414841 h 950116"/>
                <a:gd name="connsiteX25" fmla="*/ 1636 w 621373"/>
                <a:gd name="connsiteY25" fmla="*/ 378064 h 950116"/>
                <a:gd name="connsiteX26" fmla="*/ 30138 w 621373"/>
                <a:gd name="connsiteY26" fmla="*/ 323819 h 950116"/>
                <a:gd name="connsiteX27" fmla="*/ 56802 w 621373"/>
                <a:gd name="connsiteY27" fmla="*/ 363813 h 950116"/>
                <a:gd name="connsiteX28" fmla="*/ 54043 w 621373"/>
                <a:gd name="connsiteY28" fmla="*/ 150967 h 950116"/>
                <a:gd name="connsiteX29" fmla="*/ 139550 w 621373"/>
                <a:gd name="connsiteY29" fmla="*/ 82470 h 950116"/>
                <a:gd name="connsiteX30" fmla="*/ 266430 w 621373"/>
                <a:gd name="connsiteY30" fmla="*/ 52130 h 950116"/>
                <a:gd name="connsiteX31" fmla="*/ 360670 w 621373"/>
                <a:gd name="connsiteY31" fmla="*/ 4320 h 950116"/>
                <a:gd name="connsiteX32" fmla="*/ 440201 w 621373"/>
                <a:gd name="connsiteY32" fmla="*/ 21329 h 950116"/>
                <a:gd name="connsiteX33" fmla="*/ 490309 w 621373"/>
                <a:gd name="connsiteY33" fmla="*/ 89826 h 950116"/>
                <a:gd name="connsiteX34" fmla="*/ 549612 w 621373"/>
                <a:gd name="connsiteY34" fmla="*/ 258540 h 950116"/>
                <a:gd name="connsiteX35" fmla="*/ 564782 w 621373"/>
                <a:gd name="connsiteY35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47773 w 621373"/>
                <a:gd name="connsiteY11" fmla="*/ 734340 h 950116"/>
                <a:gd name="connsiteX12" fmla="*/ 553749 w 621373"/>
                <a:gd name="connsiteY12" fmla="*/ 750430 h 950116"/>
                <a:gd name="connsiteX13" fmla="*/ 555128 w 621373"/>
                <a:gd name="connsiteY13" fmla="*/ 808354 h 950116"/>
                <a:gd name="connsiteX14" fmla="*/ 465603 w 621373"/>
                <a:gd name="connsiteY14" fmla="*/ 935693 h 950116"/>
                <a:gd name="connsiteX15" fmla="*/ 402514 w 621373"/>
                <a:gd name="connsiteY15" fmla="*/ 946727 h 950116"/>
                <a:gd name="connsiteX16" fmla="*/ 252638 w 621373"/>
                <a:gd name="connsiteY16" fmla="*/ 858002 h 950116"/>
                <a:gd name="connsiteX17" fmla="*/ 157019 w 621373"/>
                <a:gd name="connsiteY17" fmla="*/ 755947 h 950116"/>
                <a:gd name="connsiteX18" fmla="*/ 136332 w 621373"/>
                <a:gd name="connsiteY18" fmla="*/ 659867 h 950116"/>
                <a:gd name="connsiteX19" fmla="*/ 94958 w 621373"/>
                <a:gd name="connsiteY19" fmla="*/ 550916 h 950116"/>
                <a:gd name="connsiteX20" fmla="*/ 78408 w 621373"/>
                <a:gd name="connsiteY20" fmla="*/ 537124 h 950116"/>
                <a:gd name="connsiteX21" fmla="*/ 53124 w 621373"/>
                <a:gd name="connsiteY21" fmla="*/ 521494 h 950116"/>
                <a:gd name="connsiteX22" fmla="*/ 8992 w 621373"/>
                <a:gd name="connsiteY22" fmla="*/ 431391 h 950116"/>
                <a:gd name="connsiteX23" fmla="*/ 6693 w 621373"/>
                <a:gd name="connsiteY23" fmla="*/ 414841 h 950116"/>
                <a:gd name="connsiteX24" fmla="*/ 1636 w 621373"/>
                <a:gd name="connsiteY24" fmla="*/ 378064 h 950116"/>
                <a:gd name="connsiteX25" fmla="*/ 30138 w 621373"/>
                <a:gd name="connsiteY25" fmla="*/ 323819 h 950116"/>
                <a:gd name="connsiteX26" fmla="*/ 56802 w 621373"/>
                <a:gd name="connsiteY26" fmla="*/ 363813 h 950116"/>
                <a:gd name="connsiteX27" fmla="*/ 54043 w 621373"/>
                <a:gd name="connsiteY27" fmla="*/ 150967 h 950116"/>
                <a:gd name="connsiteX28" fmla="*/ 139550 w 621373"/>
                <a:gd name="connsiteY28" fmla="*/ 82470 h 950116"/>
                <a:gd name="connsiteX29" fmla="*/ 266430 w 621373"/>
                <a:gd name="connsiteY29" fmla="*/ 52130 h 950116"/>
                <a:gd name="connsiteX30" fmla="*/ 360670 w 621373"/>
                <a:gd name="connsiteY30" fmla="*/ 4320 h 950116"/>
                <a:gd name="connsiteX31" fmla="*/ 440201 w 621373"/>
                <a:gd name="connsiteY31" fmla="*/ 21329 h 950116"/>
                <a:gd name="connsiteX32" fmla="*/ 490309 w 621373"/>
                <a:gd name="connsiteY32" fmla="*/ 89826 h 950116"/>
                <a:gd name="connsiteX33" fmla="*/ 549612 w 621373"/>
                <a:gd name="connsiteY33" fmla="*/ 258540 h 950116"/>
                <a:gd name="connsiteX34" fmla="*/ 564782 w 621373"/>
                <a:gd name="connsiteY34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53749 w 621373"/>
                <a:gd name="connsiteY11" fmla="*/ 750430 h 950116"/>
                <a:gd name="connsiteX12" fmla="*/ 555128 w 621373"/>
                <a:gd name="connsiteY12" fmla="*/ 808354 h 950116"/>
                <a:gd name="connsiteX13" fmla="*/ 465603 w 621373"/>
                <a:gd name="connsiteY13" fmla="*/ 935693 h 950116"/>
                <a:gd name="connsiteX14" fmla="*/ 402514 w 621373"/>
                <a:gd name="connsiteY14" fmla="*/ 946727 h 950116"/>
                <a:gd name="connsiteX15" fmla="*/ 252638 w 621373"/>
                <a:gd name="connsiteY15" fmla="*/ 858002 h 950116"/>
                <a:gd name="connsiteX16" fmla="*/ 157019 w 621373"/>
                <a:gd name="connsiteY16" fmla="*/ 755947 h 950116"/>
                <a:gd name="connsiteX17" fmla="*/ 136332 w 621373"/>
                <a:gd name="connsiteY17" fmla="*/ 659867 h 950116"/>
                <a:gd name="connsiteX18" fmla="*/ 94958 w 621373"/>
                <a:gd name="connsiteY18" fmla="*/ 550916 h 950116"/>
                <a:gd name="connsiteX19" fmla="*/ 78408 w 621373"/>
                <a:gd name="connsiteY19" fmla="*/ 537124 h 950116"/>
                <a:gd name="connsiteX20" fmla="*/ 53124 w 621373"/>
                <a:gd name="connsiteY20" fmla="*/ 521494 h 950116"/>
                <a:gd name="connsiteX21" fmla="*/ 8992 w 621373"/>
                <a:gd name="connsiteY21" fmla="*/ 431391 h 950116"/>
                <a:gd name="connsiteX22" fmla="*/ 6693 w 621373"/>
                <a:gd name="connsiteY22" fmla="*/ 414841 h 950116"/>
                <a:gd name="connsiteX23" fmla="*/ 1636 w 621373"/>
                <a:gd name="connsiteY23" fmla="*/ 378064 h 950116"/>
                <a:gd name="connsiteX24" fmla="*/ 30138 w 621373"/>
                <a:gd name="connsiteY24" fmla="*/ 323819 h 950116"/>
                <a:gd name="connsiteX25" fmla="*/ 56802 w 621373"/>
                <a:gd name="connsiteY25" fmla="*/ 363813 h 950116"/>
                <a:gd name="connsiteX26" fmla="*/ 54043 w 621373"/>
                <a:gd name="connsiteY26" fmla="*/ 150967 h 950116"/>
                <a:gd name="connsiteX27" fmla="*/ 139550 w 621373"/>
                <a:gd name="connsiteY27" fmla="*/ 82470 h 950116"/>
                <a:gd name="connsiteX28" fmla="*/ 266430 w 621373"/>
                <a:gd name="connsiteY28" fmla="*/ 52130 h 950116"/>
                <a:gd name="connsiteX29" fmla="*/ 360670 w 621373"/>
                <a:gd name="connsiteY29" fmla="*/ 4320 h 950116"/>
                <a:gd name="connsiteX30" fmla="*/ 440201 w 621373"/>
                <a:gd name="connsiteY30" fmla="*/ 21329 h 950116"/>
                <a:gd name="connsiteX31" fmla="*/ 490309 w 621373"/>
                <a:gd name="connsiteY31" fmla="*/ 89826 h 950116"/>
                <a:gd name="connsiteX32" fmla="*/ 549612 w 621373"/>
                <a:gd name="connsiteY32" fmla="*/ 258540 h 950116"/>
                <a:gd name="connsiteX33" fmla="*/ 564782 w 621373"/>
                <a:gd name="connsiteY33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41796 w 621373"/>
                <a:gd name="connsiteY10" fmla="*/ 629986 h 950116"/>
                <a:gd name="connsiteX11" fmla="*/ 556130 w 621373"/>
                <a:gd name="connsiteY11" fmla="*/ 728999 h 950116"/>
                <a:gd name="connsiteX12" fmla="*/ 555128 w 621373"/>
                <a:gd name="connsiteY12" fmla="*/ 808354 h 950116"/>
                <a:gd name="connsiteX13" fmla="*/ 465603 w 621373"/>
                <a:gd name="connsiteY13" fmla="*/ 935693 h 950116"/>
                <a:gd name="connsiteX14" fmla="*/ 402514 w 621373"/>
                <a:gd name="connsiteY14" fmla="*/ 946727 h 950116"/>
                <a:gd name="connsiteX15" fmla="*/ 252638 w 621373"/>
                <a:gd name="connsiteY15" fmla="*/ 858002 h 950116"/>
                <a:gd name="connsiteX16" fmla="*/ 157019 w 621373"/>
                <a:gd name="connsiteY16" fmla="*/ 755947 h 950116"/>
                <a:gd name="connsiteX17" fmla="*/ 136332 w 621373"/>
                <a:gd name="connsiteY17" fmla="*/ 659867 h 950116"/>
                <a:gd name="connsiteX18" fmla="*/ 94958 w 621373"/>
                <a:gd name="connsiteY18" fmla="*/ 550916 h 950116"/>
                <a:gd name="connsiteX19" fmla="*/ 78408 w 621373"/>
                <a:gd name="connsiteY19" fmla="*/ 537124 h 950116"/>
                <a:gd name="connsiteX20" fmla="*/ 53124 w 621373"/>
                <a:gd name="connsiteY20" fmla="*/ 521494 h 950116"/>
                <a:gd name="connsiteX21" fmla="*/ 8992 w 621373"/>
                <a:gd name="connsiteY21" fmla="*/ 431391 h 950116"/>
                <a:gd name="connsiteX22" fmla="*/ 6693 w 621373"/>
                <a:gd name="connsiteY22" fmla="*/ 414841 h 950116"/>
                <a:gd name="connsiteX23" fmla="*/ 1636 w 621373"/>
                <a:gd name="connsiteY23" fmla="*/ 378064 h 950116"/>
                <a:gd name="connsiteX24" fmla="*/ 30138 w 621373"/>
                <a:gd name="connsiteY24" fmla="*/ 323819 h 950116"/>
                <a:gd name="connsiteX25" fmla="*/ 56802 w 621373"/>
                <a:gd name="connsiteY25" fmla="*/ 363813 h 950116"/>
                <a:gd name="connsiteX26" fmla="*/ 54043 w 621373"/>
                <a:gd name="connsiteY26" fmla="*/ 150967 h 950116"/>
                <a:gd name="connsiteX27" fmla="*/ 139550 w 621373"/>
                <a:gd name="connsiteY27" fmla="*/ 82470 h 950116"/>
                <a:gd name="connsiteX28" fmla="*/ 266430 w 621373"/>
                <a:gd name="connsiteY28" fmla="*/ 52130 h 950116"/>
                <a:gd name="connsiteX29" fmla="*/ 360670 w 621373"/>
                <a:gd name="connsiteY29" fmla="*/ 4320 h 950116"/>
                <a:gd name="connsiteX30" fmla="*/ 440201 w 621373"/>
                <a:gd name="connsiteY30" fmla="*/ 21329 h 950116"/>
                <a:gd name="connsiteX31" fmla="*/ 490309 w 621373"/>
                <a:gd name="connsiteY31" fmla="*/ 89826 h 950116"/>
                <a:gd name="connsiteX32" fmla="*/ 549612 w 621373"/>
                <a:gd name="connsiteY32" fmla="*/ 258540 h 950116"/>
                <a:gd name="connsiteX33" fmla="*/ 564782 w 621373"/>
                <a:gd name="connsiteY33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56130 w 621373"/>
                <a:gd name="connsiteY10" fmla="*/ 728999 h 950116"/>
                <a:gd name="connsiteX11" fmla="*/ 555128 w 621373"/>
                <a:gd name="connsiteY11" fmla="*/ 808354 h 950116"/>
                <a:gd name="connsiteX12" fmla="*/ 465603 w 621373"/>
                <a:gd name="connsiteY12" fmla="*/ 935693 h 950116"/>
                <a:gd name="connsiteX13" fmla="*/ 402514 w 621373"/>
                <a:gd name="connsiteY13" fmla="*/ 946727 h 950116"/>
                <a:gd name="connsiteX14" fmla="*/ 252638 w 621373"/>
                <a:gd name="connsiteY14" fmla="*/ 858002 h 950116"/>
                <a:gd name="connsiteX15" fmla="*/ 157019 w 621373"/>
                <a:gd name="connsiteY15" fmla="*/ 755947 h 950116"/>
                <a:gd name="connsiteX16" fmla="*/ 136332 w 621373"/>
                <a:gd name="connsiteY16" fmla="*/ 659867 h 950116"/>
                <a:gd name="connsiteX17" fmla="*/ 94958 w 621373"/>
                <a:gd name="connsiteY17" fmla="*/ 550916 h 950116"/>
                <a:gd name="connsiteX18" fmla="*/ 78408 w 621373"/>
                <a:gd name="connsiteY18" fmla="*/ 537124 h 950116"/>
                <a:gd name="connsiteX19" fmla="*/ 53124 w 621373"/>
                <a:gd name="connsiteY19" fmla="*/ 521494 h 950116"/>
                <a:gd name="connsiteX20" fmla="*/ 8992 w 621373"/>
                <a:gd name="connsiteY20" fmla="*/ 431391 h 950116"/>
                <a:gd name="connsiteX21" fmla="*/ 6693 w 621373"/>
                <a:gd name="connsiteY21" fmla="*/ 414841 h 950116"/>
                <a:gd name="connsiteX22" fmla="*/ 1636 w 621373"/>
                <a:gd name="connsiteY22" fmla="*/ 378064 h 950116"/>
                <a:gd name="connsiteX23" fmla="*/ 30138 w 621373"/>
                <a:gd name="connsiteY23" fmla="*/ 323819 h 950116"/>
                <a:gd name="connsiteX24" fmla="*/ 56802 w 621373"/>
                <a:gd name="connsiteY24" fmla="*/ 363813 h 950116"/>
                <a:gd name="connsiteX25" fmla="*/ 54043 w 621373"/>
                <a:gd name="connsiteY25" fmla="*/ 150967 h 950116"/>
                <a:gd name="connsiteX26" fmla="*/ 139550 w 621373"/>
                <a:gd name="connsiteY26" fmla="*/ 82470 h 950116"/>
                <a:gd name="connsiteX27" fmla="*/ 266430 w 621373"/>
                <a:gd name="connsiteY27" fmla="*/ 52130 h 950116"/>
                <a:gd name="connsiteX28" fmla="*/ 360670 w 621373"/>
                <a:gd name="connsiteY28" fmla="*/ 4320 h 950116"/>
                <a:gd name="connsiteX29" fmla="*/ 440201 w 621373"/>
                <a:gd name="connsiteY29" fmla="*/ 21329 h 950116"/>
                <a:gd name="connsiteX30" fmla="*/ 490309 w 621373"/>
                <a:gd name="connsiteY30" fmla="*/ 89826 h 950116"/>
                <a:gd name="connsiteX31" fmla="*/ 549612 w 621373"/>
                <a:gd name="connsiteY31" fmla="*/ 258540 h 950116"/>
                <a:gd name="connsiteX32" fmla="*/ 564782 w 621373"/>
                <a:gd name="connsiteY32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56130 w 621373"/>
                <a:gd name="connsiteY10" fmla="*/ 728999 h 950116"/>
                <a:gd name="connsiteX11" fmla="*/ 555128 w 621373"/>
                <a:gd name="connsiteY11" fmla="*/ 808354 h 950116"/>
                <a:gd name="connsiteX12" fmla="*/ 465603 w 621373"/>
                <a:gd name="connsiteY12" fmla="*/ 935693 h 950116"/>
                <a:gd name="connsiteX13" fmla="*/ 402514 w 621373"/>
                <a:gd name="connsiteY13" fmla="*/ 946727 h 950116"/>
                <a:gd name="connsiteX14" fmla="*/ 252638 w 621373"/>
                <a:gd name="connsiteY14" fmla="*/ 858002 h 950116"/>
                <a:gd name="connsiteX15" fmla="*/ 157019 w 621373"/>
                <a:gd name="connsiteY15" fmla="*/ 755947 h 950116"/>
                <a:gd name="connsiteX16" fmla="*/ 136332 w 621373"/>
                <a:gd name="connsiteY16" fmla="*/ 659867 h 950116"/>
                <a:gd name="connsiteX17" fmla="*/ 94958 w 621373"/>
                <a:gd name="connsiteY17" fmla="*/ 550916 h 950116"/>
                <a:gd name="connsiteX18" fmla="*/ 78408 w 621373"/>
                <a:gd name="connsiteY18" fmla="*/ 537124 h 950116"/>
                <a:gd name="connsiteX19" fmla="*/ 53124 w 621373"/>
                <a:gd name="connsiteY19" fmla="*/ 521494 h 950116"/>
                <a:gd name="connsiteX20" fmla="*/ 8992 w 621373"/>
                <a:gd name="connsiteY20" fmla="*/ 431391 h 950116"/>
                <a:gd name="connsiteX21" fmla="*/ 6693 w 621373"/>
                <a:gd name="connsiteY21" fmla="*/ 414841 h 950116"/>
                <a:gd name="connsiteX22" fmla="*/ 1636 w 621373"/>
                <a:gd name="connsiteY22" fmla="*/ 378064 h 950116"/>
                <a:gd name="connsiteX23" fmla="*/ 30138 w 621373"/>
                <a:gd name="connsiteY23" fmla="*/ 323819 h 950116"/>
                <a:gd name="connsiteX24" fmla="*/ 56802 w 621373"/>
                <a:gd name="connsiteY24" fmla="*/ 363813 h 950116"/>
                <a:gd name="connsiteX25" fmla="*/ 54043 w 621373"/>
                <a:gd name="connsiteY25" fmla="*/ 150967 h 950116"/>
                <a:gd name="connsiteX26" fmla="*/ 139550 w 621373"/>
                <a:gd name="connsiteY26" fmla="*/ 82470 h 950116"/>
                <a:gd name="connsiteX27" fmla="*/ 266430 w 621373"/>
                <a:gd name="connsiteY27" fmla="*/ 52130 h 950116"/>
                <a:gd name="connsiteX28" fmla="*/ 360670 w 621373"/>
                <a:gd name="connsiteY28" fmla="*/ 4320 h 950116"/>
                <a:gd name="connsiteX29" fmla="*/ 440201 w 621373"/>
                <a:gd name="connsiteY29" fmla="*/ 21329 h 950116"/>
                <a:gd name="connsiteX30" fmla="*/ 490309 w 621373"/>
                <a:gd name="connsiteY30" fmla="*/ 89826 h 950116"/>
                <a:gd name="connsiteX31" fmla="*/ 549612 w 621373"/>
                <a:gd name="connsiteY31" fmla="*/ 258540 h 950116"/>
                <a:gd name="connsiteX32" fmla="*/ 564782 w 621373"/>
                <a:gd name="connsiteY32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63111 h 950116"/>
                <a:gd name="connsiteX7" fmla="*/ 574896 w 621373"/>
                <a:gd name="connsiteY7" fmla="*/ 490234 h 950116"/>
                <a:gd name="connsiteX8" fmla="*/ 560645 w 621373"/>
                <a:gd name="connsiteY8" fmla="*/ 593209 h 950116"/>
                <a:gd name="connsiteX9" fmla="*/ 545015 w 621373"/>
                <a:gd name="connsiteY9" fmla="*/ 618953 h 950116"/>
                <a:gd name="connsiteX10" fmla="*/ 556130 w 621373"/>
                <a:gd name="connsiteY10" fmla="*/ 728999 h 950116"/>
                <a:gd name="connsiteX11" fmla="*/ 555128 w 621373"/>
                <a:gd name="connsiteY11" fmla="*/ 808354 h 950116"/>
                <a:gd name="connsiteX12" fmla="*/ 465603 w 621373"/>
                <a:gd name="connsiteY12" fmla="*/ 935693 h 950116"/>
                <a:gd name="connsiteX13" fmla="*/ 402514 w 621373"/>
                <a:gd name="connsiteY13" fmla="*/ 946727 h 950116"/>
                <a:gd name="connsiteX14" fmla="*/ 252638 w 621373"/>
                <a:gd name="connsiteY14" fmla="*/ 858002 h 950116"/>
                <a:gd name="connsiteX15" fmla="*/ 157019 w 621373"/>
                <a:gd name="connsiteY15" fmla="*/ 755947 h 950116"/>
                <a:gd name="connsiteX16" fmla="*/ 136332 w 621373"/>
                <a:gd name="connsiteY16" fmla="*/ 659867 h 950116"/>
                <a:gd name="connsiteX17" fmla="*/ 94958 w 621373"/>
                <a:gd name="connsiteY17" fmla="*/ 550916 h 950116"/>
                <a:gd name="connsiteX18" fmla="*/ 78408 w 621373"/>
                <a:gd name="connsiteY18" fmla="*/ 537124 h 950116"/>
                <a:gd name="connsiteX19" fmla="*/ 53124 w 621373"/>
                <a:gd name="connsiteY19" fmla="*/ 521494 h 950116"/>
                <a:gd name="connsiteX20" fmla="*/ 8992 w 621373"/>
                <a:gd name="connsiteY20" fmla="*/ 431391 h 950116"/>
                <a:gd name="connsiteX21" fmla="*/ 1636 w 621373"/>
                <a:gd name="connsiteY21" fmla="*/ 378064 h 950116"/>
                <a:gd name="connsiteX22" fmla="*/ 30138 w 621373"/>
                <a:gd name="connsiteY22" fmla="*/ 323819 h 950116"/>
                <a:gd name="connsiteX23" fmla="*/ 56802 w 621373"/>
                <a:gd name="connsiteY23" fmla="*/ 363813 h 950116"/>
                <a:gd name="connsiteX24" fmla="*/ 54043 w 621373"/>
                <a:gd name="connsiteY24" fmla="*/ 150967 h 950116"/>
                <a:gd name="connsiteX25" fmla="*/ 139550 w 621373"/>
                <a:gd name="connsiteY25" fmla="*/ 82470 h 950116"/>
                <a:gd name="connsiteX26" fmla="*/ 266430 w 621373"/>
                <a:gd name="connsiteY26" fmla="*/ 52130 h 950116"/>
                <a:gd name="connsiteX27" fmla="*/ 360670 w 621373"/>
                <a:gd name="connsiteY27" fmla="*/ 4320 h 950116"/>
                <a:gd name="connsiteX28" fmla="*/ 440201 w 621373"/>
                <a:gd name="connsiteY28" fmla="*/ 21329 h 950116"/>
                <a:gd name="connsiteX29" fmla="*/ 490309 w 621373"/>
                <a:gd name="connsiteY29" fmla="*/ 89826 h 950116"/>
                <a:gd name="connsiteX30" fmla="*/ 549612 w 621373"/>
                <a:gd name="connsiteY30" fmla="*/ 258540 h 950116"/>
                <a:gd name="connsiteX31" fmla="*/ 564782 w 621373"/>
                <a:gd name="connsiteY31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90234 h 950116"/>
                <a:gd name="connsiteX7" fmla="*/ 560645 w 621373"/>
                <a:gd name="connsiteY7" fmla="*/ 593209 h 950116"/>
                <a:gd name="connsiteX8" fmla="*/ 545015 w 621373"/>
                <a:gd name="connsiteY8" fmla="*/ 618953 h 950116"/>
                <a:gd name="connsiteX9" fmla="*/ 556130 w 621373"/>
                <a:gd name="connsiteY9" fmla="*/ 728999 h 950116"/>
                <a:gd name="connsiteX10" fmla="*/ 555128 w 621373"/>
                <a:gd name="connsiteY10" fmla="*/ 808354 h 950116"/>
                <a:gd name="connsiteX11" fmla="*/ 465603 w 621373"/>
                <a:gd name="connsiteY11" fmla="*/ 935693 h 950116"/>
                <a:gd name="connsiteX12" fmla="*/ 402514 w 621373"/>
                <a:gd name="connsiteY12" fmla="*/ 946727 h 950116"/>
                <a:gd name="connsiteX13" fmla="*/ 252638 w 621373"/>
                <a:gd name="connsiteY13" fmla="*/ 858002 h 950116"/>
                <a:gd name="connsiteX14" fmla="*/ 157019 w 621373"/>
                <a:gd name="connsiteY14" fmla="*/ 755947 h 950116"/>
                <a:gd name="connsiteX15" fmla="*/ 136332 w 621373"/>
                <a:gd name="connsiteY15" fmla="*/ 659867 h 950116"/>
                <a:gd name="connsiteX16" fmla="*/ 94958 w 621373"/>
                <a:gd name="connsiteY16" fmla="*/ 550916 h 950116"/>
                <a:gd name="connsiteX17" fmla="*/ 78408 w 621373"/>
                <a:gd name="connsiteY17" fmla="*/ 537124 h 950116"/>
                <a:gd name="connsiteX18" fmla="*/ 53124 w 621373"/>
                <a:gd name="connsiteY18" fmla="*/ 521494 h 950116"/>
                <a:gd name="connsiteX19" fmla="*/ 8992 w 621373"/>
                <a:gd name="connsiteY19" fmla="*/ 431391 h 950116"/>
                <a:gd name="connsiteX20" fmla="*/ 1636 w 621373"/>
                <a:gd name="connsiteY20" fmla="*/ 378064 h 950116"/>
                <a:gd name="connsiteX21" fmla="*/ 30138 w 621373"/>
                <a:gd name="connsiteY21" fmla="*/ 323819 h 950116"/>
                <a:gd name="connsiteX22" fmla="*/ 56802 w 621373"/>
                <a:gd name="connsiteY22" fmla="*/ 363813 h 950116"/>
                <a:gd name="connsiteX23" fmla="*/ 54043 w 621373"/>
                <a:gd name="connsiteY23" fmla="*/ 150967 h 950116"/>
                <a:gd name="connsiteX24" fmla="*/ 139550 w 621373"/>
                <a:gd name="connsiteY24" fmla="*/ 82470 h 950116"/>
                <a:gd name="connsiteX25" fmla="*/ 266430 w 621373"/>
                <a:gd name="connsiteY25" fmla="*/ 52130 h 950116"/>
                <a:gd name="connsiteX26" fmla="*/ 360670 w 621373"/>
                <a:gd name="connsiteY26" fmla="*/ 4320 h 950116"/>
                <a:gd name="connsiteX27" fmla="*/ 440201 w 621373"/>
                <a:gd name="connsiteY27" fmla="*/ 21329 h 950116"/>
                <a:gd name="connsiteX28" fmla="*/ 490309 w 621373"/>
                <a:gd name="connsiteY28" fmla="*/ 89826 h 950116"/>
                <a:gd name="connsiteX29" fmla="*/ 549612 w 621373"/>
                <a:gd name="connsiteY29" fmla="*/ 258540 h 950116"/>
                <a:gd name="connsiteX30" fmla="*/ 564782 w 621373"/>
                <a:gd name="connsiteY30" fmla="*/ 229578 h 950116"/>
                <a:gd name="connsiteX0" fmla="*/ 564782 w 621373"/>
                <a:gd name="connsiteY0" fmla="*/ 229578 h 950116"/>
                <a:gd name="connsiteX1" fmla="*/ 590526 w 621373"/>
                <a:gd name="connsiteY1" fmla="*/ 217166 h 950116"/>
                <a:gd name="connsiteX2" fmla="*/ 610294 w 621373"/>
                <a:gd name="connsiteY2" fmla="*/ 246127 h 950116"/>
                <a:gd name="connsiteX3" fmla="*/ 621326 w 621373"/>
                <a:gd name="connsiteY3" fmla="*/ 321980 h 950116"/>
                <a:gd name="connsiteX4" fmla="*/ 608914 w 621373"/>
                <a:gd name="connsiteY4" fmla="*/ 428173 h 950116"/>
                <a:gd name="connsiteX5" fmla="*/ 586388 w 621373"/>
                <a:gd name="connsiteY5" fmla="*/ 448400 h 950116"/>
                <a:gd name="connsiteX6" fmla="*/ 574896 w 621373"/>
                <a:gd name="connsiteY6" fmla="*/ 490234 h 950116"/>
                <a:gd name="connsiteX7" fmla="*/ 560645 w 621373"/>
                <a:gd name="connsiteY7" fmla="*/ 593209 h 950116"/>
                <a:gd name="connsiteX8" fmla="*/ 545015 w 621373"/>
                <a:gd name="connsiteY8" fmla="*/ 618953 h 950116"/>
                <a:gd name="connsiteX9" fmla="*/ 556130 w 621373"/>
                <a:gd name="connsiteY9" fmla="*/ 728999 h 950116"/>
                <a:gd name="connsiteX10" fmla="*/ 555128 w 621373"/>
                <a:gd name="connsiteY10" fmla="*/ 808354 h 950116"/>
                <a:gd name="connsiteX11" fmla="*/ 465603 w 621373"/>
                <a:gd name="connsiteY11" fmla="*/ 935693 h 950116"/>
                <a:gd name="connsiteX12" fmla="*/ 402514 w 621373"/>
                <a:gd name="connsiteY12" fmla="*/ 946727 h 950116"/>
                <a:gd name="connsiteX13" fmla="*/ 252638 w 621373"/>
                <a:gd name="connsiteY13" fmla="*/ 858002 h 950116"/>
                <a:gd name="connsiteX14" fmla="*/ 157019 w 621373"/>
                <a:gd name="connsiteY14" fmla="*/ 755947 h 950116"/>
                <a:gd name="connsiteX15" fmla="*/ 136332 w 621373"/>
                <a:gd name="connsiteY15" fmla="*/ 659867 h 950116"/>
                <a:gd name="connsiteX16" fmla="*/ 94958 w 621373"/>
                <a:gd name="connsiteY16" fmla="*/ 550916 h 950116"/>
                <a:gd name="connsiteX17" fmla="*/ 78408 w 621373"/>
                <a:gd name="connsiteY17" fmla="*/ 537124 h 950116"/>
                <a:gd name="connsiteX18" fmla="*/ 53124 w 621373"/>
                <a:gd name="connsiteY18" fmla="*/ 521494 h 950116"/>
                <a:gd name="connsiteX19" fmla="*/ 8992 w 621373"/>
                <a:gd name="connsiteY19" fmla="*/ 431391 h 950116"/>
                <a:gd name="connsiteX20" fmla="*/ 1636 w 621373"/>
                <a:gd name="connsiteY20" fmla="*/ 378064 h 950116"/>
                <a:gd name="connsiteX21" fmla="*/ 30138 w 621373"/>
                <a:gd name="connsiteY21" fmla="*/ 323819 h 950116"/>
                <a:gd name="connsiteX22" fmla="*/ 56802 w 621373"/>
                <a:gd name="connsiteY22" fmla="*/ 363813 h 950116"/>
                <a:gd name="connsiteX23" fmla="*/ 54043 w 621373"/>
                <a:gd name="connsiteY23" fmla="*/ 150967 h 950116"/>
                <a:gd name="connsiteX24" fmla="*/ 139550 w 621373"/>
                <a:gd name="connsiteY24" fmla="*/ 82470 h 950116"/>
                <a:gd name="connsiteX25" fmla="*/ 266430 w 621373"/>
                <a:gd name="connsiteY25" fmla="*/ 52130 h 950116"/>
                <a:gd name="connsiteX26" fmla="*/ 360670 w 621373"/>
                <a:gd name="connsiteY26" fmla="*/ 4320 h 950116"/>
                <a:gd name="connsiteX27" fmla="*/ 440201 w 621373"/>
                <a:gd name="connsiteY27" fmla="*/ 21329 h 950116"/>
                <a:gd name="connsiteX28" fmla="*/ 490309 w 621373"/>
                <a:gd name="connsiteY28" fmla="*/ 89826 h 950116"/>
                <a:gd name="connsiteX29" fmla="*/ 549612 w 621373"/>
                <a:gd name="connsiteY29" fmla="*/ 258540 h 950116"/>
                <a:gd name="connsiteX30" fmla="*/ 564782 w 621373"/>
                <a:gd name="connsiteY30" fmla="*/ 229578 h 95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21373" h="950116">
                  <a:moveTo>
                    <a:pt x="564782" y="229578"/>
                  </a:moveTo>
                  <a:cubicBezTo>
                    <a:pt x="572137" y="222682"/>
                    <a:pt x="578573" y="212109"/>
                    <a:pt x="590526" y="217166"/>
                  </a:cubicBezTo>
                  <a:cubicBezTo>
                    <a:pt x="602018" y="222222"/>
                    <a:pt x="606616" y="232796"/>
                    <a:pt x="610294" y="246127"/>
                  </a:cubicBezTo>
                  <a:cubicBezTo>
                    <a:pt x="617189" y="271412"/>
                    <a:pt x="620867" y="297155"/>
                    <a:pt x="621326" y="321980"/>
                  </a:cubicBezTo>
                  <a:cubicBezTo>
                    <a:pt x="621786" y="357377"/>
                    <a:pt x="619028" y="393695"/>
                    <a:pt x="608914" y="428173"/>
                  </a:cubicBezTo>
                  <a:cubicBezTo>
                    <a:pt x="605696" y="438746"/>
                    <a:pt x="592058" y="438057"/>
                    <a:pt x="586388" y="448400"/>
                  </a:cubicBezTo>
                  <a:cubicBezTo>
                    <a:pt x="580718" y="458743"/>
                    <a:pt x="579187" y="466099"/>
                    <a:pt x="574896" y="490234"/>
                  </a:cubicBezTo>
                  <a:cubicBezTo>
                    <a:pt x="575355" y="525172"/>
                    <a:pt x="580908" y="549665"/>
                    <a:pt x="560645" y="593209"/>
                  </a:cubicBezTo>
                  <a:cubicBezTo>
                    <a:pt x="558806" y="602863"/>
                    <a:pt x="548233" y="608839"/>
                    <a:pt x="545015" y="618953"/>
                  </a:cubicBezTo>
                  <a:cubicBezTo>
                    <a:pt x="532357" y="658254"/>
                    <a:pt x="554445" y="697432"/>
                    <a:pt x="556130" y="728999"/>
                  </a:cubicBezTo>
                  <a:cubicBezTo>
                    <a:pt x="568083" y="747847"/>
                    <a:pt x="563863" y="790425"/>
                    <a:pt x="555128" y="808354"/>
                  </a:cubicBezTo>
                  <a:cubicBezTo>
                    <a:pt x="530763" y="859382"/>
                    <a:pt x="519094" y="899670"/>
                    <a:pt x="465603" y="935693"/>
                  </a:cubicBezTo>
                  <a:cubicBezTo>
                    <a:pt x="444533" y="958755"/>
                    <a:pt x="412781" y="947416"/>
                    <a:pt x="402514" y="946727"/>
                  </a:cubicBezTo>
                  <a:cubicBezTo>
                    <a:pt x="369798" y="933778"/>
                    <a:pt x="293554" y="889799"/>
                    <a:pt x="252638" y="858002"/>
                  </a:cubicBezTo>
                  <a:cubicBezTo>
                    <a:pt x="211722" y="826205"/>
                    <a:pt x="176403" y="788969"/>
                    <a:pt x="157019" y="755947"/>
                  </a:cubicBezTo>
                  <a:cubicBezTo>
                    <a:pt x="145526" y="725146"/>
                    <a:pt x="156559" y="688829"/>
                    <a:pt x="136332" y="659867"/>
                  </a:cubicBezTo>
                  <a:cubicBezTo>
                    <a:pt x="113346" y="626768"/>
                    <a:pt x="103232" y="589531"/>
                    <a:pt x="94958" y="550916"/>
                  </a:cubicBezTo>
                  <a:cubicBezTo>
                    <a:pt x="93119" y="542181"/>
                    <a:pt x="87602" y="536665"/>
                    <a:pt x="78408" y="537124"/>
                  </a:cubicBezTo>
                  <a:cubicBezTo>
                    <a:pt x="65996" y="537584"/>
                    <a:pt x="60939" y="529769"/>
                    <a:pt x="53124" y="521494"/>
                  </a:cubicBezTo>
                  <a:cubicBezTo>
                    <a:pt x="27840" y="496210"/>
                    <a:pt x="25541" y="460812"/>
                    <a:pt x="8992" y="431391"/>
                  </a:cubicBezTo>
                  <a:cubicBezTo>
                    <a:pt x="411" y="407486"/>
                    <a:pt x="-1888" y="395993"/>
                    <a:pt x="1636" y="378064"/>
                  </a:cubicBezTo>
                  <a:cubicBezTo>
                    <a:pt x="-5719" y="362434"/>
                    <a:pt x="13129" y="329335"/>
                    <a:pt x="30138" y="323819"/>
                  </a:cubicBezTo>
                  <a:cubicBezTo>
                    <a:pt x="52205" y="330254"/>
                    <a:pt x="50825" y="351401"/>
                    <a:pt x="56802" y="363813"/>
                  </a:cubicBezTo>
                  <a:cubicBezTo>
                    <a:pt x="54963" y="295316"/>
                    <a:pt x="42551" y="223602"/>
                    <a:pt x="54043" y="150967"/>
                  </a:cubicBezTo>
                  <a:cubicBezTo>
                    <a:pt x="63238" y="93963"/>
                    <a:pt x="82545" y="75575"/>
                    <a:pt x="139550" y="82470"/>
                  </a:cubicBezTo>
                  <a:cubicBezTo>
                    <a:pt x="185980" y="88447"/>
                    <a:pt x="226895" y="75575"/>
                    <a:pt x="266430" y="52130"/>
                  </a:cubicBezTo>
                  <a:cubicBezTo>
                    <a:pt x="296771" y="34201"/>
                    <a:pt x="326652" y="15353"/>
                    <a:pt x="360670" y="4320"/>
                  </a:cubicBezTo>
                  <a:cubicBezTo>
                    <a:pt x="391011" y="-5334"/>
                    <a:pt x="416755" y="1561"/>
                    <a:pt x="440201" y="21329"/>
                  </a:cubicBezTo>
                  <a:cubicBezTo>
                    <a:pt x="462267" y="40177"/>
                    <a:pt x="477897" y="64082"/>
                    <a:pt x="490309" y="89826"/>
                  </a:cubicBezTo>
                  <a:cubicBezTo>
                    <a:pt x="516053" y="144072"/>
                    <a:pt x="536280" y="200156"/>
                    <a:pt x="549612" y="258540"/>
                  </a:cubicBezTo>
                  <a:cubicBezTo>
                    <a:pt x="553289" y="250265"/>
                    <a:pt x="551450" y="236014"/>
                    <a:pt x="564782" y="229578"/>
                  </a:cubicBezTo>
                  <a:close/>
                </a:path>
              </a:pathLst>
            </a:custGeom>
            <a:solidFill>
              <a:srgbClr val="FDD3A2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8267349B-FC71-4BC9-89EC-43655684ED50}"/>
                </a:ext>
              </a:extLst>
            </p:cNvPr>
            <p:cNvSpPr/>
            <p:nvPr/>
          </p:nvSpPr>
          <p:spPr>
            <a:xfrm>
              <a:off x="7602888" y="5488731"/>
              <a:ext cx="707619" cy="322803"/>
            </a:xfrm>
            <a:custGeom>
              <a:avLst/>
              <a:gdLst>
                <a:gd name="connsiteX0" fmla="*/ 633141 w 709453"/>
                <a:gd name="connsiteY0" fmla="*/ 62528 h 322803"/>
                <a:gd name="connsiteX1" fmla="*/ 672676 w 709453"/>
                <a:gd name="connsiteY1" fmla="*/ 155849 h 322803"/>
                <a:gd name="connsiteX2" fmla="*/ 707614 w 709453"/>
                <a:gd name="connsiteY2" fmla="*/ 245493 h 322803"/>
                <a:gd name="connsiteX3" fmla="*/ 709453 w 709453"/>
                <a:gd name="connsiteY3" fmla="*/ 253768 h 322803"/>
                <a:gd name="connsiteX4" fmla="*/ 694283 w 709453"/>
                <a:gd name="connsiteY4" fmla="*/ 261123 h 322803"/>
                <a:gd name="connsiteX5" fmla="*/ 629464 w 709453"/>
                <a:gd name="connsiteY5" fmla="*/ 261583 h 322803"/>
                <a:gd name="connsiteX6" fmla="*/ 550393 w 709453"/>
                <a:gd name="connsiteY6" fmla="*/ 285947 h 322803"/>
                <a:gd name="connsiteX7" fmla="*/ 430409 w 709453"/>
                <a:gd name="connsiteY7" fmla="*/ 317208 h 322803"/>
                <a:gd name="connsiteX8" fmla="*/ 296173 w 709453"/>
                <a:gd name="connsiteY8" fmla="*/ 322724 h 322803"/>
                <a:gd name="connsiteX9" fmla="*/ 210207 w 709453"/>
                <a:gd name="connsiteY9" fmla="*/ 313990 h 322803"/>
                <a:gd name="connsiteX10" fmla="*/ 63560 w 709453"/>
                <a:gd name="connsiteY10" fmla="*/ 280431 h 322803"/>
                <a:gd name="connsiteX11" fmla="*/ 7935 w 709453"/>
                <a:gd name="connsiteY11" fmla="*/ 248711 h 322803"/>
                <a:gd name="connsiteX12" fmla="*/ 1499 w 709453"/>
                <a:gd name="connsiteY12" fmla="*/ 222507 h 322803"/>
                <a:gd name="connsiteX13" fmla="*/ 18508 w 709453"/>
                <a:gd name="connsiteY13" fmla="*/ 212853 h 322803"/>
                <a:gd name="connsiteX14" fmla="*/ 178028 w 709453"/>
                <a:gd name="connsiteY14" fmla="*/ 191707 h 322803"/>
                <a:gd name="connsiteX15" fmla="*/ 276865 w 709453"/>
                <a:gd name="connsiteY15" fmla="*/ 152171 h 322803"/>
                <a:gd name="connsiteX16" fmla="*/ 374784 w 709453"/>
                <a:gd name="connsiteY16" fmla="*/ 95627 h 322803"/>
                <a:gd name="connsiteX17" fmla="*/ 383518 w 709453"/>
                <a:gd name="connsiteY17" fmla="*/ 82755 h 322803"/>
                <a:gd name="connsiteX18" fmla="*/ 348580 w 709453"/>
                <a:gd name="connsiteY18" fmla="*/ 82296 h 322803"/>
                <a:gd name="connsiteX19" fmla="*/ 256638 w 709453"/>
                <a:gd name="connsiteY19" fmla="*/ 62988 h 322803"/>
                <a:gd name="connsiteX20" fmla="*/ 231354 w 709453"/>
                <a:gd name="connsiteY20" fmla="*/ 43680 h 322803"/>
                <a:gd name="connsiteX21" fmla="*/ 246065 w 709453"/>
                <a:gd name="connsiteY21" fmla="*/ 2306 h 322803"/>
                <a:gd name="connsiteX22" fmla="*/ 310424 w 709453"/>
                <a:gd name="connsiteY22" fmla="*/ 5983 h 322803"/>
                <a:gd name="connsiteX23" fmla="*/ 320538 w 709453"/>
                <a:gd name="connsiteY23" fmla="*/ 7822 h 322803"/>
                <a:gd name="connsiteX24" fmla="*/ 483735 w 709453"/>
                <a:gd name="connsiteY24" fmla="*/ 14258 h 322803"/>
                <a:gd name="connsiteX25" fmla="*/ 587170 w 709453"/>
                <a:gd name="connsiteY25" fmla="*/ 48736 h 322803"/>
                <a:gd name="connsiteX26" fmla="*/ 633141 w 709453"/>
                <a:gd name="connsiteY26" fmla="*/ 62528 h 322803"/>
                <a:gd name="connsiteX0" fmla="*/ 633141 w 708887"/>
                <a:gd name="connsiteY0" fmla="*/ 62528 h 322803"/>
                <a:gd name="connsiteX1" fmla="*/ 672676 w 708887"/>
                <a:gd name="connsiteY1" fmla="*/ 155849 h 322803"/>
                <a:gd name="connsiteX2" fmla="*/ 707614 w 708887"/>
                <a:gd name="connsiteY2" fmla="*/ 245493 h 322803"/>
                <a:gd name="connsiteX3" fmla="*/ 694283 w 708887"/>
                <a:gd name="connsiteY3" fmla="*/ 261123 h 322803"/>
                <a:gd name="connsiteX4" fmla="*/ 629464 w 708887"/>
                <a:gd name="connsiteY4" fmla="*/ 261583 h 322803"/>
                <a:gd name="connsiteX5" fmla="*/ 550393 w 708887"/>
                <a:gd name="connsiteY5" fmla="*/ 285947 h 322803"/>
                <a:gd name="connsiteX6" fmla="*/ 430409 w 708887"/>
                <a:gd name="connsiteY6" fmla="*/ 317208 h 322803"/>
                <a:gd name="connsiteX7" fmla="*/ 296173 w 708887"/>
                <a:gd name="connsiteY7" fmla="*/ 322724 h 322803"/>
                <a:gd name="connsiteX8" fmla="*/ 210207 w 708887"/>
                <a:gd name="connsiteY8" fmla="*/ 313990 h 322803"/>
                <a:gd name="connsiteX9" fmla="*/ 63560 w 708887"/>
                <a:gd name="connsiteY9" fmla="*/ 280431 h 322803"/>
                <a:gd name="connsiteX10" fmla="*/ 7935 w 708887"/>
                <a:gd name="connsiteY10" fmla="*/ 248711 h 322803"/>
                <a:gd name="connsiteX11" fmla="*/ 1499 w 708887"/>
                <a:gd name="connsiteY11" fmla="*/ 222507 h 322803"/>
                <a:gd name="connsiteX12" fmla="*/ 18508 w 708887"/>
                <a:gd name="connsiteY12" fmla="*/ 212853 h 322803"/>
                <a:gd name="connsiteX13" fmla="*/ 178028 w 708887"/>
                <a:gd name="connsiteY13" fmla="*/ 191707 h 322803"/>
                <a:gd name="connsiteX14" fmla="*/ 276865 w 708887"/>
                <a:gd name="connsiteY14" fmla="*/ 152171 h 322803"/>
                <a:gd name="connsiteX15" fmla="*/ 374784 w 708887"/>
                <a:gd name="connsiteY15" fmla="*/ 95627 h 322803"/>
                <a:gd name="connsiteX16" fmla="*/ 383518 w 708887"/>
                <a:gd name="connsiteY16" fmla="*/ 82755 h 322803"/>
                <a:gd name="connsiteX17" fmla="*/ 348580 w 708887"/>
                <a:gd name="connsiteY17" fmla="*/ 82296 h 322803"/>
                <a:gd name="connsiteX18" fmla="*/ 256638 w 708887"/>
                <a:gd name="connsiteY18" fmla="*/ 62988 h 322803"/>
                <a:gd name="connsiteX19" fmla="*/ 231354 w 708887"/>
                <a:gd name="connsiteY19" fmla="*/ 43680 h 322803"/>
                <a:gd name="connsiteX20" fmla="*/ 246065 w 708887"/>
                <a:gd name="connsiteY20" fmla="*/ 2306 h 322803"/>
                <a:gd name="connsiteX21" fmla="*/ 310424 w 708887"/>
                <a:gd name="connsiteY21" fmla="*/ 5983 h 322803"/>
                <a:gd name="connsiteX22" fmla="*/ 320538 w 708887"/>
                <a:gd name="connsiteY22" fmla="*/ 7822 h 322803"/>
                <a:gd name="connsiteX23" fmla="*/ 483735 w 708887"/>
                <a:gd name="connsiteY23" fmla="*/ 14258 h 322803"/>
                <a:gd name="connsiteX24" fmla="*/ 587170 w 708887"/>
                <a:gd name="connsiteY24" fmla="*/ 48736 h 322803"/>
                <a:gd name="connsiteX25" fmla="*/ 633141 w 708887"/>
                <a:gd name="connsiteY25" fmla="*/ 62528 h 322803"/>
                <a:gd name="connsiteX0" fmla="*/ 633141 w 707614"/>
                <a:gd name="connsiteY0" fmla="*/ 62528 h 322803"/>
                <a:gd name="connsiteX1" fmla="*/ 672676 w 707614"/>
                <a:gd name="connsiteY1" fmla="*/ 155849 h 322803"/>
                <a:gd name="connsiteX2" fmla="*/ 707614 w 707614"/>
                <a:gd name="connsiteY2" fmla="*/ 245493 h 322803"/>
                <a:gd name="connsiteX3" fmla="*/ 629464 w 707614"/>
                <a:gd name="connsiteY3" fmla="*/ 261583 h 322803"/>
                <a:gd name="connsiteX4" fmla="*/ 550393 w 707614"/>
                <a:gd name="connsiteY4" fmla="*/ 285947 h 322803"/>
                <a:gd name="connsiteX5" fmla="*/ 430409 w 707614"/>
                <a:gd name="connsiteY5" fmla="*/ 317208 h 322803"/>
                <a:gd name="connsiteX6" fmla="*/ 296173 w 707614"/>
                <a:gd name="connsiteY6" fmla="*/ 322724 h 322803"/>
                <a:gd name="connsiteX7" fmla="*/ 210207 w 707614"/>
                <a:gd name="connsiteY7" fmla="*/ 313990 h 322803"/>
                <a:gd name="connsiteX8" fmla="*/ 63560 w 707614"/>
                <a:gd name="connsiteY8" fmla="*/ 280431 h 322803"/>
                <a:gd name="connsiteX9" fmla="*/ 7935 w 707614"/>
                <a:gd name="connsiteY9" fmla="*/ 248711 h 322803"/>
                <a:gd name="connsiteX10" fmla="*/ 1499 w 707614"/>
                <a:gd name="connsiteY10" fmla="*/ 222507 h 322803"/>
                <a:gd name="connsiteX11" fmla="*/ 18508 w 707614"/>
                <a:gd name="connsiteY11" fmla="*/ 212853 h 322803"/>
                <a:gd name="connsiteX12" fmla="*/ 178028 w 707614"/>
                <a:gd name="connsiteY12" fmla="*/ 191707 h 322803"/>
                <a:gd name="connsiteX13" fmla="*/ 276865 w 707614"/>
                <a:gd name="connsiteY13" fmla="*/ 152171 h 322803"/>
                <a:gd name="connsiteX14" fmla="*/ 374784 w 707614"/>
                <a:gd name="connsiteY14" fmla="*/ 95627 h 322803"/>
                <a:gd name="connsiteX15" fmla="*/ 383518 w 707614"/>
                <a:gd name="connsiteY15" fmla="*/ 82755 h 322803"/>
                <a:gd name="connsiteX16" fmla="*/ 348580 w 707614"/>
                <a:gd name="connsiteY16" fmla="*/ 82296 h 322803"/>
                <a:gd name="connsiteX17" fmla="*/ 256638 w 707614"/>
                <a:gd name="connsiteY17" fmla="*/ 62988 h 322803"/>
                <a:gd name="connsiteX18" fmla="*/ 231354 w 707614"/>
                <a:gd name="connsiteY18" fmla="*/ 43680 h 322803"/>
                <a:gd name="connsiteX19" fmla="*/ 246065 w 707614"/>
                <a:gd name="connsiteY19" fmla="*/ 2306 h 322803"/>
                <a:gd name="connsiteX20" fmla="*/ 310424 w 707614"/>
                <a:gd name="connsiteY20" fmla="*/ 5983 h 322803"/>
                <a:gd name="connsiteX21" fmla="*/ 320538 w 707614"/>
                <a:gd name="connsiteY21" fmla="*/ 7822 h 322803"/>
                <a:gd name="connsiteX22" fmla="*/ 483735 w 707614"/>
                <a:gd name="connsiteY22" fmla="*/ 14258 h 322803"/>
                <a:gd name="connsiteX23" fmla="*/ 587170 w 707614"/>
                <a:gd name="connsiteY23" fmla="*/ 48736 h 322803"/>
                <a:gd name="connsiteX24" fmla="*/ 633141 w 707614"/>
                <a:gd name="connsiteY24" fmla="*/ 62528 h 322803"/>
                <a:gd name="connsiteX0" fmla="*/ 633141 w 707619"/>
                <a:gd name="connsiteY0" fmla="*/ 62528 h 322803"/>
                <a:gd name="connsiteX1" fmla="*/ 707614 w 707619"/>
                <a:gd name="connsiteY1" fmla="*/ 245493 h 322803"/>
                <a:gd name="connsiteX2" fmla="*/ 629464 w 707619"/>
                <a:gd name="connsiteY2" fmla="*/ 261583 h 322803"/>
                <a:gd name="connsiteX3" fmla="*/ 550393 w 707619"/>
                <a:gd name="connsiteY3" fmla="*/ 285947 h 322803"/>
                <a:gd name="connsiteX4" fmla="*/ 430409 w 707619"/>
                <a:gd name="connsiteY4" fmla="*/ 317208 h 322803"/>
                <a:gd name="connsiteX5" fmla="*/ 296173 w 707619"/>
                <a:gd name="connsiteY5" fmla="*/ 322724 h 322803"/>
                <a:gd name="connsiteX6" fmla="*/ 210207 w 707619"/>
                <a:gd name="connsiteY6" fmla="*/ 313990 h 322803"/>
                <a:gd name="connsiteX7" fmla="*/ 63560 w 707619"/>
                <a:gd name="connsiteY7" fmla="*/ 280431 h 322803"/>
                <a:gd name="connsiteX8" fmla="*/ 7935 w 707619"/>
                <a:gd name="connsiteY8" fmla="*/ 248711 h 322803"/>
                <a:gd name="connsiteX9" fmla="*/ 1499 w 707619"/>
                <a:gd name="connsiteY9" fmla="*/ 222507 h 322803"/>
                <a:gd name="connsiteX10" fmla="*/ 18508 w 707619"/>
                <a:gd name="connsiteY10" fmla="*/ 212853 h 322803"/>
                <a:gd name="connsiteX11" fmla="*/ 178028 w 707619"/>
                <a:gd name="connsiteY11" fmla="*/ 191707 h 322803"/>
                <a:gd name="connsiteX12" fmla="*/ 276865 w 707619"/>
                <a:gd name="connsiteY12" fmla="*/ 152171 h 322803"/>
                <a:gd name="connsiteX13" fmla="*/ 374784 w 707619"/>
                <a:gd name="connsiteY13" fmla="*/ 95627 h 322803"/>
                <a:gd name="connsiteX14" fmla="*/ 383518 w 707619"/>
                <a:gd name="connsiteY14" fmla="*/ 82755 h 322803"/>
                <a:gd name="connsiteX15" fmla="*/ 348580 w 707619"/>
                <a:gd name="connsiteY15" fmla="*/ 82296 h 322803"/>
                <a:gd name="connsiteX16" fmla="*/ 256638 w 707619"/>
                <a:gd name="connsiteY16" fmla="*/ 62988 h 322803"/>
                <a:gd name="connsiteX17" fmla="*/ 231354 w 707619"/>
                <a:gd name="connsiteY17" fmla="*/ 43680 h 322803"/>
                <a:gd name="connsiteX18" fmla="*/ 246065 w 707619"/>
                <a:gd name="connsiteY18" fmla="*/ 2306 h 322803"/>
                <a:gd name="connsiteX19" fmla="*/ 310424 w 707619"/>
                <a:gd name="connsiteY19" fmla="*/ 5983 h 322803"/>
                <a:gd name="connsiteX20" fmla="*/ 320538 w 707619"/>
                <a:gd name="connsiteY20" fmla="*/ 7822 h 322803"/>
                <a:gd name="connsiteX21" fmla="*/ 483735 w 707619"/>
                <a:gd name="connsiteY21" fmla="*/ 14258 h 322803"/>
                <a:gd name="connsiteX22" fmla="*/ 587170 w 707619"/>
                <a:gd name="connsiteY22" fmla="*/ 48736 h 322803"/>
                <a:gd name="connsiteX23" fmla="*/ 633141 w 707619"/>
                <a:gd name="connsiteY23" fmla="*/ 62528 h 32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7619" h="322803">
                  <a:moveTo>
                    <a:pt x="633141" y="62528"/>
                  </a:moveTo>
                  <a:cubicBezTo>
                    <a:pt x="653215" y="95321"/>
                    <a:pt x="708227" y="212317"/>
                    <a:pt x="707614" y="245493"/>
                  </a:cubicBezTo>
                  <a:cubicBezTo>
                    <a:pt x="700412" y="263115"/>
                    <a:pt x="655668" y="254841"/>
                    <a:pt x="629464" y="261583"/>
                  </a:cubicBezTo>
                  <a:cubicBezTo>
                    <a:pt x="598203" y="253768"/>
                    <a:pt x="576137" y="275834"/>
                    <a:pt x="550393" y="285947"/>
                  </a:cubicBezTo>
                  <a:cubicBezTo>
                    <a:pt x="511778" y="301118"/>
                    <a:pt x="472242" y="311231"/>
                    <a:pt x="430409" y="317208"/>
                  </a:cubicBezTo>
                  <a:cubicBezTo>
                    <a:pt x="385357" y="323644"/>
                    <a:pt x="340765" y="321345"/>
                    <a:pt x="296173" y="322724"/>
                  </a:cubicBezTo>
                  <a:cubicBezTo>
                    <a:pt x="267212" y="323644"/>
                    <a:pt x="239169" y="316288"/>
                    <a:pt x="210207" y="313990"/>
                  </a:cubicBezTo>
                  <a:cubicBezTo>
                    <a:pt x="160099" y="309852"/>
                    <a:pt x="111370" y="295601"/>
                    <a:pt x="63560" y="280431"/>
                  </a:cubicBezTo>
                  <a:cubicBezTo>
                    <a:pt x="43792" y="273995"/>
                    <a:pt x="25863" y="260203"/>
                    <a:pt x="7935" y="248711"/>
                  </a:cubicBezTo>
                  <a:cubicBezTo>
                    <a:pt x="-800" y="242734"/>
                    <a:pt x="-1260" y="233081"/>
                    <a:pt x="1499" y="222507"/>
                  </a:cubicBezTo>
                  <a:cubicBezTo>
                    <a:pt x="4257" y="211934"/>
                    <a:pt x="12072" y="214692"/>
                    <a:pt x="18508" y="212853"/>
                  </a:cubicBezTo>
                  <a:cubicBezTo>
                    <a:pt x="70915" y="199522"/>
                    <a:pt x="125621" y="201820"/>
                    <a:pt x="178028" y="191707"/>
                  </a:cubicBezTo>
                  <a:cubicBezTo>
                    <a:pt x="212966" y="184811"/>
                    <a:pt x="245605" y="170100"/>
                    <a:pt x="276865" y="152171"/>
                  </a:cubicBezTo>
                  <a:lnTo>
                    <a:pt x="374784" y="95627"/>
                  </a:lnTo>
                  <a:cubicBezTo>
                    <a:pt x="378462" y="93328"/>
                    <a:pt x="381220" y="89651"/>
                    <a:pt x="383518" y="82755"/>
                  </a:cubicBezTo>
                  <a:cubicBezTo>
                    <a:pt x="372026" y="82755"/>
                    <a:pt x="360073" y="84134"/>
                    <a:pt x="348580" y="82296"/>
                  </a:cubicBezTo>
                  <a:cubicBezTo>
                    <a:pt x="317780" y="77239"/>
                    <a:pt x="286060" y="74021"/>
                    <a:pt x="256638" y="62988"/>
                  </a:cubicBezTo>
                  <a:cubicBezTo>
                    <a:pt x="246065" y="58850"/>
                    <a:pt x="238250" y="51495"/>
                    <a:pt x="231354" y="43680"/>
                  </a:cubicBezTo>
                  <a:cubicBezTo>
                    <a:pt x="214804" y="24372"/>
                    <a:pt x="220781" y="5064"/>
                    <a:pt x="246065" y="2306"/>
                  </a:cubicBezTo>
                  <a:cubicBezTo>
                    <a:pt x="267212" y="7"/>
                    <a:pt x="289278" y="-2751"/>
                    <a:pt x="310424" y="5983"/>
                  </a:cubicBezTo>
                  <a:cubicBezTo>
                    <a:pt x="313642" y="7363"/>
                    <a:pt x="316860" y="7363"/>
                    <a:pt x="320538" y="7822"/>
                  </a:cubicBezTo>
                  <a:cubicBezTo>
                    <a:pt x="374784" y="17017"/>
                    <a:pt x="429489" y="16557"/>
                    <a:pt x="483735" y="14258"/>
                  </a:cubicBezTo>
                  <a:cubicBezTo>
                    <a:pt x="523730" y="12420"/>
                    <a:pt x="556370" y="27590"/>
                    <a:pt x="587170" y="48736"/>
                  </a:cubicBezTo>
                  <a:cubicBezTo>
                    <a:pt x="601881" y="57931"/>
                    <a:pt x="616132" y="63907"/>
                    <a:pt x="633141" y="62528"/>
                  </a:cubicBezTo>
                  <a:close/>
                </a:path>
              </a:pathLst>
            </a:custGeom>
            <a:solidFill>
              <a:srgbClr val="FDD3A2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71BC76A5-7C30-434F-91B8-262B68466C99}"/>
                </a:ext>
              </a:extLst>
            </p:cNvPr>
            <p:cNvSpPr/>
            <p:nvPr/>
          </p:nvSpPr>
          <p:spPr>
            <a:xfrm>
              <a:off x="9767372" y="3079795"/>
              <a:ext cx="562182" cy="563665"/>
            </a:xfrm>
            <a:custGeom>
              <a:avLst/>
              <a:gdLst>
                <a:gd name="connsiteX0" fmla="*/ 563992 w 563991"/>
                <a:gd name="connsiteY0" fmla="*/ 401387 h 563664"/>
                <a:gd name="connsiteX1" fmla="*/ 551579 w 563991"/>
                <a:gd name="connsiteY1" fmla="*/ 454713 h 563664"/>
                <a:gd name="connsiteX2" fmla="*/ 536868 w 563991"/>
                <a:gd name="connsiteY2" fmla="*/ 409662 h 563664"/>
                <a:gd name="connsiteX3" fmla="*/ 461936 w 563991"/>
                <a:gd name="connsiteY3" fmla="*/ 229455 h 563664"/>
                <a:gd name="connsiteX4" fmla="*/ 327240 w 563991"/>
                <a:gd name="connsiteY4" fmla="*/ 197735 h 563664"/>
                <a:gd name="connsiteX5" fmla="*/ 259203 w 563991"/>
                <a:gd name="connsiteY5" fmla="*/ 236810 h 563664"/>
                <a:gd name="connsiteX6" fmla="*/ 144735 w 563991"/>
                <a:gd name="connsiteY6" fmla="*/ 262554 h 563664"/>
                <a:gd name="connsiteX7" fmla="*/ 110717 w 563991"/>
                <a:gd name="connsiteY7" fmla="*/ 260256 h 563664"/>
                <a:gd name="connsiteX8" fmla="*/ 67044 w 563991"/>
                <a:gd name="connsiteY8" fmla="*/ 291516 h 563664"/>
                <a:gd name="connsiteX9" fmla="*/ 55551 w 563991"/>
                <a:gd name="connsiteY9" fmla="*/ 373804 h 563664"/>
                <a:gd name="connsiteX10" fmla="*/ 62907 w 563991"/>
                <a:gd name="connsiteY10" fmla="*/ 551253 h 563664"/>
                <a:gd name="connsiteX11" fmla="*/ 61068 w 563991"/>
                <a:gd name="connsiteY11" fmla="*/ 563665 h 563664"/>
                <a:gd name="connsiteX12" fmla="*/ 29348 w 563991"/>
                <a:gd name="connsiteY12" fmla="*/ 497926 h 563664"/>
                <a:gd name="connsiteX13" fmla="*/ 2225 w 563991"/>
                <a:gd name="connsiteY13" fmla="*/ 371965 h 563664"/>
                <a:gd name="connsiteX14" fmla="*/ 16936 w 563991"/>
                <a:gd name="connsiteY14" fmla="*/ 292435 h 563664"/>
                <a:gd name="connsiteX15" fmla="*/ 17395 w 563991"/>
                <a:gd name="connsiteY15" fmla="*/ 279563 h 563664"/>
                <a:gd name="connsiteX16" fmla="*/ 10500 w 563991"/>
                <a:gd name="connsiteY16" fmla="*/ 202332 h 563664"/>
                <a:gd name="connsiteX17" fmla="*/ 44978 w 563991"/>
                <a:gd name="connsiteY17" fmla="*/ 142570 h 563664"/>
                <a:gd name="connsiteX18" fmla="*/ 168640 w 563991"/>
                <a:gd name="connsiteY18" fmla="*/ 34538 h 563664"/>
                <a:gd name="connsiteX19" fmla="*/ 369534 w 563991"/>
                <a:gd name="connsiteY19" fmla="*/ 35457 h 563664"/>
                <a:gd name="connsiteX20" fmla="*/ 413206 w 563991"/>
                <a:gd name="connsiteY20" fmla="*/ 104873 h 563664"/>
                <a:gd name="connsiteX21" fmla="*/ 422860 w 563991"/>
                <a:gd name="connsiteY21" fmla="*/ 115447 h 563664"/>
                <a:gd name="connsiteX22" fmla="*/ 528134 w 563991"/>
                <a:gd name="connsiteY22" fmla="*/ 200953 h 563664"/>
                <a:gd name="connsiteX23" fmla="*/ 559854 w 563991"/>
                <a:gd name="connsiteY23" fmla="*/ 382079 h 563664"/>
                <a:gd name="connsiteX24" fmla="*/ 563992 w 563991"/>
                <a:gd name="connsiteY24" fmla="*/ 401387 h 563664"/>
                <a:gd name="connsiteX0" fmla="*/ 562182 w 562182"/>
                <a:gd name="connsiteY0" fmla="*/ 401387 h 563665"/>
                <a:gd name="connsiteX1" fmla="*/ 549769 w 562182"/>
                <a:gd name="connsiteY1" fmla="*/ 454713 h 563665"/>
                <a:gd name="connsiteX2" fmla="*/ 535058 w 562182"/>
                <a:gd name="connsiteY2" fmla="*/ 409662 h 563665"/>
                <a:gd name="connsiteX3" fmla="*/ 460126 w 562182"/>
                <a:gd name="connsiteY3" fmla="*/ 229455 h 563665"/>
                <a:gd name="connsiteX4" fmla="*/ 325430 w 562182"/>
                <a:gd name="connsiteY4" fmla="*/ 197735 h 563665"/>
                <a:gd name="connsiteX5" fmla="*/ 257393 w 562182"/>
                <a:gd name="connsiteY5" fmla="*/ 236810 h 563665"/>
                <a:gd name="connsiteX6" fmla="*/ 142925 w 562182"/>
                <a:gd name="connsiteY6" fmla="*/ 262554 h 563665"/>
                <a:gd name="connsiteX7" fmla="*/ 108907 w 562182"/>
                <a:gd name="connsiteY7" fmla="*/ 260256 h 563665"/>
                <a:gd name="connsiteX8" fmla="*/ 65234 w 562182"/>
                <a:gd name="connsiteY8" fmla="*/ 291516 h 563665"/>
                <a:gd name="connsiteX9" fmla="*/ 53741 w 562182"/>
                <a:gd name="connsiteY9" fmla="*/ 373804 h 563665"/>
                <a:gd name="connsiteX10" fmla="*/ 61097 w 562182"/>
                <a:gd name="connsiteY10" fmla="*/ 551253 h 563665"/>
                <a:gd name="connsiteX11" fmla="*/ 59258 w 562182"/>
                <a:gd name="connsiteY11" fmla="*/ 563665 h 563665"/>
                <a:gd name="connsiteX12" fmla="*/ 27538 w 562182"/>
                <a:gd name="connsiteY12" fmla="*/ 497926 h 563665"/>
                <a:gd name="connsiteX13" fmla="*/ 415 w 562182"/>
                <a:gd name="connsiteY13" fmla="*/ 371965 h 563665"/>
                <a:gd name="connsiteX14" fmla="*/ 15126 w 562182"/>
                <a:gd name="connsiteY14" fmla="*/ 292435 h 563665"/>
                <a:gd name="connsiteX15" fmla="*/ 8690 w 562182"/>
                <a:gd name="connsiteY15" fmla="*/ 202332 h 563665"/>
                <a:gd name="connsiteX16" fmla="*/ 43168 w 562182"/>
                <a:gd name="connsiteY16" fmla="*/ 142570 h 563665"/>
                <a:gd name="connsiteX17" fmla="*/ 166830 w 562182"/>
                <a:gd name="connsiteY17" fmla="*/ 34538 h 563665"/>
                <a:gd name="connsiteX18" fmla="*/ 367724 w 562182"/>
                <a:gd name="connsiteY18" fmla="*/ 35457 h 563665"/>
                <a:gd name="connsiteX19" fmla="*/ 411396 w 562182"/>
                <a:gd name="connsiteY19" fmla="*/ 104873 h 563665"/>
                <a:gd name="connsiteX20" fmla="*/ 421050 w 562182"/>
                <a:gd name="connsiteY20" fmla="*/ 115447 h 563665"/>
                <a:gd name="connsiteX21" fmla="*/ 526324 w 562182"/>
                <a:gd name="connsiteY21" fmla="*/ 200953 h 563665"/>
                <a:gd name="connsiteX22" fmla="*/ 558044 w 562182"/>
                <a:gd name="connsiteY22" fmla="*/ 382079 h 563665"/>
                <a:gd name="connsiteX23" fmla="*/ 562182 w 562182"/>
                <a:gd name="connsiteY23" fmla="*/ 401387 h 563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182" h="563665">
                  <a:moveTo>
                    <a:pt x="562182" y="401387"/>
                  </a:moveTo>
                  <a:cubicBezTo>
                    <a:pt x="555745" y="418396"/>
                    <a:pt x="549769" y="435865"/>
                    <a:pt x="549769" y="454713"/>
                  </a:cubicBezTo>
                  <a:cubicBezTo>
                    <a:pt x="541035" y="440922"/>
                    <a:pt x="539656" y="424832"/>
                    <a:pt x="535058" y="409662"/>
                  </a:cubicBezTo>
                  <a:cubicBezTo>
                    <a:pt x="516210" y="346681"/>
                    <a:pt x="496903" y="284620"/>
                    <a:pt x="460126" y="229455"/>
                  </a:cubicBezTo>
                  <a:cubicBezTo>
                    <a:pt x="423349" y="175209"/>
                    <a:pt x="383354" y="165555"/>
                    <a:pt x="325430" y="197735"/>
                  </a:cubicBezTo>
                  <a:cubicBezTo>
                    <a:pt x="302445" y="210607"/>
                    <a:pt x="279459" y="223019"/>
                    <a:pt x="257393" y="236810"/>
                  </a:cubicBezTo>
                  <a:cubicBezTo>
                    <a:pt x="221996" y="258417"/>
                    <a:pt x="183840" y="265772"/>
                    <a:pt x="142925" y="262554"/>
                  </a:cubicBezTo>
                  <a:cubicBezTo>
                    <a:pt x="131433" y="261635"/>
                    <a:pt x="120399" y="260256"/>
                    <a:pt x="108907" y="260256"/>
                  </a:cubicBezTo>
                  <a:cubicBezTo>
                    <a:pt x="87300" y="260256"/>
                    <a:pt x="72130" y="270829"/>
                    <a:pt x="65234" y="291516"/>
                  </a:cubicBezTo>
                  <a:cubicBezTo>
                    <a:pt x="56040" y="318179"/>
                    <a:pt x="54201" y="346222"/>
                    <a:pt x="53741" y="373804"/>
                  </a:cubicBezTo>
                  <a:cubicBezTo>
                    <a:pt x="52362" y="433107"/>
                    <a:pt x="55121" y="492410"/>
                    <a:pt x="61097" y="551253"/>
                  </a:cubicBezTo>
                  <a:cubicBezTo>
                    <a:pt x="61557" y="554930"/>
                    <a:pt x="62936" y="558608"/>
                    <a:pt x="59258" y="563665"/>
                  </a:cubicBezTo>
                  <a:cubicBezTo>
                    <a:pt x="49604" y="540679"/>
                    <a:pt x="43628" y="516774"/>
                    <a:pt x="27538" y="497926"/>
                  </a:cubicBezTo>
                  <a:cubicBezTo>
                    <a:pt x="19263" y="455633"/>
                    <a:pt x="5472" y="414718"/>
                    <a:pt x="415" y="371965"/>
                  </a:cubicBezTo>
                  <a:cubicBezTo>
                    <a:pt x="-2803" y="343923"/>
                    <a:pt x="13747" y="320707"/>
                    <a:pt x="15126" y="292435"/>
                  </a:cubicBezTo>
                  <a:cubicBezTo>
                    <a:pt x="16505" y="264163"/>
                    <a:pt x="4016" y="227309"/>
                    <a:pt x="8690" y="202332"/>
                  </a:cubicBezTo>
                  <a:cubicBezTo>
                    <a:pt x="12827" y="178427"/>
                    <a:pt x="25699" y="158660"/>
                    <a:pt x="43168" y="142570"/>
                  </a:cubicBezTo>
                  <a:cubicBezTo>
                    <a:pt x="83623" y="105793"/>
                    <a:pt x="123158" y="67637"/>
                    <a:pt x="166830" y="34538"/>
                  </a:cubicBezTo>
                  <a:cubicBezTo>
                    <a:pt x="227972" y="-11893"/>
                    <a:pt x="307502" y="-11433"/>
                    <a:pt x="367724" y="35457"/>
                  </a:cubicBezTo>
                  <a:cubicBezTo>
                    <a:pt x="390709" y="53386"/>
                    <a:pt x="404501" y="76831"/>
                    <a:pt x="411396" y="104873"/>
                  </a:cubicBezTo>
                  <a:cubicBezTo>
                    <a:pt x="412776" y="110850"/>
                    <a:pt x="412776" y="116366"/>
                    <a:pt x="421050" y="115447"/>
                  </a:cubicBezTo>
                  <a:cubicBezTo>
                    <a:pt x="489547" y="108091"/>
                    <a:pt x="509774" y="145328"/>
                    <a:pt x="526324" y="200953"/>
                  </a:cubicBezTo>
                  <a:cubicBezTo>
                    <a:pt x="543793" y="259796"/>
                    <a:pt x="551148" y="320937"/>
                    <a:pt x="558044" y="382079"/>
                  </a:cubicBezTo>
                  <a:cubicBezTo>
                    <a:pt x="558963" y="388515"/>
                    <a:pt x="557584" y="395870"/>
                    <a:pt x="562182" y="40138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E2FF903B-25D9-4B7F-A8FB-77825530A510}"/>
                </a:ext>
              </a:extLst>
            </p:cNvPr>
            <p:cNvSpPr/>
            <p:nvPr/>
          </p:nvSpPr>
          <p:spPr>
            <a:xfrm rot="266163">
              <a:off x="10007485" y="4087818"/>
              <a:ext cx="378659" cy="282321"/>
            </a:xfrm>
            <a:custGeom>
              <a:avLst/>
              <a:gdLst>
                <a:gd name="connsiteX0" fmla="*/ 193682 w 378659"/>
                <a:gd name="connsiteY0" fmla="*/ 101932 h 282321"/>
                <a:gd name="connsiteX1" fmla="*/ 249307 w 378659"/>
                <a:gd name="connsiteY1" fmla="*/ 72051 h 282321"/>
                <a:gd name="connsiteX2" fmla="*/ 308609 w 378659"/>
                <a:gd name="connsiteY2" fmla="*/ 10909 h 282321"/>
                <a:gd name="connsiteX3" fmla="*/ 363775 w 378659"/>
                <a:gd name="connsiteY3" fmla="*/ 27918 h 282321"/>
                <a:gd name="connsiteX4" fmla="*/ 377566 w 378659"/>
                <a:gd name="connsiteY4" fmla="*/ 145604 h 282321"/>
                <a:gd name="connsiteX5" fmla="*/ 368831 w 378659"/>
                <a:gd name="connsiteY5" fmla="*/ 195713 h 282321"/>
                <a:gd name="connsiteX6" fmla="*/ 317344 w 378659"/>
                <a:gd name="connsiteY6" fmla="*/ 221456 h 282321"/>
                <a:gd name="connsiteX7" fmla="*/ 248387 w 378659"/>
                <a:gd name="connsiteY7" fmla="*/ 181462 h 282321"/>
                <a:gd name="connsiteX8" fmla="*/ 215748 w 378659"/>
                <a:gd name="connsiteY8" fmla="*/ 173187 h 282321"/>
                <a:gd name="connsiteX9" fmla="*/ 185407 w 378659"/>
                <a:gd name="connsiteY9" fmla="*/ 177784 h 282321"/>
                <a:gd name="connsiteX10" fmla="*/ 171156 w 378659"/>
                <a:gd name="connsiteY10" fmla="*/ 188357 h 282321"/>
                <a:gd name="connsiteX11" fmla="*/ 104498 w 378659"/>
                <a:gd name="connsiteY11" fmla="*/ 265589 h 282321"/>
                <a:gd name="connsiteX12" fmla="*/ 26347 w 378659"/>
                <a:gd name="connsiteY12" fmla="*/ 248580 h 282321"/>
                <a:gd name="connsiteX13" fmla="*/ 1523 w 378659"/>
                <a:gd name="connsiteY13" fmla="*/ 102851 h 282321"/>
                <a:gd name="connsiteX14" fmla="*/ 54389 w 378659"/>
                <a:gd name="connsiteY14" fmla="*/ 68373 h 282321"/>
                <a:gd name="connsiteX15" fmla="*/ 133460 w 378659"/>
                <a:gd name="connsiteY15" fmla="*/ 103311 h 282321"/>
                <a:gd name="connsiteX16" fmla="*/ 182649 w 378659"/>
                <a:gd name="connsiteY16" fmla="*/ 105150 h 282321"/>
                <a:gd name="connsiteX17" fmla="*/ 193682 w 378659"/>
                <a:gd name="connsiteY17" fmla="*/ 101932 h 28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8659" h="282321">
                  <a:moveTo>
                    <a:pt x="193682" y="101932"/>
                  </a:moveTo>
                  <a:cubicBezTo>
                    <a:pt x="216208" y="99633"/>
                    <a:pt x="235056" y="92278"/>
                    <a:pt x="249307" y="72051"/>
                  </a:cubicBezTo>
                  <a:cubicBezTo>
                    <a:pt x="265396" y="48605"/>
                    <a:pt x="285164" y="27918"/>
                    <a:pt x="308609" y="10909"/>
                  </a:cubicBezTo>
                  <a:cubicBezTo>
                    <a:pt x="334813" y="-7939"/>
                    <a:pt x="353201" y="-2423"/>
                    <a:pt x="363775" y="27918"/>
                  </a:cubicBezTo>
                  <a:cubicBezTo>
                    <a:pt x="377106" y="66074"/>
                    <a:pt x="380784" y="105609"/>
                    <a:pt x="377566" y="145604"/>
                  </a:cubicBezTo>
                  <a:cubicBezTo>
                    <a:pt x="376187" y="162614"/>
                    <a:pt x="374808" y="179623"/>
                    <a:pt x="368831" y="195713"/>
                  </a:cubicBezTo>
                  <a:cubicBezTo>
                    <a:pt x="358718" y="222836"/>
                    <a:pt x="344927" y="230191"/>
                    <a:pt x="317344" y="221456"/>
                  </a:cubicBezTo>
                  <a:cubicBezTo>
                    <a:pt x="291140" y="213641"/>
                    <a:pt x="269994" y="197092"/>
                    <a:pt x="248387" y="181462"/>
                  </a:cubicBezTo>
                  <a:cubicBezTo>
                    <a:pt x="237814" y="173647"/>
                    <a:pt x="228160" y="169969"/>
                    <a:pt x="215748" y="173187"/>
                  </a:cubicBezTo>
                  <a:cubicBezTo>
                    <a:pt x="205634" y="175485"/>
                    <a:pt x="195521" y="176405"/>
                    <a:pt x="185407" y="177784"/>
                  </a:cubicBezTo>
                  <a:cubicBezTo>
                    <a:pt x="178511" y="178703"/>
                    <a:pt x="174834" y="182381"/>
                    <a:pt x="171156" y="188357"/>
                  </a:cubicBezTo>
                  <a:cubicBezTo>
                    <a:pt x="153227" y="217779"/>
                    <a:pt x="131161" y="243982"/>
                    <a:pt x="104498" y="265589"/>
                  </a:cubicBezTo>
                  <a:cubicBezTo>
                    <a:pt x="71399" y="292712"/>
                    <a:pt x="45195" y="286735"/>
                    <a:pt x="26347" y="248580"/>
                  </a:cubicBezTo>
                  <a:cubicBezTo>
                    <a:pt x="3821" y="202608"/>
                    <a:pt x="-3534" y="153419"/>
                    <a:pt x="1523" y="102851"/>
                  </a:cubicBezTo>
                  <a:cubicBezTo>
                    <a:pt x="4281" y="74349"/>
                    <a:pt x="25428" y="61017"/>
                    <a:pt x="54389" y="68373"/>
                  </a:cubicBezTo>
                  <a:cubicBezTo>
                    <a:pt x="82892" y="75728"/>
                    <a:pt x="109095" y="88140"/>
                    <a:pt x="133460" y="103311"/>
                  </a:cubicBezTo>
                  <a:cubicBezTo>
                    <a:pt x="150469" y="113884"/>
                    <a:pt x="165639" y="114344"/>
                    <a:pt x="182649" y="105150"/>
                  </a:cubicBezTo>
                  <a:cubicBezTo>
                    <a:pt x="186786" y="106069"/>
                    <a:pt x="190464" y="105150"/>
                    <a:pt x="193682" y="101932"/>
                  </a:cubicBezTo>
                  <a:close/>
                </a:path>
              </a:pathLst>
            </a:custGeom>
            <a:solidFill>
              <a:schemeClr val="accent1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6" b="4297"/>
          <a:stretch/>
        </p:blipFill>
        <p:spPr>
          <a:xfrm>
            <a:off x="4668787" y="2852934"/>
            <a:ext cx="2080963" cy="23822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887" y="637201"/>
            <a:ext cx="2080233" cy="28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2D78C6B-C683-4F63-A21E-E9BC99614CC3}"/>
              </a:ext>
            </a:extLst>
          </p:cNvPr>
          <p:cNvSpPr txBox="1"/>
          <p:nvPr/>
        </p:nvSpPr>
        <p:spPr>
          <a:xfrm>
            <a:off x="6096000" y="263900"/>
            <a:ext cx="569858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dirty="0" smtClean="0">
                <a:solidFill>
                  <a:schemeClr val="bg1"/>
                </a:solidFill>
                <a:cs typeface="Arial" pitchFamily="34" charset="0"/>
              </a:rPr>
              <a:t>APPLICATION</a:t>
            </a:r>
            <a:endParaRPr lang="en-US" altLang="ko-KR" sz="4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9611DD2-85A3-42E0-B102-5C57F2DA9AB8}"/>
              </a:ext>
            </a:extLst>
          </p:cNvPr>
          <p:cNvSpPr txBox="1"/>
          <p:nvPr/>
        </p:nvSpPr>
        <p:spPr>
          <a:xfrm>
            <a:off x="6096000" y="911062"/>
            <a:ext cx="569858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 smtClean="0">
                <a:solidFill>
                  <a:schemeClr val="bg1"/>
                </a:solidFill>
                <a:cs typeface="Arial" pitchFamily="34" charset="0"/>
              </a:rPr>
              <a:t>ORDER FOOD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3B56860-B8BC-489D-91CA-D909499FFC78}"/>
              </a:ext>
            </a:extLst>
          </p:cNvPr>
          <p:cNvSpPr txBox="1"/>
          <p:nvPr/>
        </p:nvSpPr>
        <p:spPr>
          <a:xfrm>
            <a:off x="6096000" y="1373557"/>
            <a:ext cx="569858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dirty="0" smtClean="0">
                <a:solidFill>
                  <a:schemeClr val="accent1"/>
                </a:solidFill>
                <a:cs typeface="Arial" pitchFamily="34" charset="0"/>
              </a:rPr>
              <a:t>YUMMIBOX</a:t>
            </a:r>
            <a:endParaRPr lang="ko-KR" altLang="en-US" sz="3200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xmlns="" id="{18578E7E-2FD6-44F2-AEFD-755B4B322351}"/>
              </a:ext>
            </a:extLst>
          </p:cNvPr>
          <p:cNvSpPr txBox="1">
            <a:spLocks/>
          </p:cNvSpPr>
          <p:nvPr/>
        </p:nvSpPr>
        <p:spPr>
          <a:xfrm>
            <a:off x="5449118" y="4287868"/>
            <a:ext cx="6163304" cy="1985931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altLang="ko-KR" b="1" dirty="0">
                <a:solidFill>
                  <a:schemeClr val="accent1"/>
                </a:solidFill>
                <a:cs typeface="Arial" pitchFamily="34" charset="0"/>
              </a:rPr>
              <a:t>Благодарность научному руководителю и кафедре</a:t>
            </a:r>
          </a:p>
        </p:txBody>
      </p:sp>
      <p:grpSp>
        <p:nvGrpSpPr>
          <p:cNvPr id="10" name="Graphic 97">
            <a:extLst>
              <a:ext uri="{FF2B5EF4-FFF2-40B4-BE49-F238E27FC236}">
                <a16:creationId xmlns:a16="http://schemas.microsoft.com/office/drawing/2014/main" xmlns="" id="{31A1EBE1-BBBA-41EE-BA98-770354781701}"/>
              </a:ext>
            </a:extLst>
          </p:cNvPr>
          <p:cNvGrpSpPr/>
          <p:nvPr/>
        </p:nvGrpSpPr>
        <p:grpSpPr>
          <a:xfrm rot="10800000">
            <a:off x="8538063" y="135307"/>
            <a:ext cx="3644412" cy="3920018"/>
            <a:chOff x="4866572" y="2110138"/>
            <a:chExt cx="1810639" cy="1947567"/>
          </a:xfrm>
          <a:solidFill>
            <a:schemeClr val="bg1">
              <a:alpha val="4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D8B2FDEE-0DC1-4283-BB92-87FB56B5FC9E}"/>
                </a:ext>
              </a:extLst>
            </p:cNvPr>
            <p:cNvSpPr/>
            <p:nvPr/>
          </p:nvSpPr>
          <p:spPr>
            <a:xfrm>
              <a:off x="4867187" y="3173251"/>
              <a:ext cx="845658" cy="600004"/>
            </a:xfrm>
            <a:custGeom>
              <a:avLst/>
              <a:gdLst>
                <a:gd name="connsiteX0" fmla="*/ 845658 w 845658"/>
                <a:gd name="connsiteY0" fmla="*/ 6326 h 600004"/>
                <a:gd name="connsiteX1" fmla="*/ 844253 w 845658"/>
                <a:gd name="connsiteY1" fmla="*/ 4217 h 600004"/>
                <a:gd name="connsiteX2" fmla="*/ 835818 w 845658"/>
                <a:gd name="connsiteY2" fmla="*/ 3514 h 600004"/>
                <a:gd name="connsiteX3" fmla="*/ 812623 w 845658"/>
                <a:gd name="connsiteY3" fmla="*/ 3514 h 600004"/>
                <a:gd name="connsiteX4" fmla="*/ 810514 w 845658"/>
                <a:gd name="connsiteY4" fmla="*/ 2811 h 600004"/>
                <a:gd name="connsiteX5" fmla="*/ 794348 w 845658"/>
                <a:gd name="connsiteY5" fmla="*/ 2811 h 600004"/>
                <a:gd name="connsiteX6" fmla="*/ 267887 w 845658"/>
                <a:gd name="connsiteY6" fmla="*/ 0 h 600004"/>
                <a:gd name="connsiteX7" fmla="*/ 255235 w 845658"/>
                <a:gd name="connsiteY7" fmla="*/ 7732 h 600004"/>
                <a:gd name="connsiteX8" fmla="*/ 185649 w 845658"/>
                <a:gd name="connsiteY8" fmla="*/ 44985 h 600004"/>
                <a:gd name="connsiteX9" fmla="*/ 159643 w 845658"/>
                <a:gd name="connsiteY9" fmla="*/ 44985 h 600004"/>
                <a:gd name="connsiteX10" fmla="*/ 100600 w 845658"/>
                <a:gd name="connsiteY10" fmla="*/ 19681 h 600004"/>
                <a:gd name="connsiteX11" fmla="*/ 87948 w 845658"/>
                <a:gd name="connsiteY11" fmla="*/ 7029 h 600004"/>
                <a:gd name="connsiteX12" fmla="*/ 79514 w 845658"/>
                <a:gd name="connsiteY12" fmla="*/ 4217 h 600004"/>
                <a:gd name="connsiteX13" fmla="*/ 10631 w 845658"/>
                <a:gd name="connsiteY13" fmla="*/ 4217 h 600004"/>
                <a:gd name="connsiteX14" fmla="*/ 10631 w 845658"/>
                <a:gd name="connsiteY14" fmla="*/ 4217 h 600004"/>
                <a:gd name="connsiteX15" fmla="*/ 10631 w 845658"/>
                <a:gd name="connsiteY15" fmla="*/ 4217 h 600004"/>
                <a:gd name="connsiteX16" fmla="*/ 88 w 845658"/>
                <a:gd name="connsiteY16" fmla="*/ 14058 h 600004"/>
                <a:gd name="connsiteX17" fmla="*/ 1494 w 845658"/>
                <a:gd name="connsiteY17" fmla="*/ 40767 h 600004"/>
                <a:gd name="connsiteX18" fmla="*/ 43667 w 845658"/>
                <a:gd name="connsiteY18" fmla="*/ 259364 h 600004"/>
                <a:gd name="connsiteX19" fmla="*/ 80920 w 845658"/>
                <a:gd name="connsiteY19" fmla="*/ 357066 h 600004"/>
                <a:gd name="connsiteX20" fmla="*/ 163157 w 845658"/>
                <a:gd name="connsiteY20" fmla="*/ 499048 h 600004"/>
                <a:gd name="connsiteX21" fmla="*/ 241880 w 845658"/>
                <a:gd name="connsiteY21" fmla="*/ 596046 h 600004"/>
                <a:gd name="connsiteX22" fmla="*/ 254532 w 845658"/>
                <a:gd name="connsiteY22" fmla="*/ 596046 h 600004"/>
                <a:gd name="connsiteX23" fmla="*/ 258750 w 845658"/>
                <a:gd name="connsiteY23" fmla="*/ 591829 h 600004"/>
                <a:gd name="connsiteX24" fmla="*/ 825275 w 845658"/>
                <a:gd name="connsiteY24" fmla="*/ 25304 h 600004"/>
                <a:gd name="connsiteX25" fmla="*/ 845658 w 845658"/>
                <a:gd name="connsiteY25" fmla="*/ 6326 h 600004"/>
                <a:gd name="connsiteX26" fmla="*/ 543418 w 845658"/>
                <a:gd name="connsiteY26" fmla="*/ 203134 h 600004"/>
                <a:gd name="connsiteX27" fmla="*/ 487890 w 845658"/>
                <a:gd name="connsiteY27" fmla="*/ 233358 h 600004"/>
                <a:gd name="connsiteX28" fmla="*/ 424630 w 845658"/>
                <a:gd name="connsiteY28" fmla="*/ 203134 h 600004"/>
                <a:gd name="connsiteX29" fmla="*/ 415493 w 845658"/>
                <a:gd name="connsiteY29" fmla="*/ 130034 h 600004"/>
                <a:gd name="connsiteX30" fmla="*/ 482267 w 845658"/>
                <a:gd name="connsiteY30" fmla="*/ 85752 h 600004"/>
                <a:gd name="connsiteX31" fmla="*/ 557476 w 845658"/>
                <a:gd name="connsiteY31" fmla="*/ 139874 h 600004"/>
                <a:gd name="connsiteX32" fmla="*/ 543418 w 845658"/>
                <a:gd name="connsiteY32" fmla="*/ 203134 h 60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45658" h="600004">
                  <a:moveTo>
                    <a:pt x="845658" y="6326"/>
                  </a:moveTo>
                  <a:cubicBezTo>
                    <a:pt x="845658" y="4920"/>
                    <a:pt x="845658" y="4217"/>
                    <a:pt x="844253" y="4217"/>
                  </a:cubicBezTo>
                  <a:cubicBezTo>
                    <a:pt x="842144" y="1406"/>
                    <a:pt x="838630" y="3514"/>
                    <a:pt x="835818" y="3514"/>
                  </a:cubicBezTo>
                  <a:cubicBezTo>
                    <a:pt x="828086" y="3514"/>
                    <a:pt x="820355" y="3514"/>
                    <a:pt x="812623" y="3514"/>
                  </a:cubicBezTo>
                  <a:cubicBezTo>
                    <a:pt x="811920" y="3514"/>
                    <a:pt x="811217" y="2811"/>
                    <a:pt x="810514" y="2811"/>
                  </a:cubicBezTo>
                  <a:cubicBezTo>
                    <a:pt x="804891" y="2811"/>
                    <a:pt x="799971" y="2811"/>
                    <a:pt x="794348" y="2811"/>
                  </a:cubicBezTo>
                  <a:cubicBezTo>
                    <a:pt x="618627" y="1406"/>
                    <a:pt x="443608" y="6326"/>
                    <a:pt x="267887" y="0"/>
                  </a:cubicBezTo>
                  <a:cubicBezTo>
                    <a:pt x="262264" y="0"/>
                    <a:pt x="258750" y="3514"/>
                    <a:pt x="255235" y="7732"/>
                  </a:cubicBezTo>
                  <a:cubicBezTo>
                    <a:pt x="236257" y="28115"/>
                    <a:pt x="214468" y="42173"/>
                    <a:pt x="185649" y="44985"/>
                  </a:cubicBezTo>
                  <a:cubicBezTo>
                    <a:pt x="177215" y="45688"/>
                    <a:pt x="168077" y="45688"/>
                    <a:pt x="159643" y="44985"/>
                  </a:cubicBezTo>
                  <a:cubicBezTo>
                    <a:pt x="137150" y="43579"/>
                    <a:pt x="117470" y="34441"/>
                    <a:pt x="100600" y="19681"/>
                  </a:cubicBezTo>
                  <a:cubicBezTo>
                    <a:pt x="96383" y="15463"/>
                    <a:pt x="92166" y="11246"/>
                    <a:pt x="87948" y="7029"/>
                  </a:cubicBezTo>
                  <a:cubicBezTo>
                    <a:pt x="85137" y="4920"/>
                    <a:pt x="83028" y="2109"/>
                    <a:pt x="79514" y="4217"/>
                  </a:cubicBezTo>
                  <a:cubicBezTo>
                    <a:pt x="56319" y="4217"/>
                    <a:pt x="33123" y="4217"/>
                    <a:pt x="10631" y="4217"/>
                  </a:cubicBezTo>
                  <a:lnTo>
                    <a:pt x="10631" y="4217"/>
                  </a:lnTo>
                  <a:cubicBezTo>
                    <a:pt x="10631" y="4217"/>
                    <a:pt x="10631" y="4217"/>
                    <a:pt x="10631" y="4217"/>
                  </a:cubicBezTo>
                  <a:cubicBezTo>
                    <a:pt x="2899" y="2811"/>
                    <a:pt x="-615" y="5623"/>
                    <a:pt x="88" y="14058"/>
                  </a:cubicBezTo>
                  <a:cubicBezTo>
                    <a:pt x="791" y="23195"/>
                    <a:pt x="1494" y="31630"/>
                    <a:pt x="1494" y="40767"/>
                  </a:cubicBezTo>
                  <a:cubicBezTo>
                    <a:pt x="6414" y="115273"/>
                    <a:pt x="20472" y="188373"/>
                    <a:pt x="43667" y="259364"/>
                  </a:cubicBezTo>
                  <a:cubicBezTo>
                    <a:pt x="54210" y="292400"/>
                    <a:pt x="67565" y="324733"/>
                    <a:pt x="80920" y="357066"/>
                  </a:cubicBezTo>
                  <a:cubicBezTo>
                    <a:pt x="104818" y="406267"/>
                    <a:pt x="131527" y="454064"/>
                    <a:pt x="163157" y="499048"/>
                  </a:cubicBezTo>
                  <a:cubicBezTo>
                    <a:pt x="187055" y="532787"/>
                    <a:pt x="213765" y="565119"/>
                    <a:pt x="241880" y="596046"/>
                  </a:cubicBezTo>
                  <a:cubicBezTo>
                    <a:pt x="246800" y="600967"/>
                    <a:pt x="250315" y="601669"/>
                    <a:pt x="254532" y="596046"/>
                  </a:cubicBezTo>
                  <a:cubicBezTo>
                    <a:pt x="255938" y="594641"/>
                    <a:pt x="257344" y="593235"/>
                    <a:pt x="258750" y="591829"/>
                  </a:cubicBezTo>
                  <a:cubicBezTo>
                    <a:pt x="447826" y="402753"/>
                    <a:pt x="636199" y="214380"/>
                    <a:pt x="825275" y="25304"/>
                  </a:cubicBezTo>
                  <a:cubicBezTo>
                    <a:pt x="832304" y="18978"/>
                    <a:pt x="838630" y="12652"/>
                    <a:pt x="845658" y="6326"/>
                  </a:cubicBezTo>
                  <a:close/>
                  <a:moveTo>
                    <a:pt x="543418" y="203134"/>
                  </a:moveTo>
                  <a:cubicBezTo>
                    <a:pt x="528657" y="220706"/>
                    <a:pt x="511085" y="232655"/>
                    <a:pt x="487890" y="233358"/>
                  </a:cubicBezTo>
                  <a:cubicBezTo>
                    <a:pt x="461180" y="234764"/>
                    <a:pt x="440797" y="223517"/>
                    <a:pt x="424630" y="203134"/>
                  </a:cubicBezTo>
                  <a:cubicBezTo>
                    <a:pt x="406355" y="180641"/>
                    <a:pt x="402841" y="156040"/>
                    <a:pt x="415493" y="130034"/>
                  </a:cubicBezTo>
                  <a:cubicBezTo>
                    <a:pt x="428848" y="102621"/>
                    <a:pt x="450637" y="87861"/>
                    <a:pt x="482267" y="85752"/>
                  </a:cubicBezTo>
                  <a:cubicBezTo>
                    <a:pt x="518114" y="83643"/>
                    <a:pt x="549041" y="109650"/>
                    <a:pt x="557476" y="139874"/>
                  </a:cubicBezTo>
                  <a:cubicBezTo>
                    <a:pt x="563099" y="163772"/>
                    <a:pt x="558179" y="184859"/>
                    <a:pt x="543418" y="203134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3B80BA0F-FBE9-4587-BD77-7C28FF7D76A5}"/>
                </a:ext>
              </a:extLst>
            </p:cNvPr>
            <p:cNvSpPr/>
            <p:nvPr/>
          </p:nvSpPr>
          <p:spPr>
            <a:xfrm>
              <a:off x="5796029" y="3215424"/>
              <a:ext cx="597208" cy="842056"/>
            </a:xfrm>
            <a:custGeom>
              <a:avLst/>
              <a:gdLst>
                <a:gd name="connsiteX0" fmla="*/ 574716 w 597208"/>
                <a:gd name="connsiteY0" fmla="*/ 570742 h 842056"/>
                <a:gd name="connsiteX1" fmla="*/ 27872 w 597208"/>
                <a:gd name="connsiteY1" fmla="*/ 23898 h 842056"/>
                <a:gd name="connsiteX2" fmla="*/ 11002 w 597208"/>
                <a:gd name="connsiteY2" fmla="*/ 7732 h 842056"/>
                <a:gd name="connsiteX3" fmla="*/ 11002 w 597208"/>
                <a:gd name="connsiteY3" fmla="*/ 7732 h 842056"/>
                <a:gd name="connsiteX4" fmla="*/ 11002 w 597208"/>
                <a:gd name="connsiteY4" fmla="*/ 7732 h 842056"/>
                <a:gd name="connsiteX5" fmla="*/ 8894 w 597208"/>
                <a:gd name="connsiteY5" fmla="*/ 4920 h 842056"/>
                <a:gd name="connsiteX6" fmla="*/ 1162 w 597208"/>
                <a:gd name="connsiteY6" fmla="*/ 0 h 842056"/>
                <a:gd name="connsiteX7" fmla="*/ 459 w 597208"/>
                <a:gd name="connsiteY7" fmla="*/ 9840 h 842056"/>
                <a:gd name="connsiteX8" fmla="*/ 459 w 597208"/>
                <a:gd name="connsiteY8" fmla="*/ 156040 h 842056"/>
                <a:gd name="connsiteX9" fmla="*/ 459 w 597208"/>
                <a:gd name="connsiteY9" fmla="*/ 829404 h 842056"/>
                <a:gd name="connsiteX10" fmla="*/ 13111 w 597208"/>
                <a:gd name="connsiteY10" fmla="*/ 842056 h 842056"/>
                <a:gd name="connsiteX11" fmla="*/ 91131 w 597208"/>
                <a:gd name="connsiteY11" fmla="*/ 835730 h 842056"/>
                <a:gd name="connsiteX12" fmla="*/ 371582 w 597208"/>
                <a:gd name="connsiteY12" fmla="*/ 752087 h 842056"/>
                <a:gd name="connsiteX13" fmla="*/ 443979 w 597208"/>
                <a:gd name="connsiteY13" fmla="*/ 713428 h 842056"/>
                <a:gd name="connsiteX14" fmla="*/ 460849 w 597208"/>
                <a:gd name="connsiteY14" fmla="*/ 706399 h 842056"/>
                <a:gd name="connsiteX15" fmla="*/ 571202 w 597208"/>
                <a:gd name="connsiteY15" fmla="*/ 624865 h 842056"/>
                <a:gd name="connsiteX16" fmla="*/ 594397 w 597208"/>
                <a:gd name="connsiteY16" fmla="*/ 598858 h 842056"/>
                <a:gd name="connsiteX17" fmla="*/ 597208 w 597208"/>
                <a:gd name="connsiteY17" fmla="*/ 593938 h 842056"/>
                <a:gd name="connsiteX18" fmla="*/ 581042 w 597208"/>
                <a:gd name="connsiteY18" fmla="*/ 578474 h 842056"/>
                <a:gd name="connsiteX19" fmla="*/ 574716 w 597208"/>
                <a:gd name="connsiteY19" fmla="*/ 570742 h 842056"/>
                <a:gd name="connsiteX20" fmla="*/ 314649 w 597208"/>
                <a:gd name="connsiteY20" fmla="*/ 619944 h 842056"/>
                <a:gd name="connsiteX21" fmla="*/ 265447 w 597208"/>
                <a:gd name="connsiteY21" fmla="*/ 650169 h 842056"/>
                <a:gd name="connsiteX22" fmla="*/ 197970 w 597208"/>
                <a:gd name="connsiteY22" fmla="*/ 624865 h 842056"/>
                <a:gd name="connsiteX23" fmla="*/ 194455 w 597208"/>
                <a:gd name="connsiteY23" fmla="*/ 621350 h 842056"/>
                <a:gd name="connsiteX24" fmla="*/ 240143 w 597208"/>
                <a:gd name="connsiteY24" fmla="*/ 503968 h 842056"/>
                <a:gd name="connsiteX25" fmla="*/ 329409 w 597208"/>
                <a:gd name="connsiteY25" fmla="*/ 574960 h 842056"/>
                <a:gd name="connsiteX26" fmla="*/ 314649 w 597208"/>
                <a:gd name="connsiteY26" fmla="*/ 619944 h 84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7208" h="842056">
                  <a:moveTo>
                    <a:pt x="574716" y="570742"/>
                  </a:moveTo>
                  <a:cubicBezTo>
                    <a:pt x="392669" y="388695"/>
                    <a:pt x="209919" y="205945"/>
                    <a:pt x="27872" y="23898"/>
                  </a:cubicBezTo>
                  <a:cubicBezTo>
                    <a:pt x="22248" y="18275"/>
                    <a:pt x="16625" y="12652"/>
                    <a:pt x="11002" y="7732"/>
                  </a:cubicBezTo>
                  <a:cubicBezTo>
                    <a:pt x="11002" y="7732"/>
                    <a:pt x="11002" y="7732"/>
                    <a:pt x="11002" y="7732"/>
                  </a:cubicBezTo>
                  <a:cubicBezTo>
                    <a:pt x="11002" y="7732"/>
                    <a:pt x="11002" y="7732"/>
                    <a:pt x="11002" y="7732"/>
                  </a:cubicBezTo>
                  <a:cubicBezTo>
                    <a:pt x="10299" y="7029"/>
                    <a:pt x="9597" y="5623"/>
                    <a:pt x="8894" y="4920"/>
                  </a:cubicBezTo>
                  <a:cubicBezTo>
                    <a:pt x="6082" y="3514"/>
                    <a:pt x="5379" y="0"/>
                    <a:pt x="1162" y="0"/>
                  </a:cubicBezTo>
                  <a:cubicBezTo>
                    <a:pt x="-947" y="3514"/>
                    <a:pt x="459" y="7029"/>
                    <a:pt x="459" y="9840"/>
                  </a:cubicBezTo>
                  <a:cubicBezTo>
                    <a:pt x="459" y="58339"/>
                    <a:pt x="459" y="106838"/>
                    <a:pt x="459" y="156040"/>
                  </a:cubicBezTo>
                  <a:cubicBezTo>
                    <a:pt x="459" y="380261"/>
                    <a:pt x="459" y="604481"/>
                    <a:pt x="459" y="829404"/>
                  </a:cubicBezTo>
                  <a:cubicBezTo>
                    <a:pt x="459" y="842056"/>
                    <a:pt x="459" y="842056"/>
                    <a:pt x="13111" y="842056"/>
                  </a:cubicBezTo>
                  <a:cubicBezTo>
                    <a:pt x="39118" y="841353"/>
                    <a:pt x="65124" y="838542"/>
                    <a:pt x="91131" y="835730"/>
                  </a:cubicBezTo>
                  <a:cubicBezTo>
                    <a:pt x="189535" y="823078"/>
                    <a:pt x="283019" y="795666"/>
                    <a:pt x="371582" y="752087"/>
                  </a:cubicBezTo>
                  <a:cubicBezTo>
                    <a:pt x="396183" y="740138"/>
                    <a:pt x="419378" y="726783"/>
                    <a:pt x="443979" y="713428"/>
                  </a:cubicBezTo>
                  <a:cubicBezTo>
                    <a:pt x="450305" y="713428"/>
                    <a:pt x="455928" y="709914"/>
                    <a:pt x="460849" y="706399"/>
                  </a:cubicBezTo>
                  <a:cubicBezTo>
                    <a:pt x="498804" y="681095"/>
                    <a:pt x="536760" y="655089"/>
                    <a:pt x="571202" y="624865"/>
                  </a:cubicBezTo>
                  <a:cubicBezTo>
                    <a:pt x="579636" y="617133"/>
                    <a:pt x="590180" y="610807"/>
                    <a:pt x="594397" y="598858"/>
                  </a:cubicBezTo>
                  <a:cubicBezTo>
                    <a:pt x="595100" y="597452"/>
                    <a:pt x="596505" y="595343"/>
                    <a:pt x="597208" y="593938"/>
                  </a:cubicBezTo>
                  <a:cubicBezTo>
                    <a:pt x="591585" y="589018"/>
                    <a:pt x="585962" y="583394"/>
                    <a:pt x="581042" y="578474"/>
                  </a:cubicBezTo>
                  <a:cubicBezTo>
                    <a:pt x="578933" y="575663"/>
                    <a:pt x="577528" y="573554"/>
                    <a:pt x="574716" y="570742"/>
                  </a:cubicBezTo>
                  <a:close/>
                  <a:moveTo>
                    <a:pt x="314649" y="619944"/>
                  </a:moveTo>
                  <a:cubicBezTo>
                    <a:pt x="301997" y="636111"/>
                    <a:pt x="286533" y="647357"/>
                    <a:pt x="265447" y="650169"/>
                  </a:cubicBezTo>
                  <a:cubicBezTo>
                    <a:pt x="238737" y="654386"/>
                    <a:pt x="216245" y="645248"/>
                    <a:pt x="197970" y="624865"/>
                  </a:cubicBezTo>
                  <a:cubicBezTo>
                    <a:pt x="196564" y="623459"/>
                    <a:pt x="195861" y="622756"/>
                    <a:pt x="194455" y="621350"/>
                  </a:cubicBezTo>
                  <a:cubicBezTo>
                    <a:pt x="157905" y="578474"/>
                    <a:pt x="185318" y="513809"/>
                    <a:pt x="240143" y="503968"/>
                  </a:cubicBezTo>
                  <a:cubicBezTo>
                    <a:pt x="280910" y="496237"/>
                    <a:pt x="325895" y="525055"/>
                    <a:pt x="329409" y="574960"/>
                  </a:cubicBezTo>
                  <a:cubicBezTo>
                    <a:pt x="331518" y="592532"/>
                    <a:pt x="324489" y="607292"/>
                    <a:pt x="314649" y="619944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6C6AFD7-D1A6-4562-B808-906D7CCCB4DE}"/>
                </a:ext>
              </a:extLst>
            </p:cNvPr>
            <p:cNvSpPr/>
            <p:nvPr/>
          </p:nvSpPr>
          <p:spPr>
            <a:xfrm>
              <a:off x="4866572" y="2533450"/>
              <a:ext cx="848106" cy="597202"/>
            </a:xfrm>
            <a:custGeom>
              <a:avLst/>
              <a:gdLst>
                <a:gd name="connsiteX0" fmla="*/ 8435 w 848106"/>
                <a:gd name="connsiteY0" fmla="*/ 595519 h 597202"/>
                <a:gd name="connsiteX1" fmla="*/ 59745 w 848106"/>
                <a:gd name="connsiteY1" fmla="*/ 594816 h 597202"/>
                <a:gd name="connsiteX2" fmla="*/ 63260 w 848106"/>
                <a:gd name="connsiteY2" fmla="*/ 588490 h 597202"/>
                <a:gd name="connsiteX3" fmla="*/ 63963 w 848106"/>
                <a:gd name="connsiteY3" fmla="*/ 562484 h 597202"/>
                <a:gd name="connsiteX4" fmla="*/ 89266 w 848106"/>
                <a:gd name="connsiteY4" fmla="*/ 502738 h 597202"/>
                <a:gd name="connsiteX5" fmla="*/ 160258 w 848106"/>
                <a:gd name="connsiteY5" fmla="*/ 465486 h 597202"/>
                <a:gd name="connsiteX6" fmla="*/ 186264 w 848106"/>
                <a:gd name="connsiteY6" fmla="*/ 465486 h 597202"/>
                <a:gd name="connsiteX7" fmla="*/ 238981 w 848106"/>
                <a:gd name="connsiteY7" fmla="*/ 485869 h 597202"/>
                <a:gd name="connsiteX8" fmla="*/ 283263 w 848106"/>
                <a:gd name="connsiteY8" fmla="*/ 553346 h 597202"/>
                <a:gd name="connsiteX9" fmla="*/ 285371 w 848106"/>
                <a:gd name="connsiteY9" fmla="*/ 584976 h 597202"/>
                <a:gd name="connsiteX10" fmla="*/ 295212 w 848106"/>
                <a:gd name="connsiteY10" fmla="*/ 596925 h 597202"/>
                <a:gd name="connsiteX11" fmla="*/ 341602 w 848106"/>
                <a:gd name="connsiteY11" fmla="*/ 596925 h 597202"/>
                <a:gd name="connsiteX12" fmla="*/ 834324 w 848106"/>
                <a:gd name="connsiteY12" fmla="*/ 596925 h 597202"/>
                <a:gd name="connsiteX13" fmla="*/ 847679 w 848106"/>
                <a:gd name="connsiteY13" fmla="*/ 594816 h 597202"/>
                <a:gd name="connsiteX14" fmla="*/ 842056 w 848106"/>
                <a:gd name="connsiteY14" fmla="*/ 587787 h 597202"/>
                <a:gd name="connsiteX15" fmla="*/ 821672 w 848106"/>
                <a:gd name="connsiteY15" fmla="*/ 568810 h 597202"/>
                <a:gd name="connsiteX16" fmla="*/ 820267 w 848106"/>
                <a:gd name="connsiteY16" fmla="*/ 561078 h 597202"/>
                <a:gd name="connsiteX17" fmla="*/ 813941 w 848106"/>
                <a:gd name="connsiteY17" fmla="*/ 554049 h 597202"/>
                <a:gd name="connsiteX18" fmla="*/ 290291 w 848106"/>
                <a:gd name="connsiteY18" fmla="*/ 33211 h 597202"/>
                <a:gd name="connsiteX19" fmla="*/ 283263 w 848106"/>
                <a:gd name="connsiteY19" fmla="*/ 26885 h 597202"/>
                <a:gd name="connsiteX20" fmla="*/ 275531 w 848106"/>
                <a:gd name="connsiteY20" fmla="*/ 25480 h 597202"/>
                <a:gd name="connsiteX21" fmla="*/ 254444 w 848106"/>
                <a:gd name="connsiteY21" fmla="*/ 3690 h 597202"/>
                <a:gd name="connsiteX22" fmla="*/ 241792 w 848106"/>
                <a:gd name="connsiteY22" fmla="*/ 3690 h 597202"/>
                <a:gd name="connsiteX23" fmla="*/ 165881 w 848106"/>
                <a:gd name="connsiteY23" fmla="*/ 97174 h 597202"/>
                <a:gd name="connsiteX24" fmla="*/ 108244 w 848106"/>
                <a:gd name="connsiteY24" fmla="*/ 190658 h 597202"/>
                <a:gd name="connsiteX25" fmla="*/ 89266 w 848106"/>
                <a:gd name="connsiteY25" fmla="*/ 225802 h 597202"/>
                <a:gd name="connsiteX26" fmla="*/ 8435 w 848106"/>
                <a:gd name="connsiteY26" fmla="*/ 492898 h 597202"/>
                <a:gd name="connsiteX27" fmla="*/ 2109 w 848106"/>
                <a:gd name="connsiteY27" fmla="*/ 545614 h 597202"/>
                <a:gd name="connsiteX28" fmla="*/ 0 w 848106"/>
                <a:gd name="connsiteY28" fmla="*/ 587787 h 597202"/>
                <a:gd name="connsiteX29" fmla="*/ 8435 w 848106"/>
                <a:gd name="connsiteY29" fmla="*/ 595519 h 597202"/>
                <a:gd name="connsiteX30" fmla="*/ 337385 w 848106"/>
                <a:gd name="connsiteY30" fmla="*/ 322800 h 597202"/>
                <a:gd name="connsiteX31" fmla="*/ 403456 w 848106"/>
                <a:gd name="connsiteY31" fmla="*/ 278518 h 597202"/>
                <a:gd name="connsiteX32" fmla="*/ 481476 w 848106"/>
                <a:gd name="connsiteY32" fmla="*/ 342481 h 597202"/>
                <a:gd name="connsiteX33" fmla="*/ 466013 w 848106"/>
                <a:gd name="connsiteY33" fmla="*/ 395900 h 597202"/>
                <a:gd name="connsiteX34" fmla="*/ 422434 w 848106"/>
                <a:gd name="connsiteY34" fmla="*/ 424718 h 597202"/>
                <a:gd name="connsiteX35" fmla="*/ 346522 w 848106"/>
                <a:gd name="connsiteY35" fmla="*/ 395900 h 597202"/>
                <a:gd name="connsiteX36" fmla="*/ 337385 w 848106"/>
                <a:gd name="connsiteY36" fmla="*/ 322800 h 597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48106" h="597202">
                  <a:moveTo>
                    <a:pt x="8435" y="595519"/>
                  </a:moveTo>
                  <a:cubicBezTo>
                    <a:pt x="25304" y="595519"/>
                    <a:pt x="42876" y="594816"/>
                    <a:pt x="59745" y="594816"/>
                  </a:cubicBezTo>
                  <a:cubicBezTo>
                    <a:pt x="62557" y="593411"/>
                    <a:pt x="63260" y="591302"/>
                    <a:pt x="63260" y="588490"/>
                  </a:cubicBezTo>
                  <a:cubicBezTo>
                    <a:pt x="63963" y="580056"/>
                    <a:pt x="63260" y="570918"/>
                    <a:pt x="63963" y="562484"/>
                  </a:cubicBezTo>
                  <a:cubicBezTo>
                    <a:pt x="65368" y="539991"/>
                    <a:pt x="74506" y="520311"/>
                    <a:pt x="89266" y="502738"/>
                  </a:cubicBezTo>
                  <a:cubicBezTo>
                    <a:pt x="108244" y="480949"/>
                    <a:pt x="131439" y="469000"/>
                    <a:pt x="160258" y="465486"/>
                  </a:cubicBezTo>
                  <a:cubicBezTo>
                    <a:pt x="168692" y="464080"/>
                    <a:pt x="177830" y="464080"/>
                    <a:pt x="186264" y="465486"/>
                  </a:cubicBezTo>
                  <a:cubicBezTo>
                    <a:pt x="205242" y="468297"/>
                    <a:pt x="222815" y="474623"/>
                    <a:pt x="238981" y="485869"/>
                  </a:cubicBezTo>
                  <a:cubicBezTo>
                    <a:pt x="262176" y="502738"/>
                    <a:pt x="274828" y="525934"/>
                    <a:pt x="283263" y="553346"/>
                  </a:cubicBezTo>
                  <a:cubicBezTo>
                    <a:pt x="285371" y="563889"/>
                    <a:pt x="287480" y="574433"/>
                    <a:pt x="285371" y="584976"/>
                  </a:cubicBezTo>
                  <a:cubicBezTo>
                    <a:pt x="283966" y="594113"/>
                    <a:pt x="286074" y="596925"/>
                    <a:pt x="295212" y="596925"/>
                  </a:cubicBezTo>
                  <a:cubicBezTo>
                    <a:pt x="310675" y="596925"/>
                    <a:pt x="326139" y="596925"/>
                    <a:pt x="341602" y="596925"/>
                  </a:cubicBezTo>
                  <a:cubicBezTo>
                    <a:pt x="506077" y="596925"/>
                    <a:pt x="669849" y="596925"/>
                    <a:pt x="834324" y="596925"/>
                  </a:cubicBezTo>
                  <a:cubicBezTo>
                    <a:pt x="839245" y="596925"/>
                    <a:pt x="844165" y="598331"/>
                    <a:pt x="847679" y="594816"/>
                  </a:cubicBezTo>
                  <a:cubicBezTo>
                    <a:pt x="849085" y="589896"/>
                    <a:pt x="846976" y="587787"/>
                    <a:pt x="842056" y="587787"/>
                  </a:cubicBezTo>
                  <a:cubicBezTo>
                    <a:pt x="834324" y="582867"/>
                    <a:pt x="828701" y="575136"/>
                    <a:pt x="821672" y="568810"/>
                  </a:cubicBezTo>
                  <a:cubicBezTo>
                    <a:pt x="823078" y="565998"/>
                    <a:pt x="822375" y="563186"/>
                    <a:pt x="820267" y="561078"/>
                  </a:cubicBezTo>
                  <a:cubicBezTo>
                    <a:pt x="818158" y="558969"/>
                    <a:pt x="816049" y="556861"/>
                    <a:pt x="813941" y="554049"/>
                  </a:cubicBezTo>
                  <a:cubicBezTo>
                    <a:pt x="638219" y="381139"/>
                    <a:pt x="464607" y="206824"/>
                    <a:pt x="290291" y="33211"/>
                  </a:cubicBezTo>
                  <a:cubicBezTo>
                    <a:pt x="288183" y="31103"/>
                    <a:pt x="286074" y="28994"/>
                    <a:pt x="283263" y="26885"/>
                  </a:cubicBezTo>
                  <a:cubicBezTo>
                    <a:pt x="281154" y="24777"/>
                    <a:pt x="279045" y="23371"/>
                    <a:pt x="275531" y="25480"/>
                  </a:cubicBezTo>
                  <a:cubicBezTo>
                    <a:pt x="268502" y="18451"/>
                    <a:pt x="260770" y="11422"/>
                    <a:pt x="254444" y="3690"/>
                  </a:cubicBezTo>
                  <a:cubicBezTo>
                    <a:pt x="249524" y="-1230"/>
                    <a:pt x="246713" y="-1230"/>
                    <a:pt x="241792" y="3690"/>
                  </a:cubicBezTo>
                  <a:cubicBezTo>
                    <a:pt x="214380" y="33211"/>
                    <a:pt x="189076" y="64138"/>
                    <a:pt x="165881" y="97174"/>
                  </a:cubicBezTo>
                  <a:cubicBezTo>
                    <a:pt x="144794" y="127398"/>
                    <a:pt x="125114" y="157622"/>
                    <a:pt x="108244" y="190658"/>
                  </a:cubicBezTo>
                  <a:cubicBezTo>
                    <a:pt x="101215" y="201904"/>
                    <a:pt x="95592" y="213853"/>
                    <a:pt x="89266" y="225802"/>
                  </a:cubicBezTo>
                  <a:cubicBezTo>
                    <a:pt x="48499" y="310851"/>
                    <a:pt x="21087" y="399414"/>
                    <a:pt x="8435" y="492898"/>
                  </a:cubicBezTo>
                  <a:cubicBezTo>
                    <a:pt x="5623" y="510470"/>
                    <a:pt x="4217" y="528042"/>
                    <a:pt x="2109" y="545614"/>
                  </a:cubicBezTo>
                  <a:cubicBezTo>
                    <a:pt x="1406" y="559672"/>
                    <a:pt x="703" y="573730"/>
                    <a:pt x="0" y="587787"/>
                  </a:cubicBezTo>
                  <a:cubicBezTo>
                    <a:pt x="703" y="592708"/>
                    <a:pt x="2109" y="595519"/>
                    <a:pt x="8435" y="595519"/>
                  </a:cubicBezTo>
                  <a:close/>
                  <a:moveTo>
                    <a:pt x="337385" y="322800"/>
                  </a:moveTo>
                  <a:cubicBezTo>
                    <a:pt x="350037" y="295387"/>
                    <a:pt x="372529" y="280627"/>
                    <a:pt x="403456" y="278518"/>
                  </a:cubicBezTo>
                  <a:cubicBezTo>
                    <a:pt x="441412" y="276409"/>
                    <a:pt x="475853" y="305931"/>
                    <a:pt x="481476" y="342481"/>
                  </a:cubicBezTo>
                  <a:cubicBezTo>
                    <a:pt x="484288" y="362864"/>
                    <a:pt x="478665" y="380436"/>
                    <a:pt x="466013" y="395900"/>
                  </a:cubicBezTo>
                  <a:cubicBezTo>
                    <a:pt x="454767" y="409958"/>
                    <a:pt x="440709" y="420501"/>
                    <a:pt x="422434" y="424718"/>
                  </a:cubicBezTo>
                  <a:cubicBezTo>
                    <a:pt x="391507" y="431044"/>
                    <a:pt x="366203" y="420501"/>
                    <a:pt x="346522" y="395900"/>
                  </a:cubicBezTo>
                  <a:cubicBezTo>
                    <a:pt x="328950" y="374110"/>
                    <a:pt x="325436" y="348807"/>
                    <a:pt x="337385" y="322800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D3A16771-CF33-4854-9E99-8ACE3B794631}"/>
                </a:ext>
              </a:extLst>
            </p:cNvPr>
            <p:cNvSpPr/>
            <p:nvPr/>
          </p:nvSpPr>
          <p:spPr>
            <a:xfrm>
              <a:off x="5832335" y="2529233"/>
              <a:ext cx="844417" cy="600014"/>
            </a:xfrm>
            <a:custGeom>
              <a:avLst/>
              <a:gdLst>
                <a:gd name="connsiteX0" fmla="*/ 12652 w 844417"/>
                <a:gd name="connsiteY0" fmla="*/ 599737 h 600014"/>
                <a:gd name="connsiteX1" fmla="*/ 483585 w 844417"/>
                <a:gd name="connsiteY1" fmla="*/ 599737 h 600014"/>
                <a:gd name="connsiteX2" fmla="*/ 833621 w 844417"/>
                <a:gd name="connsiteY2" fmla="*/ 599737 h 600014"/>
                <a:gd name="connsiteX3" fmla="*/ 844165 w 844417"/>
                <a:gd name="connsiteY3" fmla="*/ 587787 h 600014"/>
                <a:gd name="connsiteX4" fmla="*/ 841353 w 844417"/>
                <a:gd name="connsiteY4" fmla="*/ 540694 h 600014"/>
                <a:gd name="connsiteX5" fmla="*/ 837839 w 844417"/>
                <a:gd name="connsiteY5" fmla="*/ 511876 h 600014"/>
                <a:gd name="connsiteX6" fmla="*/ 778094 w 844417"/>
                <a:gd name="connsiteY6" fmla="*/ 282735 h 600014"/>
                <a:gd name="connsiteX7" fmla="*/ 737326 w 844417"/>
                <a:gd name="connsiteY7" fmla="*/ 196983 h 600014"/>
                <a:gd name="connsiteX8" fmla="*/ 719754 w 844417"/>
                <a:gd name="connsiteY8" fmla="*/ 165354 h 600014"/>
                <a:gd name="connsiteX9" fmla="*/ 637517 w 844417"/>
                <a:gd name="connsiteY9" fmla="*/ 47269 h 600014"/>
                <a:gd name="connsiteX10" fmla="*/ 634705 w 844417"/>
                <a:gd name="connsiteY10" fmla="*/ 37429 h 600014"/>
                <a:gd name="connsiteX11" fmla="*/ 604481 w 844417"/>
                <a:gd name="connsiteY11" fmla="*/ 3690 h 600014"/>
                <a:gd name="connsiteX12" fmla="*/ 590423 w 844417"/>
                <a:gd name="connsiteY12" fmla="*/ 3690 h 600014"/>
                <a:gd name="connsiteX13" fmla="*/ 565119 w 844417"/>
                <a:gd name="connsiteY13" fmla="*/ 28994 h 600014"/>
                <a:gd name="connsiteX14" fmla="*/ 560199 w 844417"/>
                <a:gd name="connsiteY14" fmla="*/ 38131 h 600014"/>
                <a:gd name="connsiteX15" fmla="*/ 535598 w 844417"/>
                <a:gd name="connsiteY15" fmla="*/ 63435 h 600014"/>
                <a:gd name="connsiteX16" fmla="*/ 445629 w 844417"/>
                <a:gd name="connsiteY16" fmla="*/ 154107 h 600014"/>
                <a:gd name="connsiteX17" fmla="*/ 438600 w 844417"/>
                <a:gd name="connsiteY17" fmla="*/ 160433 h 600014"/>
                <a:gd name="connsiteX18" fmla="*/ 436491 w 844417"/>
                <a:gd name="connsiteY18" fmla="*/ 178708 h 600014"/>
                <a:gd name="connsiteX19" fmla="*/ 452658 w 844417"/>
                <a:gd name="connsiteY19" fmla="*/ 271489 h 600014"/>
                <a:gd name="connsiteX20" fmla="*/ 437194 w 844417"/>
                <a:gd name="connsiteY20" fmla="*/ 308039 h 600014"/>
                <a:gd name="connsiteX21" fmla="*/ 437194 w 844417"/>
                <a:gd name="connsiteY21" fmla="*/ 308039 h 600014"/>
                <a:gd name="connsiteX22" fmla="*/ 431571 w 844417"/>
                <a:gd name="connsiteY22" fmla="*/ 314365 h 600014"/>
                <a:gd name="connsiteX23" fmla="*/ 275531 w 844417"/>
                <a:gd name="connsiteY23" fmla="*/ 336858 h 600014"/>
                <a:gd name="connsiteX24" fmla="*/ 260770 w 844417"/>
                <a:gd name="connsiteY24" fmla="*/ 338263 h 600014"/>
                <a:gd name="connsiteX25" fmla="*/ 144091 w 844417"/>
                <a:gd name="connsiteY25" fmla="*/ 454942 h 600014"/>
                <a:gd name="connsiteX26" fmla="*/ 26710 w 844417"/>
                <a:gd name="connsiteY26" fmla="*/ 572324 h 600014"/>
                <a:gd name="connsiteX27" fmla="*/ 0 w 844417"/>
                <a:gd name="connsiteY27" fmla="*/ 597628 h 600014"/>
                <a:gd name="connsiteX28" fmla="*/ 12652 w 844417"/>
                <a:gd name="connsiteY28" fmla="*/ 599737 h 600014"/>
                <a:gd name="connsiteX29" fmla="*/ 577771 w 844417"/>
                <a:gd name="connsiteY29" fmla="*/ 380436 h 600014"/>
                <a:gd name="connsiteX30" fmla="*/ 662820 w 844417"/>
                <a:gd name="connsiteY30" fmla="*/ 445102 h 600014"/>
                <a:gd name="connsiteX31" fmla="*/ 648060 w 844417"/>
                <a:gd name="connsiteY31" fmla="*/ 495710 h 600014"/>
                <a:gd name="connsiteX32" fmla="*/ 596749 w 844417"/>
                <a:gd name="connsiteY32" fmla="*/ 526637 h 600014"/>
                <a:gd name="connsiteX33" fmla="*/ 531381 w 844417"/>
                <a:gd name="connsiteY33" fmla="*/ 500630 h 600014"/>
                <a:gd name="connsiteX34" fmla="*/ 527164 w 844417"/>
                <a:gd name="connsiteY34" fmla="*/ 495710 h 600014"/>
                <a:gd name="connsiteX35" fmla="*/ 577771 w 844417"/>
                <a:gd name="connsiteY35" fmla="*/ 380436 h 60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44417" h="600014">
                  <a:moveTo>
                    <a:pt x="12652" y="599737"/>
                  </a:moveTo>
                  <a:cubicBezTo>
                    <a:pt x="169395" y="599737"/>
                    <a:pt x="326841" y="599737"/>
                    <a:pt x="483585" y="599737"/>
                  </a:cubicBezTo>
                  <a:cubicBezTo>
                    <a:pt x="600264" y="599737"/>
                    <a:pt x="716943" y="599737"/>
                    <a:pt x="833621" y="599737"/>
                  </a:cubicBezTo>
                  <a:cubicBezTo>
                    <a:pt x="844868" y="599737"/>
                    <a:pt x="844868" y="599034"/>
                    <a:pt x="844165" y="587787"/>
                  </a:cubicBezTo>
                  <a:cubicBezTo>
                    <a:pt x="843462" y="572324"/>
                    <a:pt x="841353" y="556860"/>
                    <a:pt x="841353" y="540694"/>
                  </a:cubicBezTo>
                  <a:cubicBezTo>
                    <a:pt x="839245" y="530854"/>
                    <a:pt x="839245" y="521013"/>
                    <a:pt x="837839" y="511876"/>
                  </a:cubicBezTo>
                  <a:cubicBezTo>
                    <a:pt x="827998" y="433153"/>
                    <a:pt x="808318" y="356538"/>
                    <a:pt x="778094" y="282735"/>
                  </a:cubicBezTo>
                  <a:cubicBezTo>
                    <a:pt x="766145" y="253214"/>
                    <a:pt x="752790" y="224396"/>
                    <a:pt x="737326" y="196983"/>
                  </a:cubicBezTo>
                  <a:cubicBezTo>
                    <a:pt x="731703" y="186440"/>
                    <a:pt x="726080" y="175897"/>
                    <a:pt x="719754" y="165354"/>
                  </a:cubicBezTo>
                  <a:cubicBezTo>
                    <a:pt x="695856" y="123883"/>
                    <a:pt x="667741" y="84522"/>
                    <a:pt x="637517" y="47269"/>
                  </a:cubicBezTo>
                  <a:cubicBezTo>
                    <a:pt x="636814" y="43755"/>
                    <a:pt x="636814" y="40240"/>
                    <a:pt x="634705" y="37429"/>
                  </a:cubicBezTo>
                  <a:cubicBezTo>
                    <a:pt x="624865" y="25480"/>
                    <a:pt x="615024" y="14936"/>
                    <a:pt x="604481" y="3690"/>
                  </a:cubicBezTo>
                  <a:cubicBezTo>
                    <a:pt x="600264" y="-1230"/>
                    <a:pt x="595344" y="-1230"/>
                    <a:pt x="590423" y="3690"/>
                  </a:cubicBezTo>
                  <a:cubicBezTo>
                    <a:pt x="581989" y="12125"/>
                    <a:pt x="573554" y="20559"/>
                    <a:pt x="565119" y="28994"/>
                  </a:cubicBezTo>
                  <a:cubicBezTo>
                    <a:pt x="562308" y="31806"/>
                    <a:pt x="561605" y="35320"/>
                    <a:pt x="560199" y="38131"/>
                  </a:cubicBezTo>
                  <a:cubicBezTo>
                    <a:pt x="551765" y="46566"/>
                    <a:pt x="544033" y="55001"/>
                    <a:pt x="535598" y="63435"/>
                  </a:cubicBezTo>
                  <a:cubicBezTo>
                    <a:pt x="505374" y="93659"/>
                    <a:pt x="475150" y="123883"/>
                    <a:pt x="445629" y="154107"/>
                  </a:cubicBezTo>
                  <a:cubicBezTo>
                    <a:pt x="443520" y="156216"/>
                    <a:pt x="441412" y="158325"/>
                    <a:pt x="438600" y="160433"/>
                  </a:cubicBezTo>
                  <a:cubicBezTo>
                    <a:pt x="430868" y="166057"/>
                    <a:pt x="430868" y="170977"/>
                    <a:pt x="436491" y="178708"/>
                  </a:cubicBezTo>
                  <a:cubicBezTo>
                    <a:pt x="456172" y="206824"/>
                    <a:pt x="460390" y="238454"/>
                    <a:pt x="452658" y="271489"/>
                  </a:cubicBezTo>
                  <a:cubicBezTo>
                    <a:pt x="449846" y="284844"/>
                    <a:pt x="442817" y="296090"/>
                    <a:pt x="437194" y="308039"/>
                  </a:cubicBezTo>
                  <a:cubicBezTo>
                    <a:pt x="437194" y="308039"/>
                    <a:pt x="437194" y="308039"/>
                    <a:pt x="437194" y="308039"/>
                  </a:cubicBezTo>
                  <a:cubicBezTo>
                    <a:pt x="435086" y="310148"/>
                    <a:pt x="433680" y="312257"/>
                    <a:pt x="431571" y="314365"/>
                  </a:cubicBezTo>
                  <a:cubicBezTo>
                    <a:pt x="392913" y="362161"/>
                    <a:pt x="325436" y="372002"/>
                    <a:pt x="275531" y="336858"/>
                  </a:cubicBezTo>
                  <a:cubicBezTo>
                    <a:pt x="269205" y="332640"/>
                    <a:pt x="265691" y="333343"/>
                    <a:pt x="260770" y="338263"/>
                  </a:cubicBezTo>
                  <a:cubicBezTo>
                    <a:pt x="222112" y="377625"/>
                    <a:pt x="182750" y="416284"/>
                    <a:pt x="144091" y="454942"/>
                  </a:cubicBezTo>
                  <a:cubicBezTo>
                    <a:pt x="104730" y="494304"/>
                    <a:pt x="66071" y="533665"/>
                    <a:pt x="26710" y="572324"/>
                  </a:cubicBezTo>
                  <a:cubicBezTo>
                    <a:pt x="17572" y="580759"/>
                    <a:pt x="9138" y="589193"/>
                    <a:pt x="0" y="597628"/>
                  </a:cubicBezTo>
                  <a:cubicBezTo>
                    <a:pt x="3514" y="601142"/>
                    <a:pt x="8435" y="599737"/>
                    <a:pt x="12652" y="599737"/>
                  </a:cubicBezTo>
                  <a:close/>
                  <a:moveTo>
                    <a:pt x="577771" y="380436"/>
                  </a:moveTo>
                  <a:cubicBezTo>
                    <a:pt x="619242" y="375516"/>
                    <a:pt x="656494" y="404334"/>
                    <a:pt x="662820" y="445102"/>
                  </a:cubicBezTo>
                  <a:cubicBezTo>
                    <a:pt x="665632" y="464783"/>
                    <a:pt x="658603" y="480949"/>
                    <a:pt x="648060" y="495710"/>
                  </a:cubicBezTo>
                  <a:cubicBezTo>
                    <a:pt x="634705" y="512579"/>
                    <a:pt x="618539" y="523825"/>
                    <a:pt x="596749" y="526637"/>
                  </a:cubicBezTo>
                  <a:cubicBezTo>
                    <a:pt x="570743" y="529448"/>
                    <a:pt x="548953" y="521013"/>
                    <a:pt x="531381" y="500630"/>
                  </a:cubicBezTo>
                  <a:cubicBezTo>
                    <a:pt x="529975" y="499224"/>
                    <a:pt x="528569" y="497115"/>
                    <a:pt x="527164" y="495710"/>
                  </a:cubicBezTo>
                  <a:cubicBezTo>
                    <a:pt x="488505" y="448616"/>
                    <a:pt x="526461" y="386762"/>
                    <a:pt x="577771" y="380436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8D56DD8C-4611-4A9F-9025-62A56B0C9221}"/>
                </a:ext>
              </a:extLst>
            </p:cNvPr>
            <p:cNvSpPr/>
            <p:nvPr/>
          </p:nvSpPr>
          <p:spPr>
            <a:xfrm>
              <a:off x="5857527" y="2110138"/>
              <a:ext cx="598267" cy="843813"/>
            </a:xfrm>
            <a:custGeom>
              <a:avLst/>
              <a:gdLst>
                <a:gd name="connsiteX0" fmla="*/ 112 w 598267"/>
                <a:gd name="connsiteY0" fmla="*/ 833270 h 843813"/>
                <a:gd name="connsiteX1" fmla="*/ 1518 w 598267"/>
                <a:gd name="connsiteY1" fmla="*/ 843813 h 843813"/>
                <a:gd name="connsiteX2" fmla="*/ 7844 w 598267"/>
                <a:gd name="connsiteY2" fmla="*/ 838893 h 843813"/>
                <a:gd name="connsiteX3" fmla="*/ 277752 w 598267"/>
                <a:gd name="connsiteY3" fmla="*/ 568985 h 843813"/>
                <a:gd name="connsiteX4" fmla="*/ 277752 w 598267"/>
                <a:gd name="connsiteY4" fmla="*/ 546493 h 843813"/>
                <a:gd name="connsiteX5" fmla="*/ 272129 w 598267"/>
                <a:gd name="connsiteY5" fmla="*/ 541573 h 843813"/>
                <a:gd name="connsiteX6" fmla="*/ 272129 w 598267"/>
                <a:gd name="connsiteY6" fmla="*/ 541573 h 843813"/>
                <a:gd name="connsiteX7" fmla="*/ 257368 w 598267"/>
                <a:gd name="connsiteY7" fmla="*/ 523298 h 843813"/>
                <a:gd name="connsiteX8" fmla="*/ 240499 w 598267"/>
                <a:gd name="connsiteY8" fmla="*/ 466364 h 843813"/>
                <a:gd name="connsiteX9" fmla="*/ 315708 w 598267"/>
                <a:gd name="connsiteY9" fmla="*/ 353200 h 843813"/>
                <a:gd name="connsiteX10" fmla="*/ 445039 w 598267"/>
                <a:gd name="connsiteY10" fmla="*/ 389750 h 843813"/>
                <a:gd name="connsiteX11" fmla="*/ 457691 w 598267"/>
                <a:gd name="connsiteY11" fmla="*/ 390453 h 843813"/>
                <a:gd name="connsiteX12" fmla="*/ 572261 w 598267"/>
                <a:gd name="connsiteY12" fmla="*/ 275179 h 843813"/>
                <a:gd name="connsiteX13" fmla="*/ 591239 w 598267"/>
                <a:gd name="connsiteY13" fmla="*/ 256904 h 843813"/>
                <a:gd name="connsiteX14" fmla="*/ 590536 w 598267"/>
                <a:gd name="connsiteY14" fmla="*/ 240035 h 843813"/>
                <a:gd name="connsiteX15" fmla="*/ 582101 w 598267"/>
                <a:gd name="connsiteY15" fmla="*/ 233006 h 843813"/>
                <a:gd name="connsiteX16" fmla="*/ 582101 w 598267"/>
                <a:gd name="connsiteY16" fmla="*/ 233006 h 843813"/>
                <a:gd name="connsiteX17" fmla="*/ 568746 w 598267"/>
                <a:gd name="connsiteY17" fmla="*/ 220354 h 843813"/>
                <a:gd name="connsiteX18" fmla="*/ 379670 w 598267"/>
                <a:gd name="connsiteY18" fmla="*/ 93835 h 843813"/>
                <a:gd name="connsiteX19" fmla="*/ 168805 w 598267"/>
                <a:gd name="connsiteY19" fmla="*/ 20032 h 843813"/>
                <a:gd name="connsiteX20" fmla="*/ 33148 w 598267"/>
                <a:gd name="connsiteY20" fmla="*/ 1757 h 843813"/>
                <a:gd name="connsiteX21" fmla="*/ 13467 w 598267"/>
                <a:gd name="connsiteY21" fmla="*/ 351 h 843813"/>
                <a:gd name="connsiteX22" fmla="*/ 815 w 598267"/>
                <a:gd name="connsiteY22" fmla="*/ 12300 h 843813"/>
                <a:gd name="connsiteX23" fmla="*/ 815 w 598267"/>
                <a:gd name="connsiteY23" fmla="*/ 41119 h 843813"/>
                <a:gd name="connsiteX24" fmla="*/ 112 w 598267"/>
                <a:gd name="connsiteY24" fmla="*/ 833270 h 843813"/>
                <a:gd name="connsiteX25" fmla="*/ 70401 w 598267"/>
                <a:gd name="connsiteY25" fmla="*/ 166935 h 843813"/>
                <a:gd name="connsiteX26" fmla="*/ 192000 w 598267"/>
                <a:gd name="connsiteY26" fmla="*/ 138820 h 843813"/>
                <a:gd name="connsiteX27" fmla="*/ 217304 w 598267"/>
                <a:gd name="connsiteY27" fmla="*/ 193645 h 843813"/>
                <a:gd name="connsiteX28" fmla="*/ 202543 w 598267"/>
                <a:gd name="connsiteY28" fmla="*/ 233709 h 843813"/>
                <a:gd name="connsiteX29" fmla="*/ 110465 w 598267"/>
                <a:gd name="connsiteY29" fmla="*/ 259716 h 843813"/>
                <a:gd name="connsiteX30" fmla="*/ 80241 w 598267"/>
                <a:gd name="connsiteY30" fmla="*/ 233709 h 843813"/>
                <a:gd name="connsiteX31" fmla="*/ 70401 w 598267"/>
                <a:gd name="connsiteY31" fmla="*/ 166935 h 84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98267" h="843813">
                  <a:moveTo>
                    <a:pt x="112" y="833270"/>
                  </a:moveTo>
                  <a:cubicBezTo>
                    <a:pt x="112" y="836784"/>
                    <a:pt x="-590" y="840299"/>
                    <a:pt x="1518" y="843813"/>
                  </a:cubicBezTo>
                  <a:cubicBezTo>
                    <a:pt x="5033" y="843110"/>
                    <a:pt x="5736" y="841002"/>
                    <a:pt x="7844" y="838893"/>
                  </a:cubicBezTo>
                  <a:cubicBezTo>
                    <a:pt x="97814" y="748924"/>
                    <a:pt x="187783" y="658955"/>
                    <a:pt x="277752" y="568985"/>
                  </a:cubicBezTo>
                  <a:cubicBezTo>
                    <a:pt x="289701" y="557036"/>
                    <a:pt x="289701" y="557036"/>
                    <a:pt x="277752" y="546493"/>
                  </a:cubicBezTo>
                  <a:cubicBezTo>
                    <a:pt x="275643" y="545087"/>
                    <a:pt x="274238" y="542979"/>
                    <a:pt x="272129" y="541573"/>
                  </a:cubicBezTo>
                  <a:cubicBezTo>
                    <a:pt x="272129" y="541573"/>
                    <a:pt x="272129" y="541573"/>
                    <a:pt x="272129" y="541573"/>
                  </a:cubicBezTo>
                  <a:cubicBezTo>
                    <a:pt x="267209" y="535247"/>
                    <a:pt x="262289" y="528921"/>
                    <a:pt x="257368" y="523298"/>
                  </a:cubicBezTo>
                  <a:cubicBezTo>
                    <a:pt x="248231" y="505726"/>
                    <a:pt x="241202" y="486748"/>
                    <a:pt x="240499" y="466364"/>
                  </a:cubicBezTo>
                  <a:cubicBezTo>
                    <a:pt x="239093" y="415756"/>
                    <a:pt x="268615" y="370772"/>
                    <a:pt x="315708" y="353200"/>
                  </a:cubicBezTo>
                  <a:cubicBezTo>
                    <a:pt x="362098" y="335628"/>
                    <a:pt x="413409" y="350388"/>
                    <a:pt x="445039" y="389750"/>
                  </a:cubicBezTo>
                  <a:cubicBezTo>
                    <a:pt x="449959" y="396076"/>
                    <a:pt x="452770" y="395373"/>
                    <a:pt x="457691" y="390453"/>
                  </a:cubicBezTo>
                  <a:cubicBezTo>
                    <a:pt x="495646" y="351794"/>
                    <a:pt x="534305" y="313838"/>
                    <a:pt x="572261" y="275179"/>
                  </a:cubicBezTo>
                  <a:cubicBezTo>
                    <a:pt x="582804" y="273071"/>
                    <a:pt x="588427" y="267448"/>
                    <a:pt x="591239" y="256904"/>
                  </a:cubicBezTo>
                  <a:cubicBezTo>
                    <a:pt x="600376" y="247767"/>
                    <a:pt x="601079" y="249173"/>
                    <a:pt x="590536" y="240035"/>
                  </a:cubicBezTo>
                  <a:cubicBezTo>
                    <a:pt x="587724" y="237927"/>
                    <a:pt x="584913" y="235115"/>
                    <a:pt x="582101" y="233006"/>
                  </a:cubicBezTo>
                  <a:lnTo>
                    <a:pt x="582101" y="233006"/>
                  </a:lnTo>
                  <a:cubicBezTo>
                    <a:pt x="578587" y="227383"/>
                    <a:pt x="573667" y="224572"/>
                    <a:pt x="568746" y="220354"/>
                  </a:cubicBezTo>
                  <a:cubicBezTo>
                    <a:pt x="511110" y="170450"/>
                    <a:pt x="447850" y="128276"/>
                    <a:pt x="379670" y="93835"/>
                  </a:cubicBezTo>
                  <a:cubicBezTo>
                    <a:pt x="312193" y="60097"/>
                    <a:pt x="241905" y="35496"/>
                    <a:pt x="168805" y="20032"/>
                  </a:cubicBezTo>
                  <a:cubicBezTo>
                    <a:pt x="123820" y="10192"/>
                    <a:pt x="78836" y="3163"/>
                    <a:pt x="33148" y="1757"/>
                  </a:cubicBezTo>
                  <a:cubicBezTo>
                    <a:pt x="26822" y="-1054"/>
                    <a:pt x="19793" y="351"/>
                    <a:pt x="13467" y="351"/>
                  </a:cubicBezTo>
                  <a:cubicBezTo>
                    <a:pt x="1518" y="351"/>
                    <a:pt x="1518" y="351"/>
                    <a:pt x="815" y="12300"/>
                  </a:cubicBezTo>
                  <a:cubicBezTo>
                    <a:pt x="815" y="22141"/>
                    <a:pt x="815" y="31278"/>
                    <a:pt x="815" y="41119"/>
                  </a:cubicBezTo>
                  <a:cubicBezTo>
                    <a:pt x="112" y="304701"/>
                    <a:pt x="112" y="568985"/>
                    <a:pt x="112" y="833270"/>
                  </a:cubicBezTo>
                  <a:close/>
                  <a:moveTo>
                    <a:pt x="70401" y="166935"/>
                  </a:moveTo>
                  <a:cubicBezTo>
                    <a:pt x="88676" y="118436"/>
                    <a:pt x="154747" y="102973"/>
                    <a:pt x="192000" y="138820"/>
                  </a:cubicBezTo>
                  <a:cubicBezTo>
                    <a:pt x="208166" y="154283"/>
                    <a:pt x="216601" y="171855"/>
                    <a:pt x="217304" y="193645"/>
                  </a:cubicBezTo>
                  <a:cubicBezTo>
                    <a:pt x="217304" y="209108"/>
                    <a:pt x="211681" y="221760"/>
                    <a:pt x="202543" y="233709"/>
                  </a:cubicBezTo>
                  <a:cubicBezTo>
                    <a:pt x="177240" y="269556"/>
                    <a:pt x="137175" y="272368"/>
                    <a:pt x="110465" y="259716"/>
                  </a:cubicBezTo>
                  <a:cubicBezTo>
                    <a:pt x="97814" y="254093"/>
                    <a:pt x="88676" y="244955"/>
                    <a:pt x="80241" y="233709"/>
                  </a:cubicBezTo>
                  <a:cubicBezTo>
                    <a:pt x="64075" y="213326"/>
                    <a:pt x="61264" y="190833"/>
                    <a:pt x="70401" y="166935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36D5484A-C65B-44C8-B66A-73C6058D3A19}"/>
                </a:ext>
              </a:extLst>
            </p:cNvPr>
            <p:cNvSpPr/>
            <p:nvPr/>
          </p:nvSpPr>
          <p:spPr>
            <a:xfrm>
              <a:off x="5150889" y="2248396"/>
              <a:ext cx="598330" cy="850482"/>
            </a:xfrm>
            <a:custGeom>
              <a:avLst/>
              <a:gdLst>
                <a:gd name="connsiteX0" fmla="*/ 134602 w 598330"/>
                <a:gd name="connsiteY0" fmla="*/ 387148 h 850482"/>
                <a:gd name="connsiteX1" fmla="*/ 136711 w 598330"/>
                <a:gd name="connsiteY1" fmla="*/ 383634 h 850482"/>
                <a:gd name="connsiteX2" fmla="*/ 136711 w 598330"/>
                <a:gd name="connsiteY2" fmla="*/ 379416 h 850482"/>
                <a:gd name="connsiteX3" fmla="*/ 192239 w 598330"/>
                <a:gd name="connsiteY3" fmla="*/ 283121 h 850482"/>
                <a:gd name="connsiteX4" fmla="*/ 234412 w 598330"/>
                <a:gd name="connsiteY4" fmla="*/ 268360 h 850482"/>
                <a:gd name="connsiteX5" fmla="*/ 268151 w 598330"/>
                <a:gd name="connsiteY5" fmla="*/ 268360 h 850482"/>
                <a:gd name="connsiteX6" fmla="*/ 272368 w 598330"/>
                <a:gd name="connsiteY6" fmla="*/ 269766 h 850482"/>
                <a:gd name="connsiteX7" fmla="*/ 342656 w 598330"/>
                <a:gd name="connsiteY7" fmla="*/ 311939 h 850482"/>
                <a:gd name="connsiteX8" fmla="*/ 365149 w 598330"/>
                <a:gd name="connsiteY8" fmla="*/ 364656 h 850482"/>
                <a:gd name="connsiteX9" fmla="*/ 365149 w 598330"/>
                <a:gd name="connsiteY9" fmla="*/ 398394 h 850482"/>
                <a:gd name="connsiteX10" fmla="*/ 351794 w 598330"/>
                <a:gd name="connsiteY10" fmla="*/ 437053 h 850482"/>
                <a:gd name="connsiteX11" fmla="*/ 346171 w 598330"/>
                <a:gd name="connsiteY11" fmla="*/ 439161 h 850482"/>
                <a:gd name="connsiteX12" fmla="*/ 324381 w 598330"/>
                <a:gd name="connsiteY12" fmla="*/ 463762 h 850482"/>
                <a:gd name="connsiteX13" fmla="*/ 280100 w 598330"/>
                <a:gd name="connsiteY13" fmla="*/ 488363 h 850482"/>
                <a:gd name="connsiteX14" fmla="*/ 272368 w 598330"/>
                <a:gd name="connsiteY14" fmla="*/ 495392 h 850482"/>
                <a:gd name="connsiteX15" fmla="*/ 266042 w 598330"/>
                <a:gd name="connsiteY15" fmla="*/ 495392 h 850482"/>
                <a:gd name="connsiteX16" fmla="*/ 247064 w 598330"/>
                <a:gd name="connsiteY16" fmla="*/ 498907 h 850482"/>
                <a:gd name="connsiteX17" fmla="*/ 252687 w 598330"/>
                <a:gd name="connsiteY17" fmla="*/ 505233 h 850482"/>
                <a:gd name="connsiteX18" fmla="*/ 582340 w 598330"/>
                <a:gd name="connsiteY18" fmla="*/ 834886 h 850482"/>
                <a:gd name="connsiteX19" fmla="*/ 591478 w 598330"/>
                <a:gd name="connsiteY19" fmla="*/ 844726 h 850482"/>
                <a:gd name="connsiteX20" fmla="*/ 597804 w 598330"/>
                <a:gd name="connsiteY20" fmla="*/ 850349 h 850482"/>
                <a:gd name="connsiteX21" fmla="*/ 597804 w 598330"/>
                <a:gd name="connsiteY21" fmla="*/ 848240 h 850482"/>
                <a:gd name="connsiteX22" fmla="*/ 597804 w 598330"/>
                <a:gd name="connsiteY22" fmla="*/ 21648 h 850482"/>
                <a:gd name="connsiteX23" fmla="*/ 574608 w 598330"/>
                <a:gd name="connsiteY23" fmla="*/ 1967 h 850482"/>
                <a:gd name="connsiteX24" fmla="*/ 573203 w 598330"/>
                <a:gd name="connsiteY24" fmla="*/ 1967 h 850482"/>
                <a:gd name="connsiteX25" fmla="*/ 571797 w 598330"/>
                <a:gd name="connsiteY25" fmla="*/ 2670 h 850482"/>
                <a:gd name="connsiteX26" fmla="*/ 524704 w 598330"/>
                <a:gd name="connsiteY26" fmla="*/ 6184 h 850482"/>
                <a:gd name="connsiteX27" fmla="*/ 299780 w 598330"/>
                <a:gd name="connsiteY27" fmla="*/ 59604 h 850482"/>
                <a:gd name="connsiteX28" fmla="*/ 76966 w 598330"/>
                <a:gd name="connsiteY28" fmla="*/ 182609 h 850482"/>
                <a:gd name="connsiteX29" fmla="*/ 15112 w 598330"/>
                <a:gd name="connsiteY29" fmla="*/ 234622 h 850482"/>
                <a:gd name="connsiteX30" fmla="*/ 15112 w 598330"/>
                <a:gd name="connsiteY30" fmla="*/ 234622 h 850482"/>
                <a:gd name="connsiteX31" fmla="*/ 4569 w 598330"/>
                <a:gd name="connsiteY31" fmla="*/ 243760 h 850482"/>
                <a:gd name="connsiteX32" fmla="*/ 3866 w 598330"/>
                <a:gd name="connsiteY32" fmla="*/ 256411 h 850482"/>
                <a:gd name="connsiteX33" fmla="*/ 134602 w 598330"/>
                <a:gd name="connsiteY33" fmla="*/ 387148 h 85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98330" h="850482">
                  <a:moveTo>
                    <a:pt x="134602" y="387148"/>
                  </a:moveTo>
                  <a:cubicBezTo>
                    <a:pt x="136008" y="384336"/>
                    <a:pt x="136008" y="383634"/>
                    <a:pt x="136711" y="383634"/>
                  </a:cubicBezTo>
                  <a:cubicBezTo>
                    <a:pt x="136711" y="382228"/>
                    <a:pt x="136711" y="380822"/>
                    <a:pt x="136711" y="379416"/>
                  </a:cubicBezTo>
                  <a:cubicBezTo>
                    <a:pt x="138117" y="337946"/>
                    <a:pt x="156392" y="305613"/>
                    <a:pt x="192239" y="283121"/>
                  </a:cubicBezTo>
                  <a:cubicBezTo>
                    <a:pt x="205594" y="274686"/>
                    <a:pt x="219652" y="271172"/>
                    <a:pt x="234412" y="268360"/>
                  </a:cubicBezTo>
                  <a:cubicBezTo>
                    <a:pt x="245658" y="266955"/>
                    <a:pt x="256904" y="266955"/>
                    <a:pt x="268151" y="268360"/>
                  </a:cubicBezTo>
                  <a:cubicBezTo>
                    <a:pt x="269556" y="269063"/>
                    <a:pt x="270962" y="269766"/>
                    <a:pt x="272368" y="269766"/>
                  </a:cubicBezTo>
                  <a:cubicBezTo>
                    <a:pt x="301186" y="274686"/>
                    <a:pt x="324381" y="289447"/>
                    <a:pt x="342656" y="311939"/>
                  </a:cubicBezTo>
                  <a:cubicBezTo>
                    <a:pt x="354605" y="327403"/>
                    <a:pt x="360931" y="345678"/>
                    <a:pt x="365149" y="364656"/>
                  </a:cubicBezTo>
                  <a:cubicBezTo>
                    <a:pt x="366554" y="375902"/>
                    <a:pt x="366554" y="387148"/>
                    <a:pt x="365149" y="398394"/>
                  </a:cubicBezTo>
                  <a:cubicBezTo>
                    <a:pt x="362337" y="411749"/>
                    <a:pt x="357417" y="425104"/>
                    <a:pt x="351794" y="437053"/>
                  </a:cubicBezTo>
                  <a:cubicBezTo>
                    <a:pt x="350388" y="437756"/>
                    <a:pt x="348279" y="439161"/>
                    <a:pt x="346171" y="439161"/>
                  </a:cubicBezTo>
                  <a:cubicBezTo>
                    <a:pt x="338439" y="446893"/>
                    <a:pt x="332816" y="456734"/>
                    <a:pt x="324381" y="463762"/>
                  </a:cubicBezTo>
                  <a:cubicBezTo>
                    <a:pt x="311027" y="475009"/>
                    <a:pt x="296266" y="482740"/>
                    <a:pt x="280100" y="488363"/>
                  </a:cubicBezTo>
                  <a:cubicBezTo>
                    <a:pt x="276585" y="489769"/>
                    <a:pt x="272368" y="490472"/>
                    <a:pt x="272368" y="495392"/>
                  </a:cubicBezTo>
                  <a:cubicBezTo>
                    <a:pt x="270259" y="495392"/>
                    <a:pt x="268151" y="495392"/>
                    <a:pt x="266042" y="495392"/>
                  </a:cubicBezTo>
                  <a:cubicBezTo>
                    <a:pt x="260419" y="498204"/>
                    <a:pt x="252687" y="494689"/>
                    <a:pt x="247064" y="498907"/>
                  </a:cubicBezTo>
                  <a:cubicBezTo>
                    <a:pt x="249173" y="501015"/>
                    <a:pt x="250578" y="503124"/>
                    <a:pt x="252687" y="505233"/>
                  </a:cubicBezTo>
                  <a:cubicBezTo>
                    <a:pt x="362337" y="614883"/>
                    <a:pt x="472690" y="725236"/>
                    <a:pt x="582340" y="834886"/>
                  </a:cubicBezTo>
                  <a:cubicBezTo>
                    <a:pt x="585855" y="838400"/>
                    <a:pt x="588666" y="841212"/>
                    <a:pt x="591478" y="844726"/>
                  </a:cubicBezTo>
                  <a:cubicBezTo>
                    <a:pt x="591478" y="848943"/>
                    <a:pt x="592883" y="851052"/>
                    <a:pt x="597804" y="850349"/>
                  </a:cubicBezTo>
                  <a:cubicBezTo>
                    <a:pt x="598507" y="849646"/>
                    <a:pt x="598507" y="848943"/>
                    <a:pt x="597804" y="848240"/>
                  </a:cubicBezTo>
                  <a:cubicBezTo>
                    <a:pt x="597804" y="572710"/>
                    <a:pt x="597804" y="297179"/>
                    <a:pt x="597804" y="21648"/>
                  </a:cubicBezTo>
                  <a:cubicBezTo>
                    <a:pt x="597804" y="561"/>
                    <a:pt x="594289" y="-2953"/>
                    <a:pt x="574608" y="1967"/>
                  </a:cubicBezTo>
                  <a:cubicBezTo>
                    <a:pt x="573906" y="1967"/>
                    <a:pt x="573906" y="1967"/>
                    <a:pt x="573203" y="1967"/>
                  </a:cubicBezTo>
                  <a:cubicBezTo>
                    <a:pt x="572500" y="1967"/>
                    <a:pt x="572500" y="2670"/>
                    <a:pt x="571797" y="2670"/>
                  </a:cubicBezTo>
                  <a:cubicBezTo>
                    <a:pt x="556333" y="1967"/>
                    <a:pt x="540167" y="4076"/>
                    <a:pt x="524704" y="6184"/>
                  </a:cubicBezTo>
                  <a:cubicBezTo>
                    <a:pt x="447386" y="14619"/>
                    <a:pt x="372880" y="32191"/>
                    <a:pt x="299780" y="59604"/>
                  </a:cubicBezTo>
                  <a:cubicBezTo>
                    <a:pt x="219652" y="89828"/>
                    <a:pt x="145146" y="130595"/>
                    <a:pt x="76966" y="182609"/>
                  </a:cubicBezTo>
                  <a:cubicBezTo>
                    <a:pt x="55176" y="198775"/>
                    <a:pt x="34090" y="215644"/>
                    <a:pt x="15112" y="234622"/>
                  </a:cubicBezTo>
                  <a:cubicBezTo>
                    <a:pt x="15112" y="234622"/>
                    <a:pt x="15112" y="234622"/>
                    <a:pt x="15112" y="234622"/>
                  </a:cubicBezTo>
                  <a:cubicBezTo>
                    <a:pt x="11598" y="237434"/>
                    <a:pt x="8083" y="240948"/>
                    <a:pt x="4569" y="243760"/>
                  </a:cubicBezTo>
                  <a:cubicBezTo>
                    <a:pt x="-1757" y="247977"/>
                    <a:pt x="-1054" y="251491"/>
                    <a:pt x="3866" y="256411"/>
                  </a:cubicBezTo>
                  <a:cubicBezTo>
                    <a:pt x="46742" y="298585"/>
                    <a:pt x="90321" y="342163"/>
                    <a:pt x="134602" y="387148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C303D305-C79E-4B5F-9024-FE12FB4074D5}"/>
                </a:ext>
              </a:extLst>
            </p:cNvPr>
            <p:cNvSpPr/>
            <p:nvPr/>
          </p:nvSpPr>
          <p:spPr>
            <a:xfrm>
              <a:off x="5830930" y="3177929"/>
              <a:ext cx="846281" cy="595410"/>
            </a:xfrm>
            <a:custGeom>
              <a:avLst/>
              <a:gdLst>
                <a:gd name="connsiteX0" fmla="*/ 835027 w 846281"/>
                <a:gd name="connsiteY0" fmla="*/ 243 h 595410"/>
                <a:gd name="connsiteX1" fmla="*/ 835027 w 846281"/>
                <a:gd name="connsiteY1" fmla="*/ 243 h 595410"/>
                <a:gd name="connsiteX2" fmla="*/ 823078 w 846281"/>
                <a:gd name="connsiteY2" fmla="*/ 243 h 595410"/>
                <a:gd name="connsiteX3" fmla="*/ 43579 w 846281"/>
                <a:gd name="connsiteY3" fmla="*/ 243 h 595410"/>
                <a:gd name="connsiteX4" fmla="*/ 31630 w 846281"/>
                <a:gd name="connsiteY4" fmla="*/ 243 h 595410"/>
                <a:gd name="connsiteX5" fmla="*/ 31630 w 846281"/>
                <a:gd name="connsiteY5" fmla="*/ 243 h 595410"/>
                <a:gd name="connsiteX6" fmla="*/ 0 w 846281"/>
                <a:gd name="connsiteY6" fmla="*/ 243 h 595410"/>
                <a:gd name="connsiteX7" fmla="*/ 4920 w 846281"/>
                <a:gd name="connsiteY7" fmla="*/ 6569 h 595410"/>
                <a:gd name="connsiteX8" fmla="*/ 14761 w 846281"/>
                <a:gd name="connsiteY8" fmla="*/ 15706 h 595410"/>
                <a:gd name="connsiteX9" fmla="*/ 273422 w 846281"/>
                <a:gd name="connsiteY9" fmla="*/ 273665 h 595410"/>
                <a:gd name="connsiteX10" fmla="*/ 589720 w 846281"/>
                <a:gd name="connsiteY10" fmla="*/ 590666 h 595410"/>
                <a:gd name="connsiteX11" fmla="*/ 605184 w 846281"/>
                <a:gd name="connsiteY11" fmla="*/ 590666 h 595410"/>
                <a:gd name="connsiteX12" fmla="*/ 653683 w 846281"/>
                <a:gd name="connsiteY12" fmla="*/ 533732 h 595410"/>
                <a:gd name="connsiteX13" fmla="*/ 738732 w 846281"/>
                <a:gd name="connsiteY13" fmla="*/ 405104 h 595410"/>
                <a:gd name="connsiteX14" fmla="*/ 764739 w 846281"/>
                <a:gd name="connsiteY14" fmla="*/ 352388 h 595410"/>
                <a:gd name="connsiteX15" fmla="*/ 833621 w 846281"/>
                <a:gd name="connsiteY15" fmla="*/ 130276 h 595410"/>
                <a:gd name="connsiteX16" fmla="*/ 846273 w 846281"/>
                <a:gd name="connsiteY16" fmla="*/ 12192 h 595410"/>
                <a:gd name="connsiteX17" fmla="*/ 835027 w 846281"/>
                <a:gd name="connsiteY17" fmla="*/ 243 h 595410"/>
                <a:gd name="connsiteX18" fmla="*/ 542627 w 846281"/>
                <a:gd name="connsiteY18" fmla="*/ 263824 h 595410"/>
                <a:gd name="connsiteX19" fmla="*/ 528569 w 846281"/>
                <a:gd name="connsiteY19" fmla="*/ 286317 h 595410"/>
                <a:gd name="connsiteX20" fmla="*/ 480070 w 846281"/>
                <a:gd name="connsiteY20" fmla="*/ 326381 h 595410"/>
                <a:gd name="connsiteX21" fmla="*/ 344414 w 846281"/>
                <a:gd name="connsiteY21" fmla="*/ 295454 h 595410"/>
                <a:gd name="connsiteX22" fmla="*/ 336682 w 846281"/>
                <a:gd name="connsiteY22" fmla="*/ 286317 h 595410"/>
                <a:gd name="connsiteX23" fmla="*/ 347928 w 846281"/>
                <a:gd name="connsiteY23" fmla="*/ 138008 h 595410"/>
                <a:gd name="connsiteX24" fmla="*/ 529272 w 846281"/>
                <a:gd name="connsiteY24" fmla="*/ 152066 h 595410"/>
                <a:gd name="connsiteX25" fmla="*/ 542627 w 846281"/>
                <a:gd name="connsiteY25" fmla="*/ 263824 h 59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46281" h="595410">
                  <a:moveTo>
                    <a:pt x="835027" y="243"/>
                  </a:moveTo>
                  <a:cubicBezTo>
                    <a:pt x="835027" y="243"/>
                    <a:pt x="835027" y="243"/>
                    <a:pt x="835027" y="243"/>
                  </a:cubicBezTo>
                  <a:cubicBezTo>
                    <a:pt x="830810" y="243"/>
                    <a:pt x="827296" y="243"/>
                    <a:pt x="823078" y="243"/>
                  </a:cubicBezTo>
                  <a:cubicBezTo>
                    <a:pt x="563011" y="243"/>
                    <a:pt x="303646" y="243"/>
                    <a:pt x="43579" y="243"/>
                  </a:cubicBezTo>
                  <a:cubicBezTo>
                    <a:pt x="39361" y="243"/>
                    <a:pt x="35847" y="243"/>
                    <a:pt x="31630" y="243"/>
                  </a:cubicBezTo>
                  <a:lnTo>
                    <a:pt x="31630" y="243"/>
                  </a:lnTo>
                  <a:cubicBezTo>
                    <a:pt x="21087" y="243"/>
                    <a:pt x="10543" y="243"/>
                    <a:pt x="0" y="243"/>
                  </a:cubicBezTo>
                  <a:cubicBezTo>
                    <a:pt x="1406" y="2351"/>
                    <a:pt x="3514" y="4460"/>
                    <a:pt x="4920" y="6569"/>
                  </a:cubicBezTo>
                  <a:cubicBezTo>
                    <a:pt x="8435" y="9380"/>
                    <a:pt x="11949" y="12192"/>
                    <a:pt x="14761" y="15706"/>
                  </a:cubicBezTo>
                  <a:cubicBezTo>
                    <a:pt x="101215" y="101458"/>
                    <a:pt x="186967" y="187913"/>
                    <a:pt x="273422" y="273665"/>
                  </a:cubicBezTo>
                  <a:cubicBezTo>
                    <a:pt x="378855" y="379097"/>
                    <a:pt x="484288" y="484530"/>
                    <a:pt x="589720" y="590666"/>
                  </a:cubicBezTo>
                  <a:cubicBezTo>
                    <a:pt x="596046" y="596992"/>
                    <a:pt x="598858" y="596992"/>
                    <a:pt x="605184" y="590666"/>
                  </a:cubicBezTo>
                  <a:cubicBezTo>
                    <a:pt x="622053" y="571688"/>
                    <a:pt x="638219" y="553413"/>
                    <a:pt x="653683" y="533732"/>
                  </a:cubicBezTo>
                  <a:cubicBezTo>
                    <a:pt x="685313" y="492965"/>
                    <a:pt x="713428" y="450089"/>
                    <a:pt x="738732" y="405104"/>
                  </a:cubicBezTo>
                  <a:cubicBezTo>
                    <a:pt x="747167" y="387532"/>
                    <a:pt x="756304" y="369960"/>
                    <a:pt x="764739" y="352388"/>
                  </a:cubicBezTo>
                  <a:cubicBezTo>
                    <a:pt x="797071" y="281397"/>
                    <a:pt x="820267" y="207594"/>
                    <a:pt x="833621" y="130276"/>
                  </a:cubicBezTo>
                  <a:cubicBezTo>
                    <a:pt x="840650" y="90915"/>
                    <a:pt x="844868" y="52256"/>
                    <a:pt x="846273" y="12192"/>
                  </a:cubicBezTo>
                  <a:cubicBezTo>
                    <a:pt x="846273" y="-460"/>
                    <a:pt x="846976" y="-460"/>
                    <a:pt x="835027" y="243"/>
                  </a:cubicBezTo>
                  <a:close/>
                  <a:moveTo>
                    <a:pt x="542627" y="263824"/>
                  </a:moveTo>
                  <a:cubicBezTo>
                    <a:pt x="539113" y="271556"/>
                    <a:pt x="534193" y="279288"/>
                    <a:pt x="528569" y="286317"/>
                  </a:cubicBezTo>
                  <a:cubicBezTo>
                    <a:pt x="515215" y="303186"/>
                    <a:pt x="499751" y="317947"/>
                    <a:pt x="480070" y="326381"/>
                  </a:cubicBezTo>
                  <a:cubicBezTo>
                    <a:pt x="431571" y="347468"/>
                    <a:pt x="379558" y="335519"/>
                    <a:pt x="344414" y="295454"/>
                  </a:cubicBezTo>
                  <a:cubicBezTo>
                    <a:pt x="341602" y="292643"/>
                    <a:pt x="339493" y="289831"/>
                    <a:pt x="336682" y="286317"/>
                  </a:cubicBezTo>
                  <a:cubicBezTo>
                    <a:pt x="299429" y="239223"/>
                    <a:pt x="312081" y="174558"/>
                    <a:pt x="347928" y="138008"/>
                  </a:cubicBezTo>
                  <a:cubicBezTo>
                    <a:pt x="396427" y="88103"/>
                    <a:pt x="485693" y="89509"/>
                    <a:pt x="529272" y="152066"/>
                  </a:cubicBezTo>
                  <a:cubicBezTo>
                    <a:pt x="553873" y="187210"/>
                    <a:pt x="559496" y="224463"/>
                    <a:pt x="542627" y="263824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1AEFAB40-4C86-45D2-A969-728C0BC3D486}"/>
                </a:ext>
              </a:extLst>
            </p:cNvPr>
            <p:cNvSpPr/>
            <p:nvPr/>
          </p:nvSpPr>
          <p:spPr>
            <a:xfrm>
              <a:off x="5149789" y="3214721"/>
              <a:ext cx="598471" cy="842984"/>
            </a:xfrm>
            <a:custGeom>
              <a:avLst/>
              <a:gdLst>
                <a:gd name="connsiteX0" fmla="*/ 594686 w 598471"/>
                <a:gd name="connsiteY0" fmla="*/ 0 h 842984"/>
                <a:gd name="connsiteX1" fmla="*/ 587657 w 598471"/>
                <a:gd name="connsiteY1" fmla="*/ 8435 h 842984"/>
                <a:gd name="connsiteX2" fmla="*/ 580628 w 598471"/>
                <a:gd name="connsiteY2" fmla="*/ 14761 h 842984"/>
                <a:gd name="connsiteX3" fmla="*/ 461840 w 598471"/>
                <a:gd name="connsiteY3" fmla="*/ 133548 h 842984"/>
                <a:gd name="connsiteX4" fmla="*/ 93529 w 598471"/>
                <a:gd name="connsiteY4" fmla="*/ 501157 h 842984"/>
                <a:gd name="connsiteX5" fmla="*/ 15508 w 598471"/>
                <a:gd name="connsiteY5" fmla="*/ 579177 h 842984"/>
                <a:gd name="connsiteX6" fmla="*/ 15508 w 598471"/>
                <a:gd name="connsiteY6" fmla="*/ 579177 h 842984"/>
                <a:gd name="connsiteX7" fmla="*/ 9183 w 598471"/>
                <a:gd name="connsiteY7" fmla="*/ 584097 h 842984"/>
                <a:gd name="connsiteX8" fmla="*/ 45 w 598471"/>
                <a:gd name="connsiteY8" fmla="*/ 597452 h 842984"/>
                <a:gd name="connsiteX9" fmla="*/ 2857 w 598471"/>
                <a:gd name="connsiteY9" fmla="*/ 601669 h 842984"/>
                <a:gd name="connsiteX10" fmla="*/ 55573 w 598471"/>
                <a:gd name="connsiteY10" fmla="*/ 648763 h 842984"/>
                <a:gd name="connsiteX11" fmla="*/ 75957 w 598471"/>
                <a:gd name="connsiteY11" fmla="*/ 662118 h 842984"/>
                <a:gd name="connsiteX12" fmla="*/ 80877 w 598471"/>
                <a:gd name="connsiteY12" fmla="*/ 665632 h 842984"/>
                <a:gd name="connsiteX13" fmla="*/ 297365 w 598471"/>
                <a:gd name="connsiteY13" fmla="*/ 784419 h 842984"/>
                <a:gd name="connsiteX14" fmla="*/ 582034 w 598471"/>
                <a:gd name="connsiteY14" fmla="*/ 842759 h 842984"/>
                <a:gd name="connsiteX15" fmla="*/ 597497 w 598471"/>
                <a:gd name="connsiteY15" fmla="*/ 827998 h 842984"/>
                <a:gd name="connsiteX16" fmla="*/ 597497 w 598471"/>
                <a:gd name="connsiteY16" fmla="*/ 44282 h 842984"/>
                <a:gd name="connsiteX17" fmla="*/ 597497 w 598471"/>
                <a:gd name="connsiteY17" fmla="*/ 7029 h 842984"/>
                <a:gd name="connsiteX18" fmla="*/ 594686 w 598471"/>
                <a:gd name="connsiteY18" fmla="*/ 0 h 842984"/>
                <a:gd name="connsiteX19" fmla="*/ 449188 w 598471"/>
                <a:gd name="connsiteY19" fmla="*/ 625568 h 842984"/>
                <a:gd name="connsiteX20" fmla="*/ 373277 w 598471"/>
                <a:gd name="connsiteY20" fmla="*/ 679690 h 842984"/>
                <a:gd name="connsiteX21" fmla="*/ 258707 w 598471"/>
                <a:gd name="connsiteY21" fmla="*/ 637517 h 842984"/>
                <a:gd name="connsiteX22" fmla="*/ 254489 w 598471"/>
                <a:gd name="connsiteY22" fmla="*/ 632596 h 842984"/>
                <a:gd name="connsiteX23" fmla="*/ 254489 w 598471"/>
                <a:gd name="connsiteY23" fmla="*/ 496237 h 842984"/>
                <a:gd name="connsiteX24" fmla="*/ 352893 w 598471"/>
                <a:gd name="connsiteY24" fmla="*/ 447738 h 842984"/>
                <a:gd name="connsiteX25" fmla="*/ 468166 w 598471"/>
                <a:gd name="connsiteY25" fmla="*/ 547547 h 842984"/>
                <a:gd name="connsiteX26" fmla="*/ 449188 w 598471"/>
                <a:gd name="connsiteY26" fmla="*/ 625568 h 84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8471" h="842984">
                  <a:moveTo>
                    <a:pt x="594686" y="0"/>
                  </a:moveTo>
                  <a:cubicBezTo>
                    <a:pt x="592577" y="2812"/>
                    <a:pt x="589765" y="5623"/>
                    <a:pt x="587657" y="8435"/>
                  </a:cubicBezTo>
                  <a:cubicBezTo>
                    <a:pt x="585548" y="10543"/>
                    <a:pt x="582737" y="12652"/>
                    <a:pt x="580628" y="14761"/>
                  </a:cubicBezTo>
                  <a:cubicBezTo>
                    <a:pt x="541266" y="54122"/>
                    <a:pt x="501202" y="94187"/>
                    <a:pt x="461840" y="133548"/>
                  </a:cubicBezTo>
                  <a:cubicBezTo>
                    <a:pt x="338836" y="255850"/>
                    <a:pt x="216534" y="378855"/>
                    <a:pt x="93529" y="501157"/>
                  </a:cubicBezTo>
                  <a:cubicBezTo>
                    <a:pt x="67522" y="527164"/>
                    <a:pt x="41515" y="553170"/>
                    <a:pt x="15508" y="579177"/>
                  </a:cubicBezTo>
                  <a:lnTo>
                    <a:pt x="15508" y="579177"/>
                  </a:lnTo>
                  <a:cubicBezTo>
                    <a:pt x="13400" y="580583"/>
                    <a:pt x="11291" y="582692"/>
                    <a:pt x="9183" y="584097"/>
                  </a:cubicBezTo>
                  <a:cubicBezTo>
                    <a:pt x="7074" y="589018"/>
                    <a:pt x="-658" y="590423"/>
                    <a:pt x="45" y="597452"/>
                  </a:cubicBezTo>
                  <a:cubicBezTo>
                    <a:pt x="748" y="598858"/>
                    <a:pt x="2154" y="600264"/>
                    <a:pt x="2857" y="601669"/>
                  </a:cubicBezTo>
                  <a:cubicBezTo>
                    <a:pt x="19726" y="618539"/>
                    <a:pt x="35189" y="636111"/>
                    <a:pt x="55573" y="648763"/>
                  </a:cubicBezTo>
                  <a:cubicBezTo>
                    <a:pt x="62602" y="652980"/>
                    <a:pt x="66819" y="660712"/>
                    <a:pt x="75957" y="662118"/>
                  </a:cubicBezTo>
                  <a:cubicBezTo>
                    <a:pt x="77362" y="662820"/>
                    <a:pt x="79471" y="664226"/>
                    <a:pt x="80877" y="665632"/>
                  </a:cubicBezTo>
                  <a:cubicBezTo>
                    <a:pt x="147651" y="714834"/>
                    <a:pt x="220048" y="754898"/>
                    <a:pt x="297365" y="784419"/>
                  </a:cubicBezTo>
                  <a:cubicBezTo>
                    <a:pt x="388740" y="819564"/>
                    <a:pt x="483630" y="839245"/>
                    <a:pt x="582034" y="842759"/>
                  </a:cubicBezTo>
                  <a:cubicBezTo>
                    <a:pt x="597497" y="843462"/>
                    <a:pt x="597497" y="843462"/>
                    <a:pt x="597497" y="827998"/>
                  </a:cubicBezTo>
                  <a:cubicBezTo>
                    <a:pt x="597497" y="566525"/>
                    <a:pt x="597497" y="305755"/>
                    <a:pt x="597497" y="44282"/>
                  </a:cubicBezTo>
                  <a:cubicBezTo>
                    <a:pt x="597497" y="31630"/>
                    <a:pt x="597497" y="19681"/>
                    <a:pt x="597497" y="7029"/>
                  </a:cubicBezTo>
                  <a:cubicBezTo>
                    <a:pt x="598200" y="4217"/>
                    <a:pt x="600309" y="0"/>
                    <a:pt x="594686" y="0"/>
                  </a:cubicBezTo>
                  <a:close/>
                  <a:moveTo>
                    <a:pt x="449188" y="625568"/>
                  </a:moveTo>
                  <a:cubicBezTo>
                    <a:pt x="430913" y="653683"/>
                    <a:pt x="406312" y="673364"/>
                    <a:pt x="373277" y="679690"/>
                  </a:cubicBezTo>
                  <a:cubicBezTo>
                    <a:pt x="326886" y="688124"/>
                    <a:pt x="288931" y="674067"/>
                    <a:pt x="258707" y="637517"/>
                  </a:cubicBezTo>
                  <a:cubicBezTo>
                    <a:pt x="257301" y="636111"/>
                    <a:pt x="255895" y="634002"/>
                    <a:pt x="254489" y="632596"/>
                  </a:cubicBezTo>
                  <a:cubicBezTo>
                    <a:pt x="221454" y="591829"/>
                    <a:pt x="224968" y="535598"/>
                    <a:pt x="254489" y="496237"/>
                  </a:cubicBezTo>
                  <a:cubicBezTo>
                    <a:pt x="279090" y="463904"/>
                    <a:pt x="312126" y="447738"/>
                    <a:pt x="352893" y="447738"/>
                  </a:cubicBezTo>
                  <a:cubicBezTo>
                    <a:pt x="409124" y="448441"/>
                    <a:pt x="459029" y="492019"/>
                    <a:pt x="468166" y="547547"/>
                  </a:cubicBezTo>
                  <a:cubicBezTo>
                    <a:pt x="472384" y="576366"/>
                    <a:pt x="466761" y="602372"/>
                    <a:pt x="449188" y="625568"/>
                  </a:cubicBezTo>
                  <a:close/>
                </a:path>
              </a:pathLst>
            </a:custGeom>
            <a:grpFill/>
            <a:ln w="70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 - COLOR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D1D26"/>
      </a:accent1>
      <a:accent2>
        <a:srgbClr val="A4A4A4"/>
      </a:accent2>
      <a:accent3>
        <a:srgbClr val="BEBEBE"/>
      </a:accent3>
      <a:accent4>
        <a:srgbClr val="D9D9D9"/>
      </a:accent4>
      <a:accent5>
        <a:srgbClr val="808080"/>
      </a:accent5>
      <a:accent6>
        <a:srgbClr val="4E4E4E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COLOR - 1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5F41"/>
      </a:accent1>
      <a:accent2>
        <a:srgbClr val="AFAFAF"/>
      </a:accent2>
      <a:accent3>
        <a:srgbClr val="969696"/>
      </a:accent3>
      <a:accent4>
        <a:srgbClr val="7D7D7D"/>
      </a:accent4>
      <a:accent5>
        <a:srgbClr val="646464"/>
      </a:accent5>
      <a:accent6>
        <a:srgbClr val="4B4B4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 - COLOR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D1D26"/>
      </a:accent1>
      <a:accent2>
        <a:srgbClr val="A4A4A4"/>
      </a:accent2>
      <a:accent3>
        <a:srgbClr val="BEBEBE"/>
      </a:accent3>
      <a:accent4>
        <a:srgbClr val="D9D9D9"/>
      </a:accent4>
      <a:accent5>
        <a:srgbClr val="808080"/>
      </a:accent5>
      <a:accent6>
        <a:srgbClr val="4E4E4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346</Words>
  <Application>Microsoft Office PowerPoint</Application>
  <PresentationFormat>Custom</PresentationFormat>
  <Paragraphs>69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ahmed</cp:lastModifiedBy>
  <cp:revision>93</cp:revision>
  <dcterms:created xsi:type="dcterms:W3CDTF">2020-01-20T05:08:25Z</dcterms:created>
  <dcterms:modified xsi:type="dcterms:W3CDTF">2025-06-16T18:26:30Z</dcterms:modified>
</cp:coreProperties>
</file>